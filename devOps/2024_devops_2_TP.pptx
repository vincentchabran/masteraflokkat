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64" r:id="rId6"/>
    <p:sldId id="265" r:id="rId7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067C31-662E-0C49-9372-1EE26CD3780C}" v="4" dt="2024-07-18T08:28:29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DA067C31-662E-0C49-9372-1EE26CD3780C}"/>
    <pc:docChg chg="modSld">
      <pc:chgData name="Georges MATHIO" userId="S::georges.mathio@estia.fr::1057b68d-d9cf-4cd5-bc4c-3fe68ec33e97" providerId="AD" clId="Web-{DA067C31-662E-0C49-9372-1EE26CD3780C}" dt="2024-07-18T08:28:25.439" v="0" actId="20577"/>
      <pc:docMkLst>
        <pc:docMk/>
      </pc:docMkLst>
      <pc:sldChg chg="modSp">
        <pc:chgData name="Georges MATHIO" userId="S::georges.mathio@estia.fr::1057b68d-d9cf-4cd5-bc4c-3fe68ec33e97" providerId="AD" clId="Web-{DA067C31-662E-0C49-9372-1EE26CD3780C}" dt="2024-07-18T08:28:25.439" v="0" actId="20577"/>
        <pc:sldMkLst>
          <pc:docMk/>
          <pc:sldMk cId="1767818637" sldId="265"/>
        </pc:sldMkLst>
        <pc:spChg chg="mod">
          <ac:chgData name="Georges MATHIO" userId="S::georges.mathio@estia.fr::1057b68d-d9cf-4cd5-bc4c-3fe68ec33e97" providerId="AD" clId="Web-{DA067C31-662E-0C49-9372-1EE26CD3780C}" dt="2024-07-18T08:28:25.439" v="0" actId="20577"/>
          <ac:spMkLst>
            <pc:docMk/>
            <pc:sldMk cId="1767818637" sldId="265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C4B0D630-883B-4F6F-8B40-71D72CCA1764}"/>
    <pc:docChg chg="modSld">
      <pc:chgData name="Georges MATHIO" userId="1057b68d-d9cf-4cd5-bc4c-3fe68ec33e97" providerId="ADAL" clId="{C4B0D630-883B-4F6F-8B40-71D72CCA1764}" dt="2023-11-21T14:21:47.635" v="0" actId="20577"/>
      <pc:docMkLst>
        <pc:docMk/>
      </pc:docMkLst>
      <pc:sldChg chg="modSp mod">
        <pc:chgData name="Georges MATHIO" userId="1057b68d-d9cf-4cd5-bc4c-3fe68ec33e97" providerId="ADAL" clId="{C4B0D630-883B-4F6F-8B40-71D72CCA1764}" dt="2023-11-21T14:21:47.635" v="0" actId="20577"/>
        <pc:sldMkLst>
          <pc:docMk/>
          <pc:sldMk cId="1767818637" sldId="265"/>
        </pc:sldMkLst>
        <pc:spChg chg="mod">
          <ac:chgData name="Georges MATHIO" userId="1057b68d-d9cf-4cd5-bc4c-3fe68ec33e97" providerId="ADAL" clId="{C4B0D630-883B-4F6F-8B40-71D72CCA1764}" dt="2023-11-21T14:21:47.635" v="0" actId="20577"/>
          <ac:spMkLst>
            <pc:docMk/>
            <pc:sldMk cId="1767818637" sldId="265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06F8B0D3-C12E-53D0-DB37-60F192711FB2}"/>
    <pc:docChg chg="addSld delSld modSld">
      <pc:chgData name="Georges MATHIO" userId="S::georges.mathio@estia.fr::1057b68d-d9cf-4cd5-bc4c-3fe68ec33e97" providerId="AD" clId="Web-{06F8B0D3-C12E-53D0-DB37-60F192711FB2}" dt="2023-11-09T09:06:22.441" v="194" actId="20577"/>
      <pc:docMkLst>
        <pc:docMk/>
      </pc:docMkLst>
      <pc:sldChg chg="addSp modSp">
        <pc:chgData name="Georges MATHIO" userId="S::georges.mathio@estia.fr::1057b68d-d9cf-4cd5-bc4c-3fe68ec33e97" providerId="AD" clId="Web-{06F8B0D3-C12E-53D0-DB37-60F192711FB2}" dt="2023-11-09T09:06:22.441" v="194" actId="20577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06F8B0D3-C12E-53D0-DB37-60F192711FB2}" dt="2023-11-09T09:06:22.441" v="194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S::georges.mathio@estia.fr::1057b68d-d9cf-4cd5-bc4c-3fe68ec33e97" providerId="AD" clId="Web-{06F8B0D3-C12E-53D0-DB37-60F192711FB2}" dt="2023-11-09T08:59:01.251" v="6" actId="1076"/>
          <ac:picMkLst>
            <pc:docMk/>
            <pc:sldMk cId="2526593619" sldId="256"/>
            <ac:picMk id="5" creationId="{91F3A5C2-2671-BAAD-F800-C5B23F12CA68}"/>
          </ac:picMkLst>
        </pc:picChg>
      </pc:sldChg>
      <pc:sldChg chg="del">
        <pc:chgData name="Georges MATHIO" userId="S::georges.mathio@estia.fr::1057b68d-d9cf-4cd5-bc4c-3fe68ec33e97" providerId="AD" clId="Web-{06F8B0D3-C12E-53D0-DB37-60F192711FB2}" dt="2023-11-09T08:59:25.861" v="7"/>
        <pc:sldMkLst>
          <pc:docMk/>
          <pc:sldMk cId="1554076419" sldId="258"/>
        </pc:sldMkLst>
      </pc:sldChg>
      <pc:sldChg chg="del">
        <pc:chgData name="Georges MATHIO" userId="S::georges.mathio@estia.fr::1057b68d-d9cf-4cd5-bc4c-3fe68ec33e97" providerId="AD" clId="Web-{06F8B0D3-C12E-53D0-DB37-60F192711FB2}" dt="2023-11-09T08:59:27.330" v="8"/>
        <pc:sldMkLst>
          <pc:docMk/>
          <pc:sldMk cId="2482283123" sldId="259"/>
        </pc:sldMkLst>
      </pc:sldChg>
      <pc:sldChg chg="del">
        <pc:chgData name="Georges MATHIO" userId="S::georges.mathio@estia.fr::1057b68d-d9cf-4cd5-bc4c-3fe68ec33e97" providerId="AD" clId="Web-{06F8B0D3-C12E-53D0-DB37-60F192711FB2}" dt="2023-11-09T08:59:30.314" v="9"/>
        <pc:sldMkLst>
          <pc:docMk/>
          <pc:sldMk cId="319033476" sldId="260"/>
        </pc:sldMkLst>
      </pc:sldChg>
      <pc:sldChg chg="del">
        <pc:chgData name="Georges MATHIO" userId="S::georges.mathio@estia.fr::1057b68d-d9cf-4cd5-bc4c-3fe68ec33e97" providerId="AD" clId="Web-{06F8B0D3-C12E-53D0-DB37-60F192711FB2}" dt="2023-11-09T08:59:33.769" v="10"/>
        <pc:sldMkLst>
          <pc:docMk/>
          <pc:sldMk cId="1018468898" sldId="261"/>
        </pc:sldMkLst>
      </pc:sldChg>
      <pc:sldChg chg="del">
        <pc:chgData name="Georges MATHIO" userId="S::georges.mathio@estia.fr::1057b68d-d9cf-4cd5-bc4c-3fe68ec33e97" providerId="AD" clId="Web-{06F8B0D3-C12E-53D0-DB37-60F192711FB2}" dt="2023-11-09T08:59:35.643" v="11"/>
        <pc:sldMkLst>
          <pc:docMk/>
          <pc:sldMk cId="340622423" sldId="262"/>
        </pc:sldMkLst>
      </pc:sldChg>
      <pc:sldChg chg="addSp modSp del">
        <pc:chgData name="Georges MATHIO" userId="S::georges.mathio@estia.fr::1057b68d-d9cf-4cd5-bc4c-3fe68ec33e97" providerId="AD" clId="Web-{06F8B0D3-C12E-53D0-DB37-60F192711FB2}" dt="2023-11-09T09:01:15.147" v="30"/>
        <pc:sldMkLst>
          <pc:docMk/>
          <pc:sldMk cId="1455700223" sldId="263"/>
        </pc:sldMkLst>
        <pc:spChg chg="add mod">
          <ac:chgData name="Georges MATHIO" userId="S::georges.mathio@estia.fr::1057b68d-d9cf-4cd5-bc4c-3fe68ec33e97" providerId="AD" clId="Web-{06F8B0D3-C12E-53D0-DB37-60F192711FB2}" dt="2023-11-09T09:00:36.520" v="19" actId="14100"/>
          <ac:spMkLst>
            <pc:docMk/>
            <pc:sldMk cId="1455700223" sldId="263"/>
            <ac:spMk id="3" creationId="{B91C94E6-D24C-352C-E44B-6322078B0A5F}"/>
          </ac:spMkLst>
        </pc:spChg>
        <pc:spChg chg="add mod">
          <ac:chgData name="Georges MATHIO" userId="S::georges.mathio@estia.fr::1057b68d-d9cf-4cd5-bc4c-3fe68ec33e97" providerId="AD" clId="Web-{06F8B0D3-C12E-53D0-DB37-60F192711FB2}" dt="2023-11-09T09:00:44.244" v="21" actId="1076"/>
          <ac:spMkLst>
            <pc:docMk/>
            <pc:sldMk cId="1455700223" sldId="263"/>
            <ac:spMk id="4" creationId="{62D996AD-06A3-C30B-2BE0-7F304EFD0DA8}"/>
          </ac:spMkLst>
        </pc:spChg>
        <pc:spChg chg="add mod">
          <ac:chgData name="Georges MATHIO" userId="S::georges.mathio@estia.fr::1057b68d-d9cf-4cd5-bc4c-3fe68ec33e97" providerId="AD" clId="Web-{06F8B0D3-C12E-53D0-DB37-60F192711FB2}" dt="2023-11-09T09:00:50.802" v="23" actId="1076"/>
          <ac:spMkLst>
            <pc:docMk/>
            <pc:sldMk cId="1455700223" sldId="263"/>
            <ac:spMk id="5" creationId="{9872A6B6-940B-AAF5-18D4-917AB28B11DC}"/>
          </ac:spMkLst>
        </pc:spChg>
      </pc:sldChg>
      <pc:sldChg chg="addSp delSp modSp">
        <pc:chgData name="Georges MATHIO" userId="S::georges.mathio@estia.fr::1057b68d-d9cf-4cd5-bc4c-3fe68ec33e97" providerId="AD" clId="Web-{06F8B0D3-C12E-53D0-DB37-60F192711FB2}" dt="2023-11-09T09:01:49.555" v="41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06F8B0D3-C12E-53D0-DB37-60F192711FB2}" dt="2023-11-09T09:01:49.555" v="41" actId="20577"/>
          <ac:spMkLst>
            <pc:docMk/>
            <pc:sldMk cId="4167943880" sldId="264"/>
            <ac:spMk id="2" creationId="{8AE1D70E-C040-1542-B36E-7DDF82084F61}"/>
          </ac:spMkLst>
        </pc:spChg>
        <pc:spChg chg="add del">
          <ac:chgData name="Georges MATHIO" userId="S::georges.mathio@estia.fr::1057b68d-d9cf-4cd5-bc4c-3fe68ec33e97" providerId="AD" clId="Web-{06F8B0D3-C12E-53D0-DB37-60F192711FB2}" dt="2023-11-09T09:01:04.256" v="29"/>
          <ac:spMkLst>
            <pc:docMk/>
            <pc:sldMk cId="4167943880" sldId="264"/>
            <ac:spMk id="4" creationId="{C6857C77-D535-3373-D25F-3A098A2B34DA}"/>
          </ac:spMkLst>
        </pc:spChg>
        <pc:spChg chg="add del mod">
          <ac:chgData name="Georges MATHIO" userId="S::georges.mathio@estia.fr::1057b68d-d9cf-4cd5-bc4c-3fe68ec33e97" providerId="AD" clId="Web-{06F8B0D3-C12E-53D0-DB37-60F192711FB2}" dt="2023-11-09T09:01:03.256" v="28"/>
          <ac:spMkLst>
            <pc:docMk/>
            <pc:sldMk cId="4167943880" sldId="264"/>
            <ac:spMk id="6" creationId="{60C327AD-1B7C-1FAF-4012-026EE08D5255}"/>
          </ac:spMkLst>
        </pc:spChg>
      </pc:sldChg>
      <pc:sldChg chg="modSp add">
        <pc:chgData name="Georges MATHIO" userId="S::georges.mathio@estia.fr::1057b68d-d9cf-4cd5-bc4c-3fe68ec33e97" providerId="AD" clId="Web-{06F8B0D3-C12E-53D0-DB37-60F192711FB2}" dt="2023-11-09T09:05:47.252" v="180" actId="20577"/>
        <pc:sldMkLst>
          <pc:docMk/>
          <pc:sldMk cId="1767818637" sldId="265"/>
        </pc:sldMkLst>
        <pc:spChg chg="mod">
          <ac:chgData name="Georges MATHIO" userId="S::georges.mathio@estia.fr::1057b68d-d9cf-4cd5-bc4c-3fe68ec33e97" providerId="AD" clId="Web-{06F8B0D3-C12E-53D0-DB37-60F192711FB2}" dt="2023-11-09T09:02:02.899" v="49" actId="20577"/>
          <ac:spMkLst>
            <pc:docMk/>
            <pc:sldMk cId="1767818637" sldId="265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06F8B0D3-C12E-53D0-DB37-60F192711FB2}" dt="2023-11-09T09:05:47.252" v="180" actId="20577"/>
          <ac:spMkLst>
            <pc:docMk/>
            <pc:sldMk cId="1767818637" sldId="265"/>
            <ac:spMk id="14" creationId="{7E30C4D4-D051-74FE-764D-C642BFBB0D1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18/07/2024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18/07/2024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0EB6F31-46FF-4378-AD2F-B0202579A16F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9A7C7E1-C3BA-4F9C-9AA9-A8C8EF630546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6AE549-7457-465A-A17C-C880CFA36D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4528C0-5DCD-4232-972B-92660DD6DA5A}" type="datetime1">
              <a:rPr lang="en-GB" noProof="0" smtClean="0"/>
              <a:pPr rtl="0"/>
              <a:t>18/07/2024</a:t>
            </a:fld>
            <a:r>
              <a:rPr lang="en-GB" noProof="0"/>
              <a:t>9/11/2014</a:t>
            </a:r>
            <a:fld id="{B61BEF0D-F0BB-DE4B-95CE-6DB70DBA9567}" type="datetimeFigureOut">
              <a:rPr lang="en-GB" noProof="0" smtClean="0"/>
              <a:pPr rtl="0"/>
              <a:t>18/07/2024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r>
              <a:rPr lang="en-GB" noProof="0"/>
              <a:t>‹#›</a:t>
            </a:r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888FE8-E837-4E92-9E6B-F828D8FC42D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EFC04D-1873-46D6-99CB-4614417A924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7BA5E-DA1B-42A3-B8BF-159DA407E30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AC465C-DC72-4783-A79E-5E0F119FB6B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ABDB91-EF8B-471F-8BB1-BA6322193C3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8D8D3C-C929-4B22-B432-C18E6107316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DF9645-F524-4AE1-BFDA-2F246537BA79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700F84-3F48-4B42-B164-450168F2F264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C43A55-3D5F-4695-8A29-DD635B46B36E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en-GB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en-GB" noProof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7FE856-2262-41C5-9189-227EE103247D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E071FF-0DEB-4E9E-A043-C4D47ED3FA8B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E25212-35E3-4110-813C-88383A66A108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7358E855-6A6B-4C73-BEF0-001599AEF361}" type="datetime1">
              <a:rPr lang="en-GB" noProof="0" smtClean="0"/>
              <a:t>18/07/2024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2004" y="2028661"/>
            <a:ext cx="4879529" cy="2013633"/>
          </a:xfrm>
        </p:spPr>
        <p:txBody>
          <a:bodyPr rtlCol="0">
            <a:normAutofit/>
          </a:bodyPr>
          <a:lstStyle/>
          <a:p>
            <a:pPr rtl="0"/>
            <a:r>
              <a:rPr lang="en-GB" sz="7200">
                <a:cs typeface="Calibri Light"/>
              </a:rPr>
              <a:t>DEVOPS</a:t>
            </a:r>
            <a:endParaRPr lang="en-GB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3807" y="4332070"/>
            <a:ext cx="7197726" cy="1405467"/>
          </a:xfrm>
        </p:spPr>
        <p:txBody>
          <a:bodyPr rtlCol="0">
            <a:normAutofit/>
          </a:bodyPr>
          <a:lstStyle/>
          <a:p>
            <a:r>
              <a:rPr lang="en-GB" sz="2800" dirty="0">
                <a:ea typeface="Calibri"/>
                <a:cs typeface="Calibri"/>
              </a:rPr>
              <a:t>Work environment setup</a:t>
            </a:r>
          </a:p>
        </p:txBody>
      </p:sp>
      <p:pic>
        <p:nvPicPr>
          <p:cNvPr id="5" name="Espace réservé du contenu 4" descr="devops infinite logo&#10;">
            <a:extLst>
              <a:ext uri="{FF2B5EF4-FFF2-40B4-BE49-F238E27FC236}">
                <a16:creationId xmlns:a16="http://schemas.microsoft.com/office/drawing/2014/main" id="{91F3A5C2-2671-BAAD-F800-C5B23F12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40" y="702565"/>
            <a:ext cx="6267312" cy="35253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err="1"/>
              <a:t>Previously</a:t>
            </a:r>
            <a:r>
              <a:rPr lang="fr-FR" dirty="0"/>
              <a:t>: </a:t>
            </a:r>
            <a:r>
              <a:rPr lang="fr-FR" i="1" dirty="0"/>
              <a:t>Our </a:t>
            </a:r>
            <a:r>
              <a:rPr lang="fr-FR" i="1" err="1"/>
              <a:t>journey</a:t>
            </a:r>
            <a:r>
              <a:rPr lang="fr-FR" i="1" dirty="0"/>
              <a:t> </a:t>
            </a:r>
            <a:r>
              <a:rPr lang="fr-FR" i="1" err="1"/>
              <a:t>into</a:t>
            </a:r>
            <a:r>
              <a:rPr lang="fr-FR" i="1" dirty="0"/>
              <a:t> </a:t>
            </a:r>
            <a:r>
              <a:rPr lang="fr-FR" i="1" err="1"/>
              <a:t>devops</a:t>
            </a:r>
            <a:endParaRPr lang="fr-FR" i="1">
              <a:ea typeface="Calibri Light"/>
              <a:cs typeface="Calibri Light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11189325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Work on a basic </a:t>
            </a:r>
            <a:r>
              <a:rPr lang="fr-FR" sz="2000" dirty="0" err="1"/>
              <a:t>Golang</a:t>
            </a:r>
            <a:r>
              <a:rPr lang="fr-FR" sz="2000" dirty="0"/>
              <a:t> web server (</a:t>
            </a:r>
            <a:r>
              <a:rPr lang="fr-FR" sz="2000" dirty="0" err="1"/>
              <a:t>language</a:t>
            </a:r>
            <a:r>
              <a:rPr lang="fr-FR" sz="2000" dirty="0"/>
              <a:t>, </a:t>
            </a:r>
            <a:r>
              <a:rPr lang="fr-FR" sz="2000" dirty="0" err="1"/>
              <a:t>build</a:t>
            </a:r>
            <a:r>
              <a:rPr lang="fr-FR" sz="2000" dirty="0"/>
              <a:t>, run, test)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REST API </a:t>
            </a:r>
            <a:r>
              <a:rPr lang="fr-FR" sz="2000" dirty="0" err="1"/>
              <a:t>specification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</a:t>
            </a:r>
            <a:r>
              <a:rPr lang="fr-FR" sz="2000" dirty="0" err="1"/>
              <a:t>OpenAPI</a:t>
            </a:r>
            <a:r>
              <a:rPr lang="fr-FR" sz="2000" dirty="0"/>
              <a:t> v3 and </a:t>
            </a:r>
            <a:r>
              <a:rPr lang="fr-FR" sz="2000" dirty="0" err="1"/>
              <a:t>its</a:t>
            </a:r>
            <a:r>
              <a:rPr lang="fr-FR" sz="2000" dirty="0"/>
              <a:t> UI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Learning Docker to package, </a:t>
            </a:r>
            <a:r>
              <a:rPr lang="fr-FR" sz="2000" dirty="0" err="1"/>
              <a:t>distribute</a:t>
            </a:r>
            <a:r>
              <a:rPr lang="fr-FR" sz="2000" dirty="0"/>
              <a:t> and run the app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Leverage</a:t>
            </a:r>
            <a:r>
              <a:rPr lang="fr-FR" sz="2000" dirty="0"/>
              <a:t> GitHub Actions to automate all </a:t>
            </a:r>
            <a:r>
              <a:rPr lang="fr-FR" sz="2000" dirty="0" err="1"/>
              <a:t>into</a:t>
            </a:r>
            <a:r>
              <a:rPr lang="fr-FR" sz="2000" dirty="0"/>
              <a:t> a CI/CD pipeline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167943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06" y="0"/>
            <a:ext cx="10131425" cy="1456267"/>
          </a:xfrm>
        </p:spPr>
        <p:txBody>
          <a:bodyPr/>
          <a:lstStyle/>
          <a:p>
            <a:r>
              <a:rPr lang="fr-FR" dirty="0"/>
              <a:t>TP Objectives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30C4D4-D051-74FE-764D-C642BFBB0D1E}"/>
              </a:ext>
            </a:extLst>
          </p:cNvPr>
          <p:cNvSpPr txBox="1"/>
          <p:nvPr/>
        </p:nvSpPr>
        <p:spPr>
          <a:xfrm>
            <a:off x="497053" y="1633261"/>
            <a:ext cx="11189325" cy="41996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/>
              <a:t>Working</a:t>
            </a:r>
            <a:r>
              <a:rPr lang="fr-FR" sz="2000" dirty="0"/>
              <a:t> local installation of </a:t>
            </a:r>
            <a:r>
              <a:rPr lang="fr-FR" sz="2000" dirty="0" err="1"/>
              <a:t>Golang</a:t>
            </a:r>
            <a:r>
              <a:rPr lang="fr-FR" sz="2000" dirty="0"/>
              <a:t> &gt;= v1.22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Your</a:t>
            </a:r>
            <a:r>
              <a:rPr lang="fr-FR" sz="2000" dirty="0"/>
              <a:t> </a:t>
            </a:r>
            <a:r>
              <a:rPr lang="fr-FR" sz="2000" dirty="0" err="1"/>
              <a:t>Github</a:t>
            </a:r>
            <a:r>
              <a:rPr lang="fr-FR" sz="2000" dirty="0"/>
              <a:t> group organisation and a </a:t>
            </a:r>
            <a:r>
              <a:rPr lang="fr-FR" sz="2000" dirty="0" err="1"/>
              <a:t>working</a:t>
            </a:r>
            <a:r>
              <a:rPr lang="fr-FR" sz="2000" dirty="0"/>
              <a:t> copy of the </a:t>
            </a:r>
            <a:r>
              <a:rPr lang="fr-FR" sz="2000" dirty="0" err="1"/>
              <a:t>template</a:t>
            </a:r>
            <a:r>
              <a:rPr lang="fr-FR" sz="2000" dirty="0"/>
              <a:t> repository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Launch the server and </a:t>
            </a:r>
            <a:r>
              <a:rPr lang="fr-FR" sz="2000" dirty="0" err="1"/>
              <a:t>play</a:t>
            </a:r>
            <a:r>
              <a:rPr lang="fr-FR" sz="2000" dirty="0"/>
              <a:t> </a:t>
            </a:r>
            <a:r>
              <a:rPr lang="fr-FR" sz="2000" dirty="0" err="1"/>
              <a:t>wih</a:t>
            </a:r>
            <a:r>
              <a:rPr lang="fr-FR" sz="2000" dirty="0"/>
              <a:t> the API via the </a:t>
            </a:r>
            <a:r>
              <a:rPr lang="fr-FR" sz="2000" dirty="0" err="1"/>
              <a:t>Swagger</a:t>
            </a:r>
            <a:r>
              <a:rPr lang="fr-FR" sz="2000" dirty="0"/>
              <a:t> UI and the http client extension of VS Code</a:t>
            </a:r>
            <a:endParaRPr lang="fr-FR" sz="20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Observing</a:t>
            </a:r>
            <a:r>
              <a:rPr lang="fr-FR" sz="2000" dirty="0"/>
              <a:t> the </a:t>
            </a:r>
            <a:r>
              <a:rPr lang="fr-FR" sz="2000" dirty="0" err="1"/>
              <a:t>dummy</a:t>
            </a:r>
            <a:r>
              <a:rPr lang="fr-FR" sz="2000" dirty="0"/>
              <a:t> GitHub Action, </a:t>
            </a:r>
            <a:r>
              <a:rPr lang="fr-FR" sz="2000" dirty="0" err="1"/>
              <a:t>starting</a:t>
            </a:r>
            <a:r>
              <a:rPr lang="fr-FR" sz="2000" dirty="0"/>
              <a:t> point of the CI/CD pipeline</a:t>
            </a:r>
            <a:endParaRPr lang="fr-FR" sz="2000" dirty="0">
              <a:cs typeface="Calibri"/>
            </a:endParaRP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767818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4" ma:contentTypeDescription="Crée un document." ma:contentTypeScope="" ma:versionID="22b20b1ef08268a1eb07d896c1a73a43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ef0f305f9e6acda716007861256d93d1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0E816C-0D8A-4774-8A85-3045B868B5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2B6FC8-1FBF-4264-B61B-9E012D9298B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978D960-0984-4F84-B7A0-800337F52B7D}"/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113</Words>
  <Application>Microsoft Office PowerPoint</Application>
  <PresentationFormat>Widescreen</PresentationFormat>
  <Paragraphs>19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Celestial</vt:lpstr>
      <vt:lpstr>DEVOPS</vt:lpstr>
      <vt:lpstr>Previously: Our journey into devops</vt:lpstr>
      <vt:lpstr>TP 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/>
  <cp:lastModifiedBy>Georges MATHIO</cp:lastModifiedBy>
  <cp:revision>51</cp:revision>
  <dcterms:created xsi:type="dcterms:W3CDTF">2023-10-26T12:54:23Z</dcterms:created>
  <dcterms:modified xsi:type="dcterms:W3CDTF">2024-07-18T08:28:36Z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