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9" r:id="rId6"/>
    <p:sldId id="266" r:id="rId7"/>
    <p:sldId id="274" r:id="rId8"/>
    <p:sldId id="275" r:id="rId9"/>
    <p:sldId id="278" r:id="rId10"/>
    <p:sldId id="279" r:id="rId11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B1871-3D31-95FC-3757-7096B34159D0}" v="14" dt="2024-07-18T12:38:30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1057b68d-d9cf-4cd5-bc4c-3fe68ec33e97" providerId="ADAL" clId="{15E05240-D716-4B72-B927-F02A59A97C4B}"/>
    <pc:docChg chg="modSld">
      <pc:chgData name="Georges MATHIO" userId="1057b68d-d9cf-4cd5-bc4c-3fe68ec33e97" providerId="ADAL" clId="{15E05240-D716-4B72-B927-F02A59A97C4B}" dt="2023-12-04T15:16:59.002" v="52" actId="20577"/>
      <pc:docMkLst>
        <pc:docMk/>
      </pc:docMkLst>
      <pc:sldChg chg="modSp mod">
        <pc:chgData name="Georges MATHIO" userId="1057b68d-d9cf-4cd5-bc4c-3fe68ec33e97" providerId="ADAL" clId="{15E05240-D716-4B72-B927-F02A59A97C4B}" dt="2023-12-04T15:16:09.804" v="34" actId="20577"/>
        <pc:sldMkLst>
          <pc:docMk/>
          <pc:sldMk cId="4100953463" sldId="259"/>
        </pc:sldMkLst>
        <pc:spChg chg="mod">
          <ac:chgData name="Georges MATHIO" userId="1057b68d-d9cf-4cd5-bc4c-3fe68ec33e97" providerId="ADAL" clId="{15E05240-D716-4B72-B927-F02A59A97C4B}" dt="2023-12-04T15:16:09.804" v="34" actId="20577"/>
          <ac:spMkLst>
            <pc:docMk/>
            <pc:sldMk cId="4100953463" sldId="259"/>
            <ac:spMk id="3" creationId="{B5620FEA-FA3C-B3F6-C2FC-F9D51C3D46CB}"/>
          </ac:spMkLst>
        </pc:spChg>
      </pc:sldChg>
      <pc:sldChg chg="modSp mod">
        <pc:chgData name="Georges MATHIO" userId="1057b68d-d9cf-4cd5-bc4c-3fe68ec33e97" providerId="ADAL" clId="{15E05240-D716-4B72-B927-F02A59A97C4B}" dt="2023-12-04T15:16:59.002" v="52" actId="20577"/>
        <pc:sldMkLst>
          <pc:docMk/>
          <pc:sldMk cId="2764676056" sldId="278"/>
        </pc:sldMkLst>
        <pc:spChg chg="mod">
          <ac:chgData name="Georges MATHIO" userId="1057b68d-d9cf-4cd5-bc4c-3fe68ec33e97" providerId="ADAL" clId="{15E05240-D716-4B72-B927-F02A59A97C4B}" dt="2023-12-04T15:16:59.002" v="52" actId="20577"/>
          <ac:spMkLst>
            <pc:docMk/>
            <pc:sldMk cId="2764676056" sldId="278"/>
            <ac:spMk id="6" creationId="{37E68E50-1F8D-C6EF-3F0A-17CAC14C946D}"/>
          </ac:spMkLst>
        </pc:spChg>
      </pc:sldChg>
    </pc:docChg>
  </pc:docChgLst>
  <pc:docChgLst>
    <pc:chgData name="Georges MATHIO" userId="1057b68d-d9cf-4cd5-bc4c-3fe68ec33e97" providerId="ADAL" clId="{5DD8C3B2-83F5-444A-AFCE-A090A7747FB7}"/>
    <pc:docChg chg="modSld">
      <pc:chgData name="Georges MATHIO" userId="1057b68d-d9cf-4cd5-bc4c-3fe68ec33e97" providerId="ADAL" clId="{5DD8C3B2-83F5-444A-AFCE-A090A7747FB7}" dt="2023-12-03T21:26:46.493" v="6" actId="20577"/>
      <pc:docMkLst>
        <pc:docMk/>
      </pc:docMkLst>
      <pc:sldChg chg="modSp mod">
        <pc:chgData name="Georges MATHIO" userId="1057b68d-d9cf-4cd5-bc4c-3fe68ec33e97" providerId="ADAL" clId="{5DD8C3B2-83F5-444A-AFCE-A090A7747FB7}" dt="2023-12-03T21:26:46.493" v="6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5DD8C3B2-83F5-444A-AFCE-A090A7747FB7}" dt="2023-12-03T21:26:46.493" v="6" actId="20577"/>
          <ac:spMkLst>
            <pc:docMk/>
            <pc:sldMk cId="2526593619" sldId="256"/>
            <ac:spMk id="3" creationId="{00000000-0000-0000-0000-000000000000}"/>
          </ac:spMkLst>
        </pc:spChg>
      </pc:sldChg>
    </pc:docChg>
  </pc:docChgLst>
  <pc:docChgLst>
    <pc:chgData name="Georges MATHIO" userId="1057b68d-d9cf-4cd5-bc4c-3fe68ec33e97" providerId="ADAL" clId="{39450D17-E3D7-439A-ACB3-335371825C2C}"/>
    <pc:docChg chg="undo redo custSel addSld delSld modSld sldOrd">
      <pc:chgData name="Georges MATHIO" userId="1057b68d-d9cf-4cd5-bc4c-3fe68ec33e97" providerId="ADAL" clId="{39450D17-E3D7-439A-ACB3-335371825C2C}" dt="2023-11-20T22:46:22.712" v="3747" actId="1076"/>
      <pc:docMkLst>
        <pc:docMk/>
      </pc:docMkLst>
      <pc:sldChg chg="addSp delSp modSp mod">
        <pc:chgData name="Georges MATHIO" userId="1057b68d-d9cf-4cd5-bc4c-3fe68ec33e97" providerId="ADAL" clId="{39450D17-E3D7-439A-ACB3-335371825C2C}" dt="2023-11-20T13:14:59.350" v="678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39450D17-E3D7-439A-ACB3-335371825C2C}" dt="2023-11-16T10:31:37.570" v="23" actId="20577"/>
          <ac:spMkLst>
            <pc:docMk/>
            <pc:sldMk cId="2526593619" sldId="256"/>
            <ac:spMk id="3" creationId="{00000000-0000-0000-0000-000000000000}"/>
          </ac:spMkLst>
        </pc:spChg>
        <pc:spChg chg="del">
          <ac:chgData name="Georges MATHIO" userId="1057b68d-d9cf-4cd5-bc4c-3fe68ec33e97" providerId="ADAL" clId="{39450D17-E3D7-439A-ACB3-335371825C2C}" dt="2023-11-16T10:31:08.423" v="1" actId="478"/>
          <ac:spMkLst>
            <pc:docMk/>
            <pc:sldMk cId="2526593619" sldId="256"/>
            <ac:spMk id="4" creationId="{886AE77A-FE6C-3A37-B98C-0FFBF79AA578}"/>
          </ac:spMkLst>
        </pc:spChg>
        <pc:picChg chg="del">
          <ac:chgData name="Georges MATHIO" userId="1057b68d-d9cf-4cd5-bc4c-3fe68ec33e97" providerId="ADAL" clId="{39450D17-E3D7-439A-ACB3-335371825C2C}" dt="2023-11-16T10:31:06.700" v="0" actId="478"/>
          <ac:picMkLst>
            <pc:docMk/>
            <pc:sldMk cId="2526593619" sldId="256"/>
            <ac:picMk id="1026" creationId="{60C1678B-D500-4D74-69AD-0113607B8896}"/>
          </ac:picMkLst>
        </pc:picChg>
        <pc:picChg chg="add mod">
          <ac:chgData name="Georges MATHIO" userId="1057b68d-d9cf-4cd5-bc4c-3fe68ec33e97" providerId="ADAL" clId="{39450D17-E3D7-439A-ACB3-335371825C2C}" dt="2023-11-20T13:14:59.350" v="678" actId="14100"/>
          <ac:picMkLst>
            <pc:docMk/>
            <pc:sldMk cId="2526593619" sldId="256"/>
            <ac:picMk id="1026" creationId="{67DD3BEA-DF52-C8B4-3B02-9476CB2479EF}"/>
          </ac:picMkLst>
        </pc:picChg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1554076419" sldId="258"/>
        </pc:sldMkLst>
      </pc:sldChg>
      <pc:sldChg chg="addSp modSp mod">
        <pc:chgData name="Georges MATHIO" userId="1057b68d-d9cf-4cd5-bc4c-3fe68ec33e97" providerId="ADAL" clId="{39450D17-E3D7-439A-ACB3-335371825C2C}" dt="2023-11-20T21:40:05.411" v="3215" actId="20577"/>
        <pc:sldMkLst>
          <pc:docMk/>
          <pc:sldMk cId="4100953463" sldId="259"/>
        </pc:sldMkLst>
        <pc:spChg chg="mod">
          <ac:chgData name="Georges MATHIO" userId="1057b68d-d9cf-4cd5-bc4c-3fe68ec33e97" providerId="ADAL" clId="{39450D17-E3D7-439A-ACB3-335371825C2C}" dt="2023-11-20T21:40:05.411" v="3215" actId="20577"/>
          <ac:spMkLst>
            <pc:docMk/>
            <pc:sldMk cId="4100953463" sldId="259"/>
            <ac:spMk id="3" creationId="{B5620FEA-FA3C-B3F6-C2FC-F9D51C3D46CB}"/>
          </ac:spMkLst>
        </pc:spChg>
        <pc:spChg chg="add mod">
          <ac:chgData name="Georges MATHIO" userId="1057b68d-d9cf-4cd5-bc4c-3fe68ec33e97" providerId="ADAL" clId="{39450D17-E3D7-439A-ACB3-335371825C2C}" dt="2023-11-16T10:31:58.684" v="31" actId="1076"/>
          <ac:spMkLst>
            <pc:docMk/>
            <pc:sldMk cId="4100953463" sldId="259"/>
            <ac:spMk id="5" creationId="{D347962B-D315-B05C-458D-C208039433A5}"/>
          </ac:spMkLst>
        </pc:spChg>
        <pc:spChg chg="add mod">
          <ac:chgData name="Georges MATHIO" userId="1057b68d-d9cf-4cd5-bc4c-3fe68ec33e97" providerId="ADAL" clId="{39450D17-E3D7-439A-ACB3-335371825C2C}" dt="2023-11-16T10:32:08.419" v="33" actId="1076"/>
          <ac:spMkLst>
            <pc:docMk/>
            <pc:sldMk cId="4100953463" sldId="259"/>
            <ac:spMk id="6" creationId="{73831E86-022B-3D7B-E5D0-218EB5DAF1AF}"/>
          </ac:spMkLst>
        </pc:spChg>
        <pc:spChg chg="add mod">
          <ac:chgData name="Georges MATHIO" userId="1057b68d-d9cf-4cd5-bc4c-3fe68ec33e97" providerId="ADAL" clId="{39450D17-E3D7-439A-ACB3-335371825C2C}" dt="2023-11-16T10:32:15.466" v="36" actId="1076"/>
          <ac:spMkLst>
            <pc:docMk/>
            <pc:sldMk cId="4100953463" sldId="259"/>
            <ac:spMk id="7" creationId="{9E3B83C3-3E52-1305-A79A-4FCED71A1382}"/>
          </ac:spMkLst>
        </pc:spChg>
        <pc:spChg chg="add mod">
          <ac:chgData name="Georges MATHIO" userId="1057b68d-d9cf-4cd5-bc4c-3fe68ec33e97" providerId="ADAL" clId="{39450D17-E3D7-439A-ACB3-335371825C2C}" dt="2023-11-16T10:32:19.535" v="38" actId="1076"/>
          <ac:spMkLst>
            <pc:docMk/>
            <pc:sldMk cId="4100953463" sldId="259"/>
            <ac:spMk id="8" creationId="{E12ABF3D-8E76-53EA-E6CD-B86762F69BE4}"/>
          </ac:spMkLst>
        </pc:spChg>
        <pc:spChg chg="mod">
          <ac:chgData name="Georges MATHIO" userId="1057b68d-d9cf-4cd5-bc4c-3fe68ec33e97" providerId="ADAL" clId="{39450D17-E3D7-439A-ACB3-335371825C2C}" dt="2023-11-16T10:31:46.982" v="28" actId="14100"/>
          <ac:spMkLst>
            <pc:docMk/>
            <pc:sldMk cId="4100953463" sldId="259"/>
            <ac:spMk id="15" creationId="{6FC2A128-1F70-3E6A-C629-D84FACA0066B}"/>
          </ac:spMkLst>
        </pc:spChg>
        <pc:spChg chg="mod">
          <ac:chgData name="Georges MATHIO" userId="1057b68d-d9cf-4cd5-bc4c-3fe68ec33e97" providerId="ADAL" clId="{39450D17-E3D7-439A-ACB3-335371825C2C}" dt="2023-11-16T10:32:11.195" v="34" actId="1076"/>
          <ac:spMkLst>
            <pc:docMk/>
            <pc:sldMk cId="4100953463" sldId="259"/>
            <ac:spMk id="17" creationId="{6A81EA13-CBCC-947A-51EF-35597D1DA04E}"/>
          </ac:spMkLst>
        </pc:spChg>
        <pc:picChg chg="mod">
          <ac:chgData name="Georges MATHIO" userId="1057b68d-d9cf-4cd5-bc4c-3fe68ec33e97" providerId="ADAL" clId="{39450D17-E3D7-439A-ACB3-335371825C2C}" dt="2023-11-16T10:31:44.198" v="26" actId="1076"/>
          <ac:picMkLst>
            <pc:docMk/>
            <pc:sldMk cId="4100953463" sldId="259"/>
            <ac:picMk id="4" creationId="{C76545A6-7767-C8CC-4CA3-607E4E2EBCC7}"/>
          </ac:picMkLst>
        </pc:picChg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4038555223" sldId="261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234883948" sldId="262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325561610" sldId="263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126206116" sldId="264"/>
        </pc:sldMkLst>
      </pc:sldChg>
      <pc:sldChg chg="del">
        <pc:chgData name="Georges MATHIO" userId="1057b68d-d9cf-4cd5-bc4c-3fe68ec33e97" providerId="ADAL" clId="{39450D17-E3D7-439A-ACB3-335371825C2C}" dt="2023-11-16T10:31:29.419" v="3" actId="47"/>
        <pc:sldMkLst>
          <pc:docMk/>
          <pc:sldMk cId="4123232273" sldId="265"/>
        </pc:sldMkLst>
      </pc:sldChg>
      <pc:sldChg chg="del">
        <pc:chgData name="Georges MATHIO" userId="1057b68d-d9cf-4cd5-bc4c-3fe68ec33e97" providerId="ADAL" clId="{39450D17-E3D7-439A-ACB3-335371825C2C}" dt="2023-11-16T10:32:26.484" v="39" actId="47"/>
        <pc:sldMkLst>
          <pc:docMk/>
          <pc:sldMk cId="31297475" sldId="266"/>
        </pc:sldMkLst>
      </pc:sldChg>
      <pc:sldChg chg="addSp delSp modSp add mod ord">
        <pc:chgData name="Georges MATHIO" userId="1057b68d-d9cf-4cd5-bc4c-3fe68ec33e97" providerId="ADAL" clId="{39450D17-E3D7-439A-ACB3-335371825C2C}" dt="2023-11-20T13:55:53.896" v="1159" actId="1076"/>
        <pc:sldMkLst>
          <pc:docMk/>
          <pc:sldMk cId="1453921559" sldId="266"/>
        </pc:sldMkLst>
        <pc:spChg chg="mod">
          <ac:chgData name="Georges MATHIO" userId="1057b68d-d9cf-4cd5-bc4c-3fe68ec33e97" providerId="ADAL" clId="{39450D17-E3D7-439A-ACB3-335371825C2C}" dt="2023-11-20T13:29:33.129" v="694" actId="20577"/>
          <ac:spMkLst>
            <pc:docMk/>
            <pc:sldMk cId="1453921559" sldId="266"/>
            <ac:spMk id="2" creationId="{8AE1D70E-C040-1542-B36E-7DDF82084F61}"/>
          </ac:spMkLst>
        </pc:spChg>
        <pc:spChg chg="mod">
          <ac:chgData name="Georges MATHIO" userId="1057b68d-d9cf-4cd5-bc4c-3fe68ec33e97" providerId="ADAL" clId="{39450D17-E3D7-439A-ACB3-335371825C2C}" dt="2023-11-20T13:38:22.626" v="1034" actId="1076"/>
          <ac:spMkLst>
            <pc:docMk/>
            <pc:sldMk cId="1453921559" sldId="266"/>
            <ac:spMk id="6" creationId="{F70B845A-EE3D-77EF-ECA9-E34AE1296D4D}"/>
          </ac:spMkLst>
        </pc:spChg>
        <pc:spChg chg="add mod">
          <ac:chgData name="Georges MATHIO" userId="1057b68d-d9cf-4cd5-bc4c-3fe68ec33e97" providerId="ADAL" clId="{39450D17-E3D7-439A-ACB3-335371825C2C}" dt="2023-11-20T13:55:44.907" v="1158" actId="14100"/>
          <ac:spMkLst>
            <pc:docMk/>
            <pc:sldMk cId="1453921559" sldId="266"/>
            <ac:spMk id="7" creationId="{903E20DF-1C44-960F-BE3A-66AC2F325C0E}"/>
          </ac:spMkLst>
        </pc:spChg>
        <pc:spChg chg="del">
          <ac:chgData name="Georges MATHIO" userId="1057b68d-d9cf-4cd5-bc4c-3fe68ec33e97" providerId="ADAL" clId="{39450D17-E3D7-439A-ACB3-335371825C2C}" dt="2023-11-20T13:29:20.841" v="683" actId="478"/>
          <ac:spMkLst>
            <pc:docMk/>
            <pc:sldMk cId="1453921559" sldId="266"/>
            <ac:spMk id="10" creationId="{1BE161CE-9DF2-30A5-CB93-E34BCEEA9E69}"/>
          </ac:spMkLst>
        </pc:spChg>
        <pc:spChg chg="del">
          <ac:chgData name="Georges MATHIO" userId="1057b68d-d9cf-4cd5-bc4c-3fe68ec33e97" providerId="ADAL" clId="{39450D17-E3D7-439A-ACB3-335371825C2C}" dt="2023-11-20T13:29:20.841" v="683" actId="478"/>
          <ac:spMkLst>
            <pc:docMk/>
            <pc:sldMk cId="1453921559" sldId="266"/>
            <ac:spMk id="11" creationId="{3BDEC5D5-BF8E-0204-4176-73A7DB110090}"/>
          </ac:spMkLst>
        </pc:spChg>
        <pc:spChg chg="del">
          <ac:chgData name="Georges MATHIO" userId="1057b68d-d9cf-4cd5-bc4c-3fe68ec33e97" providerId="ADAL" clId="{39450D17-E3D7-439A-ACB3-335371825C2C}" dt="2023-11-20T13:29:24.071" v="684" actId="478"/>
          <ac:spMkLst>
            <pc:docMk/>
            <pc:sldMk cId="1453921559" sldId="266"/>
            <ac:spMk id="12" creationId="{E0568965-B3C1-C522-D042-9FFF0D700724}"/>
          </ac:spMkLst>
        </pc:spChg>
        <pc:picChg chg="add mod">
          <ac:chgData name="Georges MATHIO" userId="1057b68d-d9cf-4cd5-bc4c-3fe68ec33e97" providerId="ADAL" clId="{39450D17-E3D7-439A-ACB3-335371825C2C}" dt="2023-11-20T13:55:53.896" v="1159" actId="1076"/>
          <ac:picMkLst>
            <pc:docMk/>
            <pc:sldMk cId="1453921559" sldId="266"/>
            <ac:picMk id="4" creationId="{830D75AC-AF7C-4431-6B0D-0CA98882A1C9}"/>
          </ac:picMkLst>
        </pc:picChg>
        <pc:picChg chg="del">
          <ac:chgData name="Georges MATHIO" userId="1057b68d-d9cf-4cd5-bc4c-3fe68ec33e97" providerId="ADAL" clId="{39450D17-E3D7-439A-ACB3-335371825C2C}" dt="2023-11-20T13:29:18.011" v="682" actId="478"/>
          <ac:picMkLst>
            <pc:docMk/>
            <pc:sldMk cId="1453921559" sldId="266"/>
            <ac:picMk id="5" creationId="{2DABFAD2-751C-E246-082C-E0E7B0A6048A}"/>
          </ac:picMkLst>
        </pc:picChg>
        <pc:picChg chg="add mod">
          <ac:chgData name="Georges MATHIO" userId="1057b68d-d9cf-4cd5-bc4c-3fe68ec33e97" providerId="ADAL" clId="{39450D17-E3D7-439A-ACB3-335371825C2C}" dt="2023-11-20T13:54:41.198" v="1132" actId="14100"/>
          <ac:picMkLst>
            <pc:docMk/>
            <pc:sldMk cId="1453921559" sldId="266"/>
            <ac:picMk id="2050" creationId="{3F892733-D624-F816-CB20-1102642F0914}"/>
          </ac:picMkLst>
        </pc:picChg>
        <pc:picChg chg="add mod">
          <ac:chgData name="Georges MATHIO" userId="1057b68d-d9cf-4cd5-bc4c-3fe68ec33e97" providerId="ADAL" clId="{39450D17-E3D7-439A-ACB3-335371825C2C}" dt="2023-11-20T13:44:54.022" v="1113" actId="14861"/>
          <ac:picMkLst>
            <pc:docMk/>
            <pc:sldMk cId="1453921559" sldId="266"/>
            <ac:picMk id="2052" creationId="{CA930879-3D2D-DD71-02EB-7EDFE5D23F25}"/>
          </ac:picMkLst>
        </pc:picChg>
        <pc:picChg chg="add mod">
          <ac:chgData name="Georges MATHIO" userId="1057b68d-d9cf-4cd5-bc4c-3fe68ec33e97" providerId="ADAL" clId="{39450D17-E3D7-439A-ACB3-335371825C2C}" dt="2023-11-20T13:54:22.121" v="1127" actId="14861"/>
          <ac:picMkLst>
            <pc:docMk/>
            <pc:sldMk cId="1453921559" sldId="266"/>
            <ac:picMk id="2054" creationId="{C5B47605-7B25-86C1-2815-74F97414BB8D}"/>
          </ac:picMkLst>
        </pc:picChg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108279696" sldId="267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3127245578" sldId="268"/>
        </pc:sldMkLst>
      </pc:sldChg>
      <pc:sldChg chg="del">
        <pc:chgData name="Georges MATHIO" userId="1057b68d-d9cf-4cd5-bc4c-3fe68ec33e97" providerId="ADAL" clId="{39450D17-E3D7-439A-ACB3-335371825C2C}" dt="2023-11-16T10:31:24.658" v="2" actId="47"/>
        <pc:sldMkLst>
          <pc:docMk/>
          <pc:sldMk cId="19484680" sldId="269"/>
        </pc:sldMkLst>
      </pc:sldChg>
      <pc:sldChg chg="del ord">
        <pc:chgData name="Georges MATHIO" userId="1057b68d-d9cf-4cd5-bc4c-3fe68ec33e97" providerId="ADAL" clId="{39450D17-E3D7-439A-ACB3-335371825C2C}" dt="2023-11-20T13:11:03.888" v="671" actId="47"/>
        <pc:sldMkLst>
          <pc:docMk/>
          <pc:sldMk cId="221982814" sldId="270"/>
        </pc:sldMkLst>
      </pc:sldChg>
      <pc:sldChg chg="addSp modSp mod">
        <pc:chgData name="Georges MATHIO" userId="1057b68d-d9cf-4cd5-bc4c-3fe68ec33e97" providerId="ADAL" clId="{39450D17-E3D7-439A-ACB3-335371825C2C}" dt="2023-11-20T22:46:22.712" v="3747" actId="1076"/>
        <pc:sldMkLst>
          <pc:docMk/>
          <pc:sldMk cId="4245620818" sldId="272"/>
        </pc:sldMkLst>
        <pc:spChg chg="mod">
          <ac:chgData name="Georges MATHIO" userId="1057b68d-d9cf-4cd5-bc4c-3fe68ec33e97" providerId="ADAL" clId="{39450D17-E3D7-439A-ACB3-335371825C2C}" dt="2023-11-20T15:13:35.163" v="1743" actId="20577"/>
          <ac:spMkLst>
            <pc:docMk/>
            <pc:sldMk cId="4245620818" sldId="272"/>
            <ac:spMk id="2" creationId="{8AE1D70E-C040-1542-B36E-7DDF82084F61}"/>
          </ac:spMkLst>
        </pc:spChg>
        <pc:spChg chg="mod">
          <ac:chgData name="Georges MATHIO" userId="1057b68d-d9cf-4cd5-bc4c-3fe68ec33e97" providerId="ADAL" clId="{39450D17-E3D7-439A-ACB3-335371825C2C}" dt="2023-11-20T21:20:16.440" v="2786" actId="20577"/>
          <ac:spMkLst>
            <pc:docMk/>
            <pc:sldMk cId="4245620818" sldId="272"/>
            <ac:spMk id="6" creationId="{37E68E50-1F8D-C6EF-3F0A-17CAC14C946D}"/>
          </ac:spMkLst>
        </pc:spChg>
        <pc:picChg chg="add mod">
          <ac:chgData name="Georges MATHIO" userId="1057b68d-d9cf-4cd5-bc4c-3fe68ec33e97" providerId="ADAL" clId="{39450D17-E3D7-439A-ACB3-335371825C2C}" dt="2023-11-20T22:46:22.712" v="3747" actId="1076"/>
          <ac:picMkLst>
            <pc:docMk/>
            <pc:sldMk cId="4245620818" sldId="272"/>
            <ac:picMk id="4" creationId="{051B849A-24A7-7CAA-D93D-2B0D271B42DE}"/>
          </ac:picMkLst>
        </pc:picChg>
      </pc:sldChg>
      <pc:sldChg chg="add">
        <pc:chgData name="Georges MATHIO" userId="1057b68d-d9cf-4cd5-bc4c-3fe68ec33e97" providerId="ADAL" clId="{39450D17-E3D7-439A-ACB3-335371825C2C}" dt="2023-11-20T13:02:13.636" v="383"/>
        <pc:sldMkLst>
          <pc:docMk/>
          <pc:sldMk cId="2902806686" sldId="273"/>
        </pc:sldMkLst>
      </pc:sldChg>
      <pc:sldChg chg="addSp delSp modSp add mod modAnim">
        <pc:chgData name="Georges MATHIO" userId="1057b68d-d9cf-4cd5-bc4c-3fe68ec33e97" providerId="ADAL" clId="{39450D17-E3D7-439A-ACB3-335371825C2C}" dt="2023-11-20T14:47:13.216" v="1396"/>
        <pc:sldMkLst>
          <pc:docMk/>
          <pc:sldMk cId="622942533" sldId="274"/>
        </pc:sldMkLst>
        <pc:spChg chg="mod">
          <ac:chgData name="Georges MATHIO" userId="1057b68d-d9cf-4cd5-bc4c-3fe68ec33e97" providerId="ADAL" clId="{39450D17-E3D7-439A-ACB3-335371825C2C}" dt="2023-11-20T13:41:05.249" v="1090" actId="20577"/>
          <ac:spMkLst>
            <pc:docMk/>
            <pc:sldMk cId="622942533" sldId="274"/>
            <ac:spMk id="2" creationId="{8AE1D70E-C040-1542-B36E-7DDF82084F61}"/>
          </ac:spMkLst>
        </pc:spChg>
        <pc:spChg chg="add mod">
          <ac:chgData name="Georges MATHIO" userId="1057b68d-d9cf-4cd5-bc4c-3fe68ec33e97" providerId="ADAL" clId="{39450D17-E3D7-439A-ACB3-335371825C2C}" dt="2023-11-20T14:46:32.691" v="1340" actId="1076"/>
          <ac:spMkLst>
            <pc:docMk/>
            <pc:sldMk cId="622942533" sldId="274"/>
            <ac:spMk id="3" creationId="{15F323A9-48C3-D674-A8E8-275AD97BEED6}"/>
          </ac:spMkLst>
        </pc:spChg>
        <pc:spChg chg="add mod">
          <ac:chgData name="Georges MATHIO" userId="1057b68d-d9cf-4cd5-bc4c-3fe68ec33e97" providerId="ADAL" clId="{39450D17-E3D7-439A-ACB3-335371825C2C}" dt="2023-11-20T14:13:37.844" v="1196" actId="20577"/>
          <ac:spMkLst>
            <pc:docMk/>
            <pc:sldMk cId="622942533" sldId="274"/>
            <ac:spMk id="5" creationId="{EAA5BBBB-016D-354C-01C9-2BAD8E0B848C}"/>
          </ac:spMkLst>
        </pc:spChg>
        <pc:spChg chg="del">
          <ac:chgData name="Georges MATHIO" userId="1057b68d-d9cf-4cd5-bc4c-3fe68ec33e97" providerId="ADAL" clId="{39450D17-E3D7-439A-ACB3-335371825C2C}" dt="2023-11-20T14:01:25.159" v="1160" actId="478"/>
          <ac:spMkLst>
            <pc:docMk/>
            <pc:sldMk cId="622942533" sldId="274"/>
            <ac:spMk id="6" creationId="{F70B845A-EE3D-77EF-ECA9-E34AE1296D4D}"/>
          </ac:spMkLst>
        </pc:spChg>
        <pc:spChg chg="add mod">
          <ac:chgData name="Georges MATHIO" userId="1057b68d-d9cf-4cd5-bc4c-3fe68ec33e97" providerId="ADAL" clId="{39450D17-E3D7-439A-ACB3-335371825C2C}" dt="2023-11-20T14:46:27.315" v="1336" actId="1076"/>
          <ac:spMkLst>
            <pc:docMk/>
            <pc:sldMk cId="622942533" sldId="274"/>
            <ac:spMk id="7" creationId="{C15FAE2F-FBCE-8E29-2E1D-7CB5506CAA72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8" creationId="{8A2A4BA7-71D2-79D7-ABF7-52F7472C9585}"/>
          </ac:spMkLst>
        </pc:spChg>
        <pc:spChg chg="add mod">
          <ac:chgData name="Georges MATHIO" userId="1057b68d-d9cf-4cd5-bc4c-3fe68ec33e97" providerId="ADAL" clId="{39450D17-E3D7-439A-ACB3-335371825C2C}" dt="2023-11-20T14:20:10.885" v="1240" actId="13822"/>
          <ac:spMkLst>
            <pc:docMk/>
            <pc:sldMk cId="622942533" sldId="274"/>
            <ac:spMk id="9" creationId="{B4AF8AE0-A3F6-3D1C-5AF4-04542F78DC24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10" creationId="{A8C2CC2C-3CDC-205E-8D72-3D7FAACDBE9D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11" creationId="{B7A2D0BC-3BB5-07CE-498A-26B2078ABC59}"/>
          </ac:spMkLst>
        </pc:spChg>
        <pc:spChg chg="add mod">
          <ac:chgData name="Georges MATHIO" userId="1057b68d-d9cf-4cd5-bc4c-3fe68ec33e97" providerId="ADAL" clId="{39450D17-E3D7-439A-ACB3-335371825C2C}" dt="2023-11-20T14:20:10.885" v="1240" actId="13822"/>
          <ac:spMkLst>
            <pc:docMk/>
            <pc:sldMk cId="622942533" sldId="274"/>
            <ac:spMk id="12" creationId="{C522105D-F8F2-79B6-F4DF-E58FE6476781}"/>
          </ac:spMkLst>
        </pc:spChg>
        <pc:spChg chg="add mod">
          <ac:chgData name="Georges MATHIO" userId="1057b68d-d9cf-4cd5-bc4c-3fe68ec33e97" providerId="ADAL" clId="{39450D17-E3D7-439A-ACB3-335371825C2C}" dt="2023-11-20T14:19:54.224" v="1239" actId="13822"/>
          <ac:spMkLst>
            <pc:docMk/>
            <pc:sldMk cId="622942533" sldId="274"/>
            <ac:spMk id="13" creationId="{60AF2783-AF13-EFC2-9DB0-0714DAFBD224}"/>
          </ac:spMkLst>
        </pc:spChg>
        <pc:spChg chg="add mod">
          <ac:chgData name="Georges MATHIO" userId="1057b68d-d9cf-4cd5-bc4c-3fe68ec33e97" providerId="ADAL" clId="{39450D17-E3D7-439A-ACB3-335371825C2C}" dt="2023-11-20T14:46:23.537" v="1334" actId="113"/>
          <ac:spMkLst>
            <pc:docMk/>
            <pc:sldMk cId="622942533" sldId="274"/>
            <ac:spMk id="14" creationId="{8F7E923A-95AD-70A5-E986-AEA33E393AFE}"/>
          </ac:spMkLst>
        </pc:spChg>
        <pc:spChg chg="add mod">
          <ac:chgData name="Georges MATHIO" userId="1057b68d-d9cf-4cd5-bc4c-3fe68ec33e97" providerId="ADAL" clId="{39450D17-E3D7-439A-ACB3-335371825C2C}" dt="2023-11-20T14:47:05.948" v="1395" actId="1076"/>
          <ac:spMkLst>
            <pc:docMk/>
            <pc:sldMk cId="622942533" sldId="274"/>
            <ac:spMk id="15" creationId="{E85475B8-FAE8-9C6C-6319-FBD07B262D9A}"/>
          </ac:spMkLst>
        </pc:spChg>
        <pc:picChg chg="del">
          <ac:chgData name="Georges MATHIO" userId="1057b68d-d9cf-4cd5-bc4c-3fe68ec33e97" providerId="ADAL" clId="{39450D17-E3D7-439A-ACB3-335371825C2C}" dt="2023-11-20T13:40:33.838" v="1063" actId="478"/>
          <ac:picMkLst>
            <pc:docMk/>
            <pc:sldMk cId="622942533" sldId="274"/>
            <ac:picMk id="4" creationId="{830D75AC-AF7C-4431-6B0D-0CA98882A1C9}"/>
          </ac:picMkLst>
        </pc:picChg>
      </pc:sldChg>
      <pc:sldChg chg="addSp delSp modSp add mod modAnim">
        <pc:chgData name="Georges MATHIO" userId="1057b68d-d9cf-4cd5-bc4c-3fe68ec33e97" providerId="ADAL" clId="{39450D17-E3D7-439A-ACB3-335371825C2C}" dt="2023-11-20T14:56:53.138" v="1698"/>
        <pc:sldMkLst>
          <pc:docMk/>
          <pc:sldMk cId="2905654435" sldId="275"/>
        </pc:sldMkLst>
        <pc:spChg chg="mod">
          <ac:chgData name="Georges MATHIO" userId="1057b68d-d9cf-4cd5-bc4c-3fe68ec33e97" providerId="ADAL" clId="{39450D17-E3D7-439A-ACB3-335371825C2C}" dt="2023-11-20T14:42:43.817" v="1255" actId="20577"/>
          <ac:spMkLst>
            <pc:docMk/>
            <pc:sldMk cId="2905654435" sldId="275"/>
            <ac:spMk id="2" creationId="{8AE1D70E-C040-1542-B36E-7DDF82084F61}"/>
          </ac:spMkLst>
        </pc:spChg>
        <pc:spChg chg="add del">
          <ac:chgData name="Georges MATHIO" userId="1057b68d-d9cf-4cd5-bc4c-3fe68ec33e97" providerId="ADAL" clId="{39450D17-E3D7-439A-ACB3-335371825C2C}" dt="2023-11-20T14:40:53.806" v="1246" actId="478"/>
          <ac:spMkLst>
            <pc:docMk/>
            <pc:sldMk cId="2905654435" sldId="275"/>
            <ac:spMk id="3" creationId="{15F323A9-48C3-D674-A8E8-275AD97BEED6}"/>
          </ac:spMkLst>
        </pc:spChg>
        <pc:spChg chg="add mod">
          <ac:chgData name="Georges MATHIO" userId="1057b68d-d9cf-4cd5-bc4c-3fe68ec33e97" providerId="ADAL" clId="{39450D17-E3D7-439A-ACB3-335371825C2C}" dt="2023-11-20T14:56:08.188" v="1694" actId="20577"/>
          <ac:spMkLst>
            <pc:docMk/>
            <pc:sldMk cId="2905654435" sldId="275"/>
            <ac:spMk id="4" creationId="{9D755FB0-0F35-E277-216B-113FD6D86027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5" creationId="{EAA5BBBB-016D-354C-01C9-2BAD8E0B848C}"/>
          </ac:spMkLst>
        </pc:spChg>
        <pc:spChg chg="add mod">
          <ac:chgData name="Georges MATHIO" userId="1057b68d-d9cf-4cd5-bc4c-3fe68ec33e97" providerId="ADAL" clId="{39450D17-E3D7-439A-ACB3-335371825C2C}" dt="2023-11-20T14:56:03.733" v="1693" actId="20577"/>
          <ac:spMkLst>
            <pc:docMk/>
            <pc:sldMk cId="2905654435" sldId="275"/>
            <ac:spMk id="6" creationId="{A57DD7B7-3CC0-E762-76B5-4578B9241E5A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7" creationId="{C15FAE2F-FBCE-8E29-2E1D-7CB5506CAA72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8" creationId="{8A2A4BA7-71D2-79D7-ABF7-52F7472C9585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9" creationId="{B4AF8AE0-A3F6-3D1C-5AF4-04542F78DC24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0" creationId="{A8C2CC2C-3CDC-205E-8D72-3D7FAACDBE9D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1" creationId="{B7A2D0BC-3BB5-07CE-498A-26B2078ABC59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2" creationId="{C522105D-F8F2-79B6-F4DF-E58FE6476781}"/>
          </ac:spMkLst>
        </pc:spChg>
        <pc:spChg chg="del">
          <ac:chgData name="Georges MATHIO" userId="1057b68d-d9cf-4cd5-bc4c-3fe68ec33e97" providerId="ADAL" clId="{39450D17-E3D7-439A-ACB3-335371825C2C}" dt="2023-11-20T14:40:58.487" v="1247" actId="478"/>
          <ac:spMkLst>
            <pc:docMk/>
            <pc:sldMk cId="2905654435" sldId="275"/>
            <ac:spMk id="13" creationId="{60AF2783-AF13-EFC2-9DB0-0714DAFBD224}"/>
          </ac:spMkLst>
        </pc:spChg>
        <pc:picChg chg="add mod">
          <ac:chgData name="Georges MATHIO" userId="1057b68d-d9cf-4cd5-bc4c-3fe68ec33e97" providerId="ADAL" clId="{39450D17-E3D7-439A-ACB3-335371825C2C}" dt="2023-11-20T14:56:28.447" v="1697" actId="1076"/>
          <ac:picMkLst>
            <pc:docMk/>
            <pc:sldMk cId="2905654435" sldId="275"/>
            <ac:picMk id="14" creationId="{DBD8F137-26B6-E1E8-E809-583E0913D590}"/>
          </ac:picMkLst>
        </pc:picChg>
      </pc:sldChg>
      <pc:sldChg chg="addSp modSp add mod">
        <pc:chgData name="Georges MATHIO" userId="1057b68d-d9cf-4cd5-bc4c-3fe68ec33e97" providerId="ADAL" clId="{39450D17-E3D7-439A-ACB3-335371825C2C}" dt="2023-11-20T15:49:13.755" v="2778" actId="6549"/>
        <pc:sldMkLst>
          <pc:docMk/>
          <pc:sldMk cId="3553313518" sldId="276"/>
        </pc:sldMkLst>
        <pc:spChg chg="mod">
          <ac:chgData name="Georges MATHIO" userId="1057b68d-d9cf-4cd5-bc4c-3fe68ec33e97" providerId="ADAL" clId="{39450D17-E3D7-439A-ACB3-335371825C2C}" dt="2023-11-20T15:49:13.755" v="2778" actId="6549"/>
          <ac:spMkLst>
            <pc:docMk/>
            <pc:sldMk cId="3553313518" sldId="276"/>
            <ac:spMk id="2" creationId="{8AE1D70E-C040-1542-B36E-7DDF82084F61}"/>
          </ac:spMkLst>
        </pc:spChg>
        <pc:spChg chg="add mod">
          <ac:chgData name="Georges MATHIO" userId="1057b68d-d9cf-4cd5-bc4c-3fe68ec33e97" providerId="ADAL" clId="{39450D17-E3D7-439A-ACB3-335371825C2C}" dt="2023-11-20T15:48:13.110" v="2722" actId="1076"/>
          <ac:spMkLst>
            <pc:docMk/>
            <pc:sldMk cId="3553313518" sldId="276"/>
            <ac:spMk id="3" creationId="{6E7965A7-7BF5-4DE5-0230-EB46B2D72894}"/>
          </ac:spMkLst>
        </pc:spChg>
        <pc:spChg chg="mod">
          <ac:chgData name="Georges MATHIO" userId="1057b68d-d9cf-4cd5-bc4c-3fe68ec33e97" providerId="ADAL" clId="{39450D17-E3D7-439A-ACB3-335371825C2C}" dt="2023-11-20T15:48:49.125" v="2764" actId="20577"/>
          <ac:spMkLst>
            <pc:docMk/>
            <pc:sldMk cId="3553313518" sldId="276"/>
            <ac:spMk id="6" creationId="{37E68E50-1F8D-C6EF-3F0A-17CAC14C946D}"/>
          </ac:spMkLst>
        </pc:spChg>
      </pc:sldChg>
      <pc:sldChg chg="addSp delSp modSp add mod modAnim">
        <pc:chgData name="Georges MATHIO" userId="1057b68d-d9cf-4cd5-bc4c-3fe68ec33e97" providerId="ADAL" clId="{39450D17-E3D7-439A-ACB3-335371825C2C}" dt="2023-11-20T21:34:04.360" v="3176"/>
        <pc:sldMkLst>
          <pc:docMk/>
          <pc:sldMk cId="674720691" sldId="277"/>
        </pc:sldMkLst>
        <pc:spChg chg="mod">
          <ac:chgData name="Georges MATHIO" userId="1057b68d-d9cf-4cd5-bc4c-3fe68ec33e97" providerId="ADAL" clId="{39450D17-E3D7-439A-ACB3-335371825C2C}" dt="2023-11-20T15:43:38.034" v="2570" actId="20577"/>
          <ac:spMkLst>
            <pc:docMk/>
            <pc:sldMk cId="674720691" sldId="277"/>
            <ac:spMk id="2" creationId="{8AE1D70E-C040-1542-B36E-7DDF82084F61}"/>
          </ac:spMkLst>
        </pc:spChg>
        <pc:spChg chg="add mod">
          <ac:chgData name="Georges MATHIO" userId="1057b68d-d9cf-4cd5-bc4c-3fe68ec33e97" providerId="ADAL" clId="{39450D17-E3D7-439A-ACB3-335371825C2C}" dt="2023-11-20T21:31:24.602" v="3160" actId="1036"/>
          <ac:spMkLst>
            <pc:docMk/>
            <pc:sldMk cId="674720691" sldId="277"/>
            <ac:spMk id="3" creationId="{7FEB959D-04E4-EAA6-806F-99588194F540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4" creationId="{606862C9-ACF5-D9C6-8382-31CFD7F84768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5" creationId="{69E9FEFE-6A56-7D59-1E96-D3331C02DDD8}"/>
          </ac:spMkLst>
        </pc:spChg>
        <pc:spChg chg="mod">
          <ac:chgData name="Georges MATHIO" userId="1057b68d-d9cf-4cd5-bc4c-3fe68ec33e97" providerId="ADAL" clId="{39450D17-E3D7-439A-ACB3-335371825C2C}" dt="2023-11-20T21:29:20.763" v="3022" actId="20577"/>
          <ac:spMkLst>
            <pc:docMk/>
            <pc:sldMk cId="674720691" sldId="277"/>
            <ac:spMk id="6" creationId="{37E68E50-1F8D-C6EF-3F0A-17CAC14C946D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7" creationId="{3965E948-1157-9715-361B-A6D99CF9A047}"/>
          </ac:spMkLst>
        </pc:spChg>
        <pc:spChg chg="add mod">
          <ac:chgData name="Georges MATHIO" userId="1057b68d-d9cf-4cd5-bc4c-3fe68ec33e97" providerId="ADAL" clId="{39450D17-E3D7-439A-ACB3-335371825C2C}" dt="2023-11-20T21:29:38.724" v="3076" actId="1038"/>
          <ac:spMkLst>
            <pc:docMk/>
            <pc:sldMk cId="674720691" sldId="277"/>
            <ac:spMk id="14" creationId="{91BDB012-CDE5-72B6-B333-A54103C57F07}"/>
          </ac:spMkLst>
        </pc:spChg>
        <pc:spChg chg="add mod">
          <ac:chgData name="Georges MATHIO" userId="1057b68d-d9cf-4cd5-bc4c-3fe68ec33e97" providerId="ADAL" clId="{39450D17-E3D7-439A-ACB3-335371825C2C}" dt="2023-11-20T21:30:30.653" v="3103" actId="1076"/>
          <ac:spMkLst>
            <pc:docMk/>
            <pc:sldMk cId="674720691" sldId="277"/>
            <ac:spMk id="20" creationId="{2470D1B9-5894-1D81-2C1D-4A7CC510FE89}"/>
          </ac:spMkLst>
        </pc:spChg>
        <pc:spChg chg="add mod">
          <ac:chgData name="Georges MATHIO" userId="1057b68d-d9cf-4cd5-bc4c-3fe68ec33e97" providerId="ADAL" clId="{39450D17-E3D7-439A-ACB3-335371825C2C}" dt="2023-11-20T21:31:39.381" v="3163" actId="1076"/>
          <ac:spMkLst>
            <pc:docMk/>
            <pc:sldMk cId="674720691" sldId="277"/>
            <ac:spMk id="21" creationId="{28D4F4CE-EE31-8423-23E1-163F265F594E}"/>
          </ac:spMkLst>
        </pc:spChg>
        <pc:cxnChg chg="add del mod">
          <ac:chgData name="Georges MATHIO" userId="1057b68d-d9cf-4cd5-bc4c-3fe68ec33e97" providerId="ADAL" clId="{39450D17-E3D7-439A-ACB3-335371825C2C}" dt="2023-11-20T15:45:07.253" v="2607" actId="11529"/>
          <ac:cxnSpMkLst>
            <pc:docMk/>
            <pc:sldMk cId="674720691" sldId="277"/>
            <ac:cxnSpMk id="9" creationId="{71501A99-1F63-8026-FE57-720D9CCE01D3}"/>
          </ac:cxnSpMkLst>
        </pc:cxnChg>
        <pc:cxnChg chg="add mod">
          <ac:chgData name="Georges MATHIO" userId="1057b68d-d9cf-4cd5-bc4c-3fe68ec33e97" providerId="ADAL" clId="{39450D17-E3D7-439A-ACB3-335371825C2C}" dt="2023-11-20T21:31:24.602" v="3160" actId="1036"/>
          <ac:cxnSpMkLst>
            <pc:docMk/>
            <pc:sldMk cId="674720691" sldId="277"/>
            <ac:cxnSpMk id="11" creationId="{77C0521A-16F7-787E-C6E4-F581CE2964C4}"/>
          </ac:cxnSpMkLst>
        </pc:cxnChg>
        <pc:cxnChg chg="add mod">
          <ac:chgData name="Georges MATHIO" userId="1057b68d-d9cf-4cd5-bc4c-3fe68ec33e97" providerId="ADAL" clId="{39450D17-E3D7-439A-ACB3-335371825C2C}" dt="2023-11-20T21:29:38.724" v="3076" actId="1038"/>
          <ac:cxnSpMkLst>
            <pc:docMk/>
            <pc:sldMk cId="674720691" sldId="277"/>
            <ac:cxnSpMk id="12" creationId="{DB94B314-F351-F07A-E077-C1B5469FE0BB}"/>
          </ac:cxnSpMkLst>
        </pc:cxnChg>
        <pc:cxnChg chg="add mod">
          <ac:chgData name="Georges MATHIO" userId="1057b68d-d9cf-4cd5-bc4c-3fe68ec33e97" providerId="ADAL" clId="{39450D17-E3D7-439A-ACB3-335371825C2C}" dt="2023-11-20T21:29:38.724" v="3076" actId="1038"/>
          <ac:cxnSpMkLst>
            <pc:docMk/>
            <pc:sldMk cId="674720691" sldId="277"/>
            <ac:cxnSpMk id="15" creationId="{6A52DBC4-F888-AC30-EE18-CF16E134E14D}"/>
          </ac:cxnSpMkLst>
        </pc:cxnChg>
        <pc:cxnChg chg="add mod">
          <ac:chgData name="Georges MATHIO" userId="1057b68d-d9cf-4cd5-bc4c-3fe68ec33e97" providerId="ADAL" clId="{39450D17-E3D7-439A-ACB3-335371825C2C}" dt="2023-11-20T21:29:38.724" v="3076" actId="1038"/>
          <ac:cxnSpMkLst>
            <pc:docMk/>
            <pc:sldMk cId="674720691" sldId="277"/>
            <ac:cxnSpMk id="16" creationId="{FB46B9E2-40A3-4508-E1BA-EDDFD52CC671}"/>
          </ac:cxnSpMkLst>
        </pc:cxnChg>
        <pc:cxnChg chg="add mod">
          <ac:chgData name="Georges MATHIO" userId="1057b68d-d9cf-4cd5-bc4c-3fe68ec33e97" providerId="ADAL" clId="{39450D17-E3D7-439A-ACB3-335371825C2C}" dt="2023-11-20T21:31:39.381" v="3163" actId="1076"/>
          <ac:cxnSpMkLst>
            <pc:docMk/>
            <pc:sldMk cId="674720691" sldId="277"/>
            <ac:cxnSpMk id="22" creationId="{9ECCF03A-D17E-3EA5-0DA9-D7CC5D169AE3}"/>
          </ac:cxnSpMkLst>
        </pc:cxnChg>
        <pc:cxnChg chg="add mod">
          <ac:chgData name="Georges MATHIO" userId="1057b68d-d9cf-4cd5-bc4c-3fe68ec33e97" providerId="ADAL" clId="{39450D17-E3D7-439A-ACB3-335371825C2C}" dt="2023-11-20T21:31:48.243" v="3166" actId="14100"/>
          <ac:cxnSpMkLst>
            <pc:docMk/>
            <pc:sldMk cId="674720691" sldId="277"/>
            <ac:cxnSpMk id="30" creationId="{D0A04C74-57EB-0CC9-6210-771E9BC3B2B9}"/>
          </ac:cxnSpMkLst>
        </pc:cxnChg>
      </pc:sldChg>
      <pc:sldChg chg="add del">
        <pc:chgData name="Georges MATHIO" userId="1057b68d-d9cf-4cd5-bc4c-3fe68ec33e97" providerId="ADAL" clId="{39450D17-E3D7-439A-ACB3-335371825C2C}" dt="2023-11-20T15:21:11.153" v="2134"/>
        <pc:sldMkLst>
          <pc:docMk/>
          <pc:sldMk cId="2218267672" sldId="277"/>
        </pc:sldMkLst>
      </pc:sldChg>
      <pc:sldChg chg="add">
        <pc:chgData name="Georges MATHIO" userId="1057b68d-d9cf-4cd5-bc4c-3fe68ec33e97" providerId="ADAL" clId="{39450D17-E3D7-439A-ACB3-335371825C2C}" dt="2023-11-20T15:46:58.312" v="2700"/>
        <pc:sldMkLst>
          <pc:docMk/>
          <pc:sldMk cId="2764676056" sldId="278"/>
        </pc:sldMkLst>
      </pc:sldChg>
      <pc:sldChg chg="addSp delSp modSp add mod">
        <pc:chgData name="Georges MATHIO" userId="1057b68d-d9cf-4cd5-bc4c-3fe68ec33e97" providerId="ADAL" clId="{39450D17-E3D7-439A-ACB3-335371825C2C}" dt="2023-11-20T22:43:47.124" v="3741" actId="20577"/>
        <pc:sldMkLst>
          <pc:docMk/>
          <pc:sldMk cId="3137249021" sldId="279"/>
        </pc:sldMkLst>
        <pc:spChg chg="mod">
          <ac:chgData name="Georges MATHIO" userId="1057b68d-d9cf-4cd5-bc4c-3fe68ec33e97" providerId="ADAL" clId="{39450D17-E3D7-439A-ACB3-335371825C2C}" dt="2023-11-20T21:41:56.992" v="3224" actId="20577"/>
          <ac:spMkLst>
            <pc:docMk/>
            <pc:sldMk cId="3137249021" sldId="279"/>
            <ac:spMk id="2" creationId="{8AE1D70E-C040-1542-B36E-7DDF82084F61}"/>
          </ac:spMkLst>
        </pc:spChg>
        <pc:spChg chg="del">
          <ac:chgData name="Georges MATHIO" userId="1057b68d-d9cf-4cd5-bc4c-3fe68ec33e97" providerId="ADAL" clId="{39450D17-E3D7-439A-ACB3-335371825C2C}" dt="2023-11-20T21:35:14.882" v="3178" actId="478"/>
          <ac:spMkLst>
            <pc:docMk/>
            <pc:sldMk cId="3137249021" sldId="279"/>
            <ac:spMk id="3" creationId="{6E7965A7-7BF5-4DE5-0230-EB46B2D72894}"/>
          </ac:spMkLst>
        </pc:spChg>
        <pc:spChg chg="mod">
          <ac:chgData name="Georges MATHIO" userId="1057b68d-d9cf-4cd5-bc4c-3fe68ec33e97" providerId="ADAL" clId="{39450D17-E3D7-439A-ACB3-335371825C2C}" dt="2023-11-20T22:43:47.124" v="3741" actId="20577"/>
          <ac:spMkLst>
            <pc:docMk/>
            <pc:sldMk cId="3137249021" sldId="279"/>
            <ac:spMk id="6" creationId="{37E68E50-1F8D-C6EF-3F0A-17CAC14C946D}"/>
          </ac:spMkLst>
        </pc:spChg>
        <pc:picChg chg="add mod">
          <ac:chgData name="Georges MATHIO" userId="1057b68d-d9cf-4cd5-bc4c-3fe68ec33e97" providerId="ADAL" clId="{39450D17-E3D7-439A-ACB3-335371825C2C}" dt="2023-11-20T22:36:49.068" v="3718" actId="1076"/>
          <ac:picMkLst>
            <pc:docMk/>
            <pc:sldMk cId="3137249021" sldId="279"/>
            <ac:picMk id="4" creationId="{C483A5BF-10E7-3546-5565-584CC24E5713}"/>
          </ac:picMkLst>
        </pc:picChg>
        <pc:picChg chg="add mod">
          <ac:chgData name="Georges MATHIO" userId="1057b68d-d9cf-4cd5-bc4c-3fe68ec33e97" providerId="ADAL" clId="{39450D17-E3D7-439A-ACB3-335371825C2C}" dt="2023-11-20T22:08:46.712" v="3346" actId="1038"/>
          <ac:picMkLst>
            <pc:docMk/>
            <pc:sldMk cId="3137249021" sldId="279"/>
            <ac:picMk id="1026" creationId="{496A5E92-0BCC-AA93-20C3-9C410A4946D2}"/>
          </ac:picMkLst>
        </pc:picChg>
      </pc:sldChg>
      <pc:sldChg chg="addSp delSp modSp add del mod">
        <pc:chgData name="Georges MATHIO" userId="1057b68d-d9cf-4cd5-bc4c-3fe68ec33e97" providerId="ADAL" clId="{39450D17-E3D7-439A-ACB3-335371825C2C}" dt="2023-11-20T22:36:52.196" v="3719" actId="47"/>
        <pc:sldMkLst>
          <pc:docMk/>
          <pc:sldMk cId="1569260676" sldId="280"/>
        </pc:sldMkLst>
        <pc:spChg chg="mod">
          <ac:chgData name="Georges MATHIO" userId="1057b68d-d9cf-4cd5-bc4c-3fe68ec33e97" providerId="ADAL" clId="{39450D17-E3D7-439A-ACB3-335371825C2C}" dt="2023-11-20T22:16:06.888" v="3625" actId="20577"/>
          <ac:spMkLst>
            <pc:docMk/>
            <pc:sldMk cId="1569260676" sldId="280"/>
            <ac:spMk id="2" creationId="{8AE1D70E-C040-1542-B36E-7DDF82084F61}"/>
          </ac:spMkLst>
        </pc:spChg>
        <pc:spChg chg="mod">
          <ac:chgData name="Georges MATHIO" userId="1057b68d-d9cf-4cd5-bc4c-3fe68ec33e97" providerId="ADAL" clId="{39450D17-E3D7-439A-ACB3-335371825C2C}" dt="2023-11-20T22:22:11.564" v="3705" actId="20577"/>
          <ac:spMkLst>
            <pc:docMk/>
            <pc:sldMk cId="1569260676" sldId="280"/>
            <ac:spMk id="6" creationId="{37E68E50-1F8D-C6EF-3F0A-17CAC14C946D}"/>
          </ac:spMkLst>
        </pc:spChg>
        <pc:picChg chg="del">
          <ac:chgData name="Georges MATHIO" userId="1057b68d-d9cf-4cd5-bc4c-3fe68ec33e97" providerId="ADAL" clId="{39450D17-E3D7-439A-ACB3-335371825C2C}" dt="2023-11-20T22:16:12.173" v="3626" actId="478"/>
          <ac:picMkLst>
            <pc:docMk/>
            <pc:sldMk cId="1569260676" sldId="280"/>
            <ac:picMk id="1026" creationId="{496A5E92-0BCC-AA93-20C3-9C410A4946D2}"/>
          </ac:picMkLst>
        </pc:picChg>
        <pc:picChg chg="add mod">
          <ac:chgData name="Georges MATHIO" userId="1057b68d-d9cf-4cd5-bc4c-3fe68ec33e97" providerId="ADAL" clId="{39450D17-E3D7-439A-ACB3-335371825C2C}" dt="2023-11-20T22:29:24.808" v="3715" actId="1440"/>
          <ac:picMkLst>
            <pc:docMk/>
            <pc:sldMk cId="1569260676" sldId="280"/>
            <ac:picMk id="2050" creationId="{763B9B27-77FE-D7E0-EE8C-BDBA75A60FF3}"/>
          </ac:picMkLst>
        </pc:picChg>
      </pc:sldChg>
    </pc:docChg>
  </pc:docChgLst>
  <pc:docChgLst>
    <pc:chgData name="Georges MATHIO" userId="1057b68d-d9cf-4cd5-bc4c-3fe68ec33e97" providerId="ADAL" clId="{74D0B0F2-80C9-4D90-B923-2013230C3F99}"/>
    <pc:docChg chg="undo redo custSel addSld modSld">
      <pc:chgData name="Georges MATHIO" userId="1057b68d-d9cf-4cd5-bc4c-3fe68ec33e97" providerId="ADAL" clId="{74D0B0F2-80C9-4D90-B923-2013230C3F99}" dt="2023-11-16T10:28:07.458" v="1569" actId="20577"/>
      <pc:docMkLst>
        <pc:docMk/>
      </pc:docMkLst>
      <pc:sldChg chg="modSp mod">
        <pc:chgData name="Georges MATHIO" userId="1057b68d-d9cf-4cd5-bc4c-3fe68ec33e97" providerId="ADAL" clId="{74D0B0F2-80C9-4D90-B923-2013230C3F99}" dt="2023-11-16T10:22:56.176" v="1451" actId="14100"/>
        <pc:sldMkLst>
          <pc:docMk/>
          <pc:sldMk cId="3325561610" sldId="263"/>
        </pc:sldMkLst>
        <pc:spChg chg="mod">
          <ac:chgData name="Georges MATHIO" userId="1057b68d-d9cf-4cd5-bc4c-3fe68ec33e97" providerId="ADAL" clId="{74D0B0F2-80C9-4D90-B923-2013230C3F99}" dt="2023-11-16T10:22:56.176" v="1451" actId="14100"/>
          <ac:spMkLst>
            <pc:docMk/>
            <pc:sldMk cId="3325561610" sldId="263"/>
            <ac:spMk id="14" creationId="{1BC36406-F20D-655C-3ABF-4FE17415DAD3}"/>
          </ac:spMkLst>
        </pc:spChg>
      </pc:sldChg>
      <pc:sldChg chg="addSp delSp modSp mod">
        <pc:chgData name="Georges MATHIO" userId="1057b68d-d9cf-4cd5-bc4c-3fe68ec33e97" providerId="ADAL" clId="{74D0B0F2-80C9-4D90-B923-2013230C3F99}" dt="2023-11-16T09:40:20.241" v="496" actId="164"/>
        <pc:sldMkLst>
          <pc:docMk/>
          <pc:sldMk cId="3126206116" sldId="264"/>
        </pc:sldMkLst>
        <pc:spChg chg="mod">
          <ac:chgData name="Georges MATHIO" userId="1057b68d-d9cf-4cd5-bc4c-3fe68ec33e97" providerId="ADAL" clId="{74D0B0F2-80C9-4D90-B923-2013230C3F99}" dt="2023-11-16T09:21:23.625" v="182" actId="20577"/>
          <ac:spMkLst>
            <pc:docMk/>
            <pc:sldMk cId="3126206116" sldId="264"/>
            <ac:spMk id="2" creationId="{8AE1D70E-C040-1542-B36E-7DDF82084F61}"/>
          </ac:spMkLst>
        </pc:spChg>
        <pc:spChg chg="add mod ord topLvl">
          <ac:chgData name="Georges MATHIO" userId="1057b68d-d9cf-4cd5-bc4c-3fe68ec33e97" providerId="ADAL" clId="{74D0B0F2-80C9-4D90-B923-2013230C3F99}" dt="2023-11-16T09:40:20.241" v="496" actId="164"/>
          <ac:spMkLst>
            <pc:docMk/>
            <pc:sldMk cId="3126206116" sldId="264"/>
            <ac:spMk id="6" creationId="{67034C9D-9798-26DD-4626-C2161CD54E6D}"/>
          </ac:spMkLst>
        </pc:spChg>
        <pc:spChg chg="mod">
          <ac:chgData name="Georges MATHIO" userId="1057b68d-d9cf-4cd5-bc4c-3fe68ec33e97" providerId="ADAL" clId="{74D0B0F2-80C9-4D90-B923-2013230C3F99}" dt="2023-11-16T09:31:52.908" v="249" actId="114"/>
          <ac:spMkLst>
            <pc:docMk/>
            <pc:sldMk cId="3126206116" sldId="264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09:34:40.779" v="378" actId="14100"/>
          <ac:spMkLst>
            <pc:docMk/>
            <pc:sldMk cId="3126206116" sldId="264"/>
            <ac:spMk id="9" creationId="{7736251F-F389-56CC-95F1-84285A3799C5}"/>
          </ac:spMkLst>
        </pc:spChg>
        <pc:spChg chg="add mod">
          <ac:chgData name="Georges MATHIO" userId="1057b68d-d9cf-4cd5-bc4c-3fe68ec33e97" providerId="ADAL" clId="{74D0B0F2-80C9-4D90-B923-2013230C3F99}" dt="2023-11-16T09:40:08.461" v="495" actId="1076"/>
          <ac:spMkLst>
            <pc:docMk/>
            <pc:sldMk cId="3126206116" sldId="264"/>
            <ac:spMk id="10" creationId="{1E3C2FA1-F564-F943-9C1E-252BD3C34D96}"/>
          </ac:spMkLst>
        </pc:spChg>
        <pc:spChg chg="del mod">
          <ac:chgData name="Georges MATHIO" userId="1057b68d-d9cf-4cd5-bc4c-3fe68ec33e97" providerId="ADAL" clId="{74D0B0F2-80C9-4D90-B923-2013230C3F99}" dt="2023-11-16T09:20:46.682" v="169" actId="478"/>
          <ac:spMkLst>
            <pc:docMk/>
            <pc:sldMk cId="3126206116" sldId="264"/>
            <ac:spMk id="13" creationId="{8218B87D-0E41-47A0-78BC-3ABE6928E532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6" creationId="{CF92936C-E539-5D3F-5451-EB1E7B630AA3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8" creationId="{D7920501-BCA0-5B1C-FBB9-447EADA2DEF9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9" creationId="{888FACEA-D004-1210-B063-E266D2144E90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0" creationId="{B5715C75-0192-DFB2-348D-A86F84D3918E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1" creationId="{A74A963A-179B-F900-B9AD-C88654C00D19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2" creationId="{B0B1FE6B-3E57-2B0C-E45B-3057A9CC0BA3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3" creationId="{82A95F27-3F08-86C9-C95B-9FE3EED9EE17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4" creationId="{FFD6969E-3D04-4751-F13C-9D5656C4B4BC}"/>
          </ac:spMkLst>
        </pc:spChg>
        <pc:grpChg chg="add del mod">
          <ac:chgData name="Georges MATHIO" userId="1057b68d-d9cf-4cd5-bc4c-3fe68ec33e97" providerId="ADAL" clId="{74D0B0F2-80C9-4D90-B923-2013230C3F99}" dt="2023-11-16T09:32:24.819" v="277" actId="478"/>
          <ac:grpSpMkLst>
            <pc:docMk/>
            <pc:sldMk cId="3126206116" sldId="264"/>
            <ac:grpSpMk id="8" creationId="{063CC628-6382-2AD0-CE56-33FEF8C57BDF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1" creationId="{EBC3BAC4-18DF-D768-EBD2-F391739889CA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2" creationId="{ED47C48C-4D5C-5152-7B9C-8DEA8AE1D9BA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4" creationId="{C0F2A1C3-12BF-8728-A9B0-CD07AA655F0C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5" creationId="{DCC9FCC9-AAD0-BA34-BACF-B3F98A4134B8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25" creationId="{88B3FAAC-5257-F61D-E88E-B9BC3E7166C3}"/>
          </ac:grpSpMkLst>
        </pc:grpChg>
        <pc:graphicFrameChg chg="add del mod topLvl modGraphic">
          <ac:chgData name="Georges MATHIO" userId="1057b68d-d9cf-4cd5-bc4c-3fe68ec33e97" providerId="ADAL" clId="{74D0B0F2-80C9-4D90-B923-2013230C3F99}" dt="2023-11-16T09:32:24.819" v="277" actId="478"/>
          <ac:graphicFrameMkLst>
            <pc:docMk/>
            <pc:sldMk cId="3126206116" sldId="264"/>
            <ac:graphicFrameMk id="5" creationId="{43E3118F-312B-6498-044F-A4336D7F341D}"/>
          </ac:graphicFrameMkLst>
        </pc:graphicFrameChg>
        <pc:picChg chg="add del mod">
          <ac:chgData name="Georges MATHIO" userId="1057b68d-d9cf-4cd5-bc4c-3fe68ec33e97" providerId="ADAL" clId="{74D0B0F2-80C9-4D90-B923-2013230C3F99}" dt="2023-11-16T09:13:39.346" v="7" actId="478"/>
          <ac:picMkLst>
            <pc:docMk/>
            <pc:sldMk cId="3126206116" sldId="264"/>
            <ac:picMk id="4" creationId="{998B2EC4-B71B-FA0A-7B09-33A3B72074DD}"/>
          </ac:picMkLst>
        </pc:picChg>
        <pc:picChg chg="del">
          <ac:chgData name="Georges MATHIO" userId="1057b68d-d9cf-4cd5-bc4c-3fe68ec33e97" providerId="ADAL" clId="{74D0B0F2-80C9-4D90-B923-2013230C3F99}" dt="2023-11-16T09:13:37.617" v="6" actId="478"/>
          <ac:picMkLst>
            <pc:docMk/>
            <pc:sldMk cId="3126206116" sldId="264"/>
            <ac:picMk id="17" creationId="{702D9425-DBAB-708B-956B-DE7964B83954}"/>
          </ac:picMkLst>
        </pc:picChg>
      </pc:sldChg>
      <pc:sldChg chg="addSp delSp modSp mod">
        <pc:chgData name="Georges MATHIO" userId="1057b68d-d9cf-4cd5-bc4c-3fe68ec33e97" providerId="ADAL" clId="{74D0B0F2-80C9-4D90-B923-2013230C3F99}" dt="2023-11-16T10:22:43.265" v="1450" actId="167"/>
        <pc:sldMkLst>
          <pc:docMk/>
          <pc:sldMk cId="4123232273" sldId="265"/>
        </pc:sldMkLst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3" creationId="{1B381756-F1F2-8974-2F65-9105C02B8FAD}"/>
          </ac:spMkLst>
        </pc:spChg>
        <pc:spChg chg="mod">
          <ac:chgData name="Georges MATHIO" userId="1057b68d-d9cf-4cd5-bc4c-3fe68ec33e97" providerId="ADAL" clId="{74D0B0F2-80C9-4D90-B923-2013230C3F99}" dt="2023-11-16T10:15:13.502" v="1271"/>
          <ac:spMkLst>
            <pc:docMk/>
            <pc:sldMk cId="4123232273" sldId="265"/>
            <ac:spMk id="5" creationId="{B63B1D52-8B19-200C-93EF-69E1768CDFF0}"/>
          </ac:spMkLst>
        </pc:spChg>
        <pc:spChg chg="del mod">
          <ac:chgData name="Georges MATHIO" userId="1057b68d-d9cf-4cd5-bc4c-3fe68ec33e97" providerId="ADAL" clId="{74D0B0F2-80C9-4D90-B923-2013230C3F99}" dt="2023-11-16T10:15:20.210" v="1273" actId="478"/>
          <ac:spMkLst>
            <pc:docMk/>
            <pc:sldMk cId="4123232273" sldId="265"/>
            <ac:spMk id="7" creationId="{76099145-672A-AD87-68F6-32F4233506B6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8" creationId="{A0A0CF25-6E59-BDEB-68E2-C292003B8ECC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1" creationId="{87E121AE-40CB-FF4A-3110-1D6B5DD86615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2" creationId="{32B88272-F02F-F00A-E94B-3F8ABD24505E}"/>
          </ac:spMkLst>
        </pc:spChg>
        <pc:spChg chg="del">
          <ac:chgData name="Georges MATHIO" userId="1057b68d-d9cf-4cd5-bc4c-3fe68ec33e97" providerId="ADAL" clId="{74D0B0F2-80C9-4D90-B923-2013230C3F99}" dt="2023-11-16T10:14:50.914" v="1229" actId="478"/>
          <ac:spMkLst>
            <pc:docMk/>
            <pc:sldMk cId="4123232273" sldId="265"/>
            <ac:spMk id="13" creationId="{8218B87D-0E41-47A0-78BC-3ABE6928E532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4" creationId="{C51A57B4-96B2-2435-CECE-A0D65732E23F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6" creationId="{2BEFAC3E-0A4A-3985-7E6A-1355795E4582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7" creationId="{2B92DF91-3C6C-F541-A6A0-8E9B4C35B15C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8" creationId="{45A854B4-F282-E51A-7701-488D5E2EDEFA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9" creationId="{81F945C6-C870-88AC-9A51-9991C4A6EA6E}"/>
          </ac:spMkLst>
        </pc:spChg>
        <pc:spChg chg="add mod">
          <ac:chgData name="Georges MATHIO" userId="1057b68d-d9cf-4cd5-bc4c-3fe68ec33e97" providerId="ADAL" clId="{74D0B0F2-80C9-4D90-B923-2013230C3F99}" dt="2023-11-16T10:21:59.944" v="1443" actId="20577"/>
          <ac:spMkLst>
            <pc:docMk/>
            <pc:sldMk cId="4123232273" sldId="265"/>
            <ac:spMk id="20" creationId="{BF993B4F-0D6A-F35A-7518-CEF0B1EBB6E9}"/>
          </ac:spMkLst>
        </pc:spChg>
        <pc:spChg chg="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22" creationId="{B0A3B771-0D2A-D4E3-A4F2-AC4D6DDF1A91}"/>
          </ac:spMkLst>
        </pc:spChg>
        <pc:spChg chg="add del mod">
          <ac:chgData name="Georges MATHIO" userId="1057b68d-d9cf-4cd5-bc4c-3fe68ec33e97" providerId="ADAL" clId="{74D0B0F2-80C9-4D90-B923-2013230C3F99}" dt="2023-11-16T10:22:40.245" v="1448" actId="478"/>
          <ac:spMkLst>
            <pc:docMk/>
            <pc:sldMk cId="4123232273" sldId="265"/>
            <ac:spMk id="24" creationId="{85BD5EC3-95AC-5292-599F-382F746C6409}"/>
          </ac:spMkLst>
        </pc:spChg>
        <pc:spChg chg="add mod">
          <ac:chgData name="Georges MATHIO" userId="1057b68d-d9cf-4cd5-bc4c-3fe68ec33e97" providerId="ADAL" clId="{74D0B0F2-80C9-4D90-B923-2013230C3F99}" dt="2023-11-16T10:18:23.091" v="1309" actId="1076"/>
          <ac:spMkLst>
            <pc:docMk/>
            <pc:sldMk cId="4123232273" sldId="265"/>
            <ac:spMk id="27" creationId="{4C06C3DF-4FD4-2CE8-417F-1C16870D94A7}"/>
          </ac:spMkLst>
        </pc:spChg>
        <pc:spChg chg="add mod">
          <ac:chgData name="Georges MATHIO" userId="1057b68d-d9cf-4cd5-bc4c-3fe68ec33e97" providerId="ADAL" clId="{74D0B0F2-80C9-4D90-B923-2013230C3F99}" dt="2023-11-16T10:19:48.379" v="1351" actId="1076"/>
          <ac:spMkLst>
            <pc:docMk/>
            <pc:sldMk cId="4123232273" sldId="265"/>
            <ac:spMk id="28" creationId="{64D25F29-E0CD-60D4-B9A1-B56E281F8774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29" creationId="{60297AB8-3D09-CA4B-B8CF-D4B4B9E1F462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1" creationId="{0EF129E1-8AC6-7ACA-16F2-CB9063ADDE9A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2" creationId="{6651A90A-A04B-0F3F-D252-8DB68C920950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3" creationId="{A23FB49D-224A-A839-0028-9A5E65B62EB6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4" creationId="{4D1CBCB8-58B7-2B76-7BEE-241690F0BC80}"/>
          </ac:spMkLst>
        </pc:spChg>
        <pc:spChg chg="add mod">
          <ac:chgData name="Georges MATHIO" userId="1057b68d-d9cf-4cd5-bc4c-3fe68ec33e97" providerId="ADAL" clId="{74D0B0F2-80C9-4D90-B923-2013230C3F99}" dt="2023-11-16T10:19:20.938" v="1329" actId="1076"/>
          <ac:spMkLst>
            <pc:docMk/>
            <pc:sldMk cId="4123232273" sldId="265"/>
            <ac:spMk id="35" creationId="{CB1BC54D-03DC-07F7-7396-7278AC24F78E}"/>
          </ac:spMkLst>
        </pc:spChg>
        <pc:spChg chg="add mod">
          <ac:chgData name="Georges MATHIO" userId="1057b68d-d9cf-4cd5-bc4c-3fe68ec33e97" providerId="ADAL" clId="{74D0B0F2-80C9-4D90-B923-2013230C3F99}" dt="2023-11-16T10:19:39.260" v="1350" actId="20577"/>
          <ac:spMkLst>
            <pc:docMk/>
            <pc:sldMk cId="4123232273" sldId="265"/>
            <ac:spMk id="36" creationId="{280069EB-19F4-C8E7-C948-1C6E55BE4592}"/>
          </ac:spMkLst>
        </pc:spChg>
        <pc:spChg chg="add mod ord">
          <ac:chgData name="Georges MATHIO" userId="1057b68d-d9cf-4cd5-bc4c-3fe68ec33e97" providerId="ADAL" clId="{74D0B0F2-80C9-4D90-B923-2013230C3F99}" dt="2023-11-16T10:22:43.265" v="1450" actId="167"/>
          <ac:spMkLst>
            <pc:docMk/>
            <pc:sldMk cId="4123232273" sldId="265"/>
            <ac:spMk id="38" creationId="{231E25A2-811D-6E79-7E4D-BA2AA39366AC}"/>
          </ac:spMkLst>
        </pc:spChg>
        <pc:grpChg chg="add del mod">
          <ac:chgData name="Georges MATHIO" userId="1057b68d-d9cf-4cd5-bc4c-3fe68ec33e97" providerId="ADAL" clId="{74D0B0F2-80C9-4D90-B923-2013230C3F99}" dt="2023-11-16T10:15:17.602" v="1272"/>
          <ac:grpSpMkLst>
            <pc:docMk/>
            <pc:sldMk cId="4123232273" sldId="265"/>
            <ac:grpSpMk id="4" creationId="{4F25CDEC-0818-BD30-AE09-7A07610BF90A}"/>
          </ac:grpSpMkLst>
        </pc:grpChg>
        <pc:grpChg chg="add del mod">
          <ac:chgData name="Georges MATHIO" userId="1057b68d-d9cf-4cd5-bc4c-3fe68ec33e97" providerId="ADAL" clId="{74D0B0F2-80C9-4D90-B923-2013230C3F99}" dt="2023-11-16T10:17:43.002" v="1276" actId="478"/>
          <ac:grpSpMkLst>
            <pc:docMk/>
            <pc:sldMk cId="4123232273" sldId="265"/>
            <ac:grpSpMk id="21" creationId="{ABA6BCC3-F5D9-30AB-5DCF-4F5E13E83392}"/>
          </ac:grpSpMkLst>
        </pc:grpChg>
        <pc:picChg chg="mod">
          <ac:chgData name="Georges MATHIO" userId="1057b68d-d9cf-4cd5-bc4c-3fe68ec33e97" providerId="ADAL" clId="{74D0B0F2-80C9-4D90-B923-2013230C3F99}" dt="2023-11-16T10:15:13.502" v="1271"/>
          <ac:picMkLst>
            <pc:docMk/>
            <pc:sldMk cId="4123232273" sldId="265"/>
            <ac:picMk id="6" creationId="{CAA06953-798B-FD89-F002-7AE7D94B1539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9" creationId="{86EA425E-6254-73EC-8B53-884987EC783C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10" creationId="{82C7879D-79C8-CFF9-AD3B-B0F649C5A9C2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15" creationId="{497531A4-FE3F-BF2A-1BF5-7BDC64837F8C}"/>
          </ac:picMkLst>
        </pc:picChg>
        <pc:picChg chg="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23" creationId="{CEE0BDFA-C86A-3BB4-92CC-97457E267782}"/>
          </ac:picMkLst>
        </pc:picChg>
        <pc:picChg chg="add 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25" creationId="{02820E47-CB2B-E23F-005A-0C22FD312AD7}"/>
          </ac:picMkLst>
        </pc:picChg>
        <pc:picChg chg="add del mod">
          <ac:chgData name="Georges MATHIO" userId="1057b68d-d9cf-4cd5-bc4c-3fe68ec33e97" providerId="ADAL" clId="{74D0B0F2-80C9-4D90-B923-2013230C3F99}" dt="2023-11-16T10:16:48.455" v="1275" actId="478"/>
          <ac:picMkLst>
            <pc:docMk/>
            <pc:sldMk cId="4123232273" sldId="265"/>
            <ac:picMk id="26" creationId="{84338C74-1410-C6A9-436F-90F3D92D3C07}"/>
          </ac:picMkLst>
        </pc:picChg>
        <pc:picChg chg="add 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30" creationId="{A13A3703-D786-C44D-41EC-7A82B7D5B00C}"/>
          </ac:picMkLst>
        </pc:picChg>
        <pc:picChg chg="add mod">
          <ac:chgData name="Georges MATHIO" userId="1057b68d-d9cf-4cd5-bc4c-3fe68ec33e97" providerId="ADAL" clId="{74D0B0F2-80C9-4D90-B923-2013230C3F99}" dt="2023-11-16T10:22:22.981" v="1446" actId="1076"/>
          <ac:picMkLst>
            <pc:docMk/>
            <pc:sldMk cId="4123232273" sldId="265"/>
            <ac:picMk id="37" creationId="{27F32022-E1DA-A388-DBDE-EFA34D915896}"/>
          </ac:picMkLst>
        </pc:picChg>
      </pc:sldChg>
      <pc:sldChg chg="addSp modSp mod">
        <pc:chgData name="Georges MATHIO" userId="1057b68d-d9cf-4cd5-bc4c-3fe68ec33e97" providerId="ADAL" clId="{74D0B0F2-80C9-4D90-B923-2013230C3F99}" dt="2023-11-16T10:24:27.023" v="1459" actId="13822"/>
        <pc:sldMkLst>
          <pc:docMk/>
          <pc:sldMk cId="31297475" sldId="266"/>
        </pc:sldMkLst>
        <pc:spChg chg="mod">
          <ac:chgData name="Georges MATHIO" userId="1057b68d-d9cf-4cd5-bc4c-3fe68ec33e97" providerId="ADAL" clId="{74D0B0F2-80C9-4D90-B923-2013230C3F99}" dt="2023-11-16T10:22:34.617" v="1447" actId="14100"/>
          <ac:spMkLst>
            <pc:docMk/>
            <pc:sldMk cId="31297475" sldId="266"/>
            <ac:spMk id="5" creationId="{7C4E4C7E-84EB-06BE-0C66-5F3CDAE54B77}"/>
          </ac:spMkLst>
        </pc:spChg>
        <pc:spChg chg="add mod">
          <ac:chgData name="Georges MATHIO" userId="1057b68d-d9cf-4cd5-bc4c-3fe68ec33e97" providerId="ADAL" clId="{74D0B0F2-80C9-4D90-B923-2013230C3F99}" dt="2023-11-16T10:14:30.539" v="1227" actId="14100"/>
          <ac:spMkLst>
            <pc:docMk/>
            <pc:sldMk cId="31297475" sldId="266"/>
            <ac:spMk id="6" creationId="{EB0A80AB-157D-E30D-FAD6-87D81676ABF2}"/>
          </ac:spMkLst>
        </pc:spChg>
        <pc:spChg chg="mod">
          <ac:chgData name="Georges MATHIO" userId="1057b68d-d9cf-4cd5-bc4c-3fe68ec33e97" providerId="ADAL" clId="{74D0B0F2-80C9-4D90-B923-2013230C3F99}" dt="2023-11-16T10:13:28.556" v="1178" actId="6549"/>
          <ac:spMkLst>
            <pc:docMk/>
            <pc:sldMk cId="31297475" sldId="266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10:14:01.368" v="1195" actId="1076"/>
          <ac:spMkLst>
            <pc:docMk/>
            <pc:sldMk cId="31297475" sldId="266"/>
            <ac:spMk id="10" creationId="{2BA8DAB4-6348-D533-2353-F60753E23611}"/>
          </ac:spMkLst>
        </pc:spChg>
        <pc:spChg chg="add mod">
          <ac:chgData name="Georges MATHIO" userId="1057b68d-d9cf-4cd5-bc4c-3fe68ec33e97" providerId="ADAL" clId="{74D0B0F2-80C9-4D90-B923-2013230C3F99}" dt="2023-11-16T10:14:16.682" v="1226" actId="14100"/>
          <ac:spMkLst>
            <pc:docMk/>
            <pc:sldMk cId="31297475" sldId="266"/>
            <ac:spMk id="12" creationId="{9E480FDC-B42D-4FDE-661D-9E2475A2C521}"/>
          </ac:spMkLst>
        </pc:spChg>
        <pc:spChg chg="add mod ord">
          <ac:chgData name="Georges MATHIO" userId="1057b68d-d9cf-4cd5-bc4c-3fe68ec33e97" providerId="ADAL" clId="{74D0B0F2-80C9-4D90-B923-2013230C3F99}" dt="2023-11-16T10:24:27.023" v="1459" actId="13822"/>
          <ac:spMkLst>
            <pc:docMk/>
            <pc:sldMk cId="31297475" sldId="266"/>
            <ac:spMk id="13" creationId="{4F192557-EBFF-E8F0-BE66-FD0A1F05D109}"/>
          </ac:spMkLst>
        </pc:spChg>
        <pc:spChg chg="mod">
          <ac:chgData name="Georges MATHIO" userId="1057b68d-d9cf-4cd5-bc4c-3fe68ec33e97" providerId="ADAL" clId="{74D0B0F2-80C9-4D90-B923-2013230C3F99}" dt="2023-11-16T10:14:33.207" v="1228" actId="14100"/>
          <ac:spMkLst>
            <pc:docMk/>
            <pc:sldMk cId="31297475" sldId="266"/>
            <ac:spMk id="15" creationId="{D04B4BC9-DDF7-6475-3E25-E5DCAE23FF69}"/>
          </ac:spMkLst>
        </pc:spChg>
        <pc:spChg chg="mod">
          <ac:chgData name="Georges MATHIO" userId="1057b68d-d9cf-4cd5-bc4c-3fe68ec33e97" providerId="ADAL" clId="{74D0B0F2-80C9-4D90-B923-2013230C3F99}" dt="2023-11-16T10:12:01.374" v="1153" actId="1076"/>
          <ac:spMkLst>
            <pc:docMk/>
            <pc:sldMk cId="31297475" sldId="266"/>
            <ac:spMk id="17" creationId="{151E5549-7C76-7805-34E8-4F2078348751}"/>
          </ac:spMkLst>
        </pc:spChg>
        <pc:picChg chg="mod">
          <ac:chgData name="Georges MATHIO" userId="1057b68d-d9cf-4cd5-bc4c-3fe68ec33e97" providerId="ADAL" clId="{74D0B0F2-80C9-4D90-B923-2013230C3F99}" dt="2023-11-16T10:12:45.196" v="1169" actId="1076"/>
          <ac:picMkLst>
            <pc:docMk/>
            <pc:sldMk cId="31297475" sldId="266"/>
            <ac:picMk id="8" creationId="{C802101E-1488-F0D4-3357-5DF070C00502}"/>
          </ac:picMkLst>
        </pc:picChg>
        <pc:picChg chg="mod">
          <ac:chgData name="Georges MATHIO" userId="1057b68d-d9cf-4cd5-bc4c-3fe68ec33e97" providerId="ADAL" clId="{74D0B0F2-80C9-4D90-B923-2013230C3F99}" dt="2023-11-16T10:11:50.032" v="1148" actId="1076"/>
          <ac:picMkLst>
            <pc:docMk/>
            <pc:sldMk cId="31297475" sldId="266"/>
            <ac:picMk id="16" creationId="{418E9BA0-C4C0-FDFF-BD83-4BAB591CFF1B}"/>
          </ac:picMkLst>
        </pc:picChg>
        <pc:picChg chg="mod">
          <ac:chgData name="Georges MATHIO" userId="1057b68d-d9cf-4cd5-bc4c-3fe68ec33e97" providerId="ADAL" clId="{74D0B0F2-80C9-4D90-B923-2013230C3F99}" dt="2023-11-16T10:12:23.616" v="1158" actId="1076"/>
          <ac:picMkLst>
            <pc:docMk/>
            <pc:sldMk cId="31297475" sldId="266"/>
            <ac:picMk id="1026" creationId="{B3FB479B-D0CD-3AC1-5A3B-3648D16E0BA1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09:51:45.968" v="929" actId="1076"/>
        <pc:sldMkLst>
          <pc:docMk/>
          <pc:sldMk cId="3108279696" sldId="267"/>
        </pc:sldMkLst>
        <pc:spChg chg="mod">
          <ac:chgData name="Georges MATHIO" userId="1057b68d-d9cf-4cd5-bc4c-3fe68ec33e97" providerId="ADAL" clId="{74D0B0F2-80C9-4D90-B923-2013230C3F99}" dt="2023-11-16T09:46:55.397" v="782" actId="20577"/>
          <ac:spMkLst>
            <pc:docMk/>
            <pc:sldMk cId="3108279696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74D0B0F2-80C9-4D90-B923-2013230C3F99}" dt="2023-11-16T09:51:45.968" v="929" actId="1076"/>
          <ac:spMkLst>
            <pc:docMk/>
            <pc:sldMk cId="3108279696" sldId="267"/>
            <ac:spMk id="7" creationId="{76099145-672A-AD87-68F6-32F4233506B6}"/>
          </ac:spMkLst>
        </pc:spChg>
        <pc:spChg chg="mod">
          <ac:chgData name="Georges MATHIO" userId="1057b68d-d9cf-4cd5-bc4c-3fe68ec33e97" providerId="ADAL" clId="{74D0B0F2-80C9-4D90-B923-2013230C3F99}" dt="2023-11-16T09:49:34.580" v="917" actId="1076"/>
          <ac:spMkLst>
            <pc:docMk/>
            <pc:sldMk cId="3108279696" sldId="267"/>
            <ac:spMk id="13" creationId="{8218B87D-0E41-47A0-78BC-3ABE6928E532}"/>
          </ac:spMkLst>
        </pc:spChg>
        <pc:picChg chg="add mod">
          <ac:chgData name="Georges MATHIO" userId="1057b68d-d9cf-4cd5-bc4c-3fe68ec33e97" providerId="ADAL" clId="{74D0B0F2-80C9-4D90-B923-2013230C3F99}" dt="2023-11-16T09:48:36.330" v="904"/>
          <ac:picMkLst>
            <pc:docMk/>
            <pc:sldMk cId="3108279696" sldId="267"/>
            <ac:picMk id="3" creationId="{16F34BA8-A3ED-249C-437B-168A086B161A}"/>
          </ac:picMkLst>
        </pc:picChg>
        <pc:picChg chg="del">
          <ac:chgData name="Georges MATHIO" userId="1057b68d-d9cf-4cd5-bc4c-3fe68ec33e97" providerId="ADAL" clId="{74D0B0F2-80C9-4D90-B923-2013230C3F99}" dt="2023-11-16T09:48:57.507" v="907" actId="478"/>
          <ac:picMkLst>
            <pc:docMk/>
            <pc:sldMk cId="3108279696" sldId="267"/>
            <ac:picMk id="4" creationId="{998B2EC4-B71B-FA0A-7B09-33A3B72074DD}"/>
          </ac:picMkLst>
        </pc:picChg>
        <pc:picChg chg="mod">
          <ac:chgData name="Georges MATHIO" userId="1057b68d-d9cf-4cd5-bc4c-3fe68ec33e97" providerId="ADAL" clId="{74D0B0F2-80C9-4D90-B923-2013230C3F99}" dt="2023-11-16T09:49:31.777" v="916" actId="1076"/>
          <ac:picMkLst>
            <pc:docMk/>
            <pc:sldMk cId="3108279696" sldId="267"/>
            <ac:picMk id="17" creationId="{702D9425-DBAB-708B-956B-DE7964B83954}"/>
          </ac:picMkLst>
        </pc:picChg>
        <pc:picChg chg="add del mod">
          <ac:chgData name="Georges MATHIO" userId="1057b68d-d9cf-4cd5-bc4c-3fe68ec33e97" providerId="ADAL" clId="{74D0B0F2-80C9-4D90-B923-2013230C3F99}" dt="2023-11-16T09:48:56.825" v="906" actId="478"/>
          <ac:picMkLst>
            <pc:docMk/>
            <pc:sldMk cId="3108279696" sldId="267"/>
            <ac:picMk id="1026" creationId="{F7F4F902-DB9B-37AB-464E-F06FA8EBC949}"/>
          </ac:picMkLst>
        </pc:picChg>
        <pc:cxnChg chg="add mod">
          <ac:chgData name="Georges MATHIO" userId="1057b68d-d9cf-4cd5-bc4c-3fe68ec33e97" providerId="ADAL" clId="{74D0B0F2-80C9-4D90-B923-2013230C3F99}" dt="2023-11-16T09:51:16.092" v="926" actId="1076"/>
          <ac:cxnSpMkLst>
            <pc:docMk/>
            <pc:sldMk cId="3108279696" sldId="267"/>
            <ac:cxnSpMk id="6" creationId="{54FD08F0-BC93-89BF-9451-94EAFA10E80C}"/>
          </ac:cxnSpMkLst>
        </pc:cxnChg>
      </pc:sldChg>
      <pc:sldChg chg="addSp delSp modSp add mod">
        <pc:chgData name="Georges MATHIO" userId="1057b68d-d9cf-4cd5-bc4c-3fe68ec33e97" providerId="ADAL" clId="{74D0B0F2-80C9-4D90-B923-2013230C3F99}" dt="2023-11-16T09:46:01.401" v="769" actId="20578"/>
        <pc:sldMkLst>
          <pc:docMk/>
          <pc:sldMk cId="3127245578" sldId="268"/>
        </pc:sldMkLst>
        <pc:spChg chg="add del mod">
          <ac:chgData name="Georges MATHIO" userId="1057b68d-d9cf-4cd5-bc4c-3fe68ec33e97" providerId="ADAL" clId="{74D0B0F2-80C9-4D90-B923-2013230C3F99}" dt="2023-11-16T09:36:15.855" v="442"/>
          <ac:spMkLst>
            <pc:docMk/>
            <pc:sldMk cId="3127245578" sldId="268"/>
            <ac:spMk id="3" creationId="{384F14D5-776E-839C-D1CD-7C4F7AB2B6EB}"/>
          </ac:spMkLst>
        </pc:spChg>
        <pc:spChg chg="mod">
          <ac:chgData name="Georges MATHIO" userId="1057b68d-d9cf-4cd5-bc4c-3fe68ec33e97" providerId="ADAL" clId="{74D0B0F2-80C9-4D90-B923-2013230C3F99}" dt="2023-11-16T09:46:01.401" v="769" actId="20578"/>
          <ac:spMkLst>
            <pc:docMk/>
            <pc:sldMk cId="3127245578" sldId="268"/>
            <ac:spMk id="7" creationId="{76099145-672A-AD87-68F6-32F4233506B6}"/>
          </ac:spMkLst>
        </pc:spChg>
        <pc:grpChg chg="del">
          <ac:chgData name="Georges MATHIO" userId="1057b68d-d9cf-4cd5-bc4c-3fe68ec33e97" providerId="ADAL" clId="{74D0B0F2-80C9-4D90-B923-2013230C3F99}" dt="2023-11-16T09:30:17.317" v="208" actId="478"/>
          <ac:grpSpMkLst>
            <pc:docMk/>
            <pc:sldMk cId="3127245578" sldId="268"/>
            <ac:grpSpMk id="8" creationId="{063CC628-6382-2AD0-CE56-33FEF8C57BDF}"/>
          </ac:grpSpMkLst>
        </pc:grpChg>
        <pc:picChg chg="add del mod">
          <ac:chgData name="Georges MATHIO" userId="1057b68d-d9cf-4cd5-bc4c-3fe68ec33e97" providerId="ADAL" clId="{74D0B0F2-80C9-4D90-B923-2013230C3F99}" dt="2023-11-16T09:39:29.137" v="494"/>
          <ac:picMkLst>
            <pc:docMk/>
            <pc:sldMk cId="3127245578" sldId="268"/>
            <ac:picMk id="9" creationId="{D0FC90B9-B4C4-AEB6-99C8-DD3C4B1B93F1}"/>
          </ac:picMkLst>
        </pc:picChg>
        <pc:picChg chg="add mod">
          <ac:chgData name="Georges MATHIO" userId="1057b68d-d9cf-4cd5-bc4c-3fe68ec33e97" providerId="ADAL" clId="{74D0B0F2-80C9-4D90-B923-2013230C3F99}" dt="2023-11-16T09:40:42.250" v="500" actId="14100"/>
          <ac:picMkLst>
            <pc:docMk/>
            <pc:sldMk cId="3127245578" sldId="268"/>
            <ac:picMk id="11" creationId="{66AA5BF4-4EF6-21D5-446C-D909B37A51BF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10:00:42.573" v="1145" actId="1076"/>
        <pc:sldMkLst>
          <pc:docMk/>
          <pc:sldMk cId="19484680" sldId="269"/>
        </pc:sldMkLst>
        <pc:spChg chg="mod">
          <ac:chgData name="Georges MATHIO" userId="1057b68d-d9cf-4cd5-bc4c-3fe68ec33e97" providerId="ADAL" clId="{74D0B0F2-80C9-4D90-B923-2013230C3F99}" dt="2023-11-16T09:52:05.230" v="941" actId="20577"/>
          <ac:spMkLst>
            <pc:docMk/>
            <pc:sldMk cId="19484680" sldId="269"/>
            <ac:spMk id="2" creationId="{8AE1D70E-C040-1542-B36E-7DDF82084F61}"/>
          </ac:spMkLst>
        </pc:spChg>
        <pc:spChg chg="add mod">
          <ac:chgData name="Georges MATHIO" userId="1057b68d-d9cf-4cd5-bc4c-3fe68ec33e97" providerId="ADAL" clId="{74D0B0F2-80C9-4D90-B923-2013230C3F99}" dt="2023-11-16T10:00:23.041" v="1128" actId="1076"/>
          <ac:spMkLst>
            <pc:docMk/>
            <pc:sldMk cId="19484680" sldId="269"/>
            <ac:spMk id="5" creationId="{3ED02421-F64C-FD7B-6C03-7A7D6452CC5B}"/>
          </ac:spMkLst>
        </pc:spChg>
        <pc:spChg chg="mod">
          <ac:chgData name="Georges MATHIO" userId="1057b68d-d9cf-4cd5-bc4c-3fe68ec33e97" providerId="ADAL" clId="{74D0B0F2-80C9-4D90-B923-2013230C3F99}" dt="2023-11-16T09:52:55.366" v="979" actId="14100"/>
          <ac:spMkLst>
            <pc:docMk/>
            <pc:sldMk cId="19484680" sldId="269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09:58:47.833" v="1086" actId="14100"/>
          <ac:spMkLst>
            <pc:docMk/>
            <pc:sldMk cId="19484680" sldId="269"/>
            <ac:spMk id="9" creationId="{E0210693-9CB5-003B-B5AF-EF68CCC79B8B}"/>
          </ac:spMkLst>
        </pc:spChg>
        <pc:spChg chg="add mod">
          <ac:chgData name="Georges MATHIO" userId="1057b68d-d9cf-4cd5-bc4c-3fe68ec33e97" providerId="ADAL" clId="{74D0B0F2-80C9-4D90-B923-2013230C3F99}" dt="2023-11-16T09:59:09.863" v="1097" actId="20577"/>
          <ac:spMkLst>
            <pc:docMk/>
            <pc:sldMk cId="19484680" sldId="269"/>
            <ac:spMk id="10" creationId="{96C81BED-E922-C027-4979-DFD48A24C6DE}"/>
          </ac:spMkLst>
        </pc:spChg>
        <pc:spChg chg="del">
          <ac:chgData name="Georges MATHIO" userId="1057b68d-d9cf-4cd5-bc4c-3fe68ec33e97" providerId="ADAL" clId="{74D0B0F2-80C9-4D90-B923-2013230C3F99}" dt="2023-11-16T09:51:54.751" v="930" actId="478"/>
          <ac:spMkLst>
            <pc:docMk/>
            <pc:sldMk cId="19484680" sldId="269"/>
            <ac:spMk id="13" creationId="{8218B87D-0E41-47A0-78BC-3ABE6928E532}"/>
          </ac:spMkLst>
        </pc:spChg>
        <pc:spChg chg="add mod">
          <ac:chgData name="Georges MATHIO" userId="1057b68d-d9cf-4cd5-bc4c-3fe68ec33e97" providerId="ADAL" clId="{74D0B0F2-80C9-4D90-B923-2013230C3F99}" dt="2023-11-16T10:00:27.241" v="1130" actId="14100"/>
          <ac:spMkLst>
            <pc:docMk/>
            <pc:sldMk cId="19484680" sldId="269"/>
            <ac:spMk id="14" creationId="{52AD7D46-9C16-9224-BB3F-C582D9F3FC27}"/>
          </ac:spMkLst>
        </pc:spChg>
        <pc:spChg chg="add mod">
          <ac:chgData name="Georges MATHIO" userId="1057b68d-d9cf-4cd5-bc4c-3fe68ec33e97" providerId="ADAL" clId="{74D0B0F2-80C9-4D90-B923-2013230C3F99}" dt="2023-11-16T10:00:35.867" v="1143" actId="20577"/>
          <ac:spMkLst>
            <pc:docMk/>
            <pc:sldMk cId="19484680" sldId="269"/>
            <ac:spMk id="15" creationId="{2F488329-7548-458F-4A97-C8836350EE9F}"/>
          </ac:spMkLst>
        </pc:spChg>
        <pc:picChg chg="mod">
          <ac:chgData name="Georges MATHIO" userId="1057b68d-d9cf-4cd5-bc4c-3fe68ec33e97" providerId="ADAL" clId="{74D0B0F2-80C9-4D90-B923-2013230C3F99}" dt="2023-11-16T09:58:51.495" v="1087" actId="1076"/>
          <ac:picMkLst>
            <pc:docMk/>
            <pc:sldMk cId="19484680" sldId="269"/>
            <ac:picMk id="4" creationId="{998B2EC4-B71B-FA0A-7B09-33A3B72074DD}"/>
          </ac:picMkLst>
        </pc:picChg>
        <pc:picChg chg="add del mod">
          <ac:chgData name="Georges MATHIO" userId="1057b68d-d9cf-4cd5-bc4c-3fe68ec33e97" providerId="ADAL" clId="{74D0B0F2-80C9-4D90-B923-2013230C3F99}" dt="2023-11-16T09:55:11.973" v="1025"/>
          <ac:picMkLst>
            <pc:docMk/>
            <pc:sldMk cId="19484680" sldId="269"/>
            <ac:picMk id="8" creationId="{621E235B-29EF-8168-7F00-468A885EDBD5}"/>
          </ac:picMkLst>
        </pc:picChg>
        <pc:picChg chg="add mod">
          <ac:chgData name="Georges MATHIO" userId="1057b68d-d9cf-4cd5-bc4c-3fe68ec33e97" providerId="ADAL" clId="{74D0B0F2-80C9-4D90-B923-2013230C3F99}" dt="2023-11-16T09:59:33.047" v="1105" actId="1076"/>
          <ac:picMkLst>
            <pc:docMk/>
            <pc:sldMk cId="19484680" sldId="269"/>
            <ac:picMk id="12" creationId="{27336237-4A20-36F3-F7ED-97CF502B39E9}"/>
          </ac:picMkLst>
        </pc:picChg>
        <pc:picChg chg="del">
          <ac:chgData name="Georges MATHIO" userId="1057b68d-d9cf-4cd5-bc4c-3fe68ec33e97" providerId="ADAL" clId="{74D0B0F2-80C9-4D90-B923-2013230C3F99}" dt="2023-11-16T09:51:55.338" v="931" actId="478"/>
          <ac:picMkLst>
            <pc:docMk/>
            <pc:sldMk cId="19484680" sldId="269"/>
            <ac:picMk id="17" creationId="{702D9425-DBAB-708B-956B-DE7964B83954}"/>
          </ac:picMkLst>
        </pc:picChg>
        <pc:picChg chg="mod">
          <ac:chgData name="Georges MATHIO" userId="1057b68d-d9cf-4cd5-bc4c-3fe68ec33e97" providerId="ADAL" clId="{74D0B0F2-80C9-4D90-B923-2013230C3F99}" dt="2023-11-16T09:58:57.681" v="1089" actId="1076"/>
          <ac:picMkLst>
            <pc:docMk/>
            <pc:sldMk cId="19484680" sldId="269"/>
            <ac:picMk id="1026" creationId="{F7F4F902-DB9B-37AB-464E-F06FA8EBC949}"/>
          </ac:picMkLst>
        </pc:picChg>
        <pc:picChg chg="add mod">
          <ac:chgData name="Georges MATHIO" userId="1057b68d-d9cf-4cd5-bc4c-3fe68ec33e97" providerId="ADAL" clId="{74D0B0F2-80C9-4D90-B923-2013230C3F99}" dt="2023-11-16T10:00:42.573" v="1145" actId="1076"/>
          <ac:picMkLst>
            <pc:docMk/>
            <pc:sldMk cId="19484680" sldId="269"/>
            <ac:picMk id="2050" creationId="{B8F0011E-D5B2-3498-8EB9-D3EF76B5F016}"/>
          </ac:picMkLst>
        </pc:picChg>
        <pc:picChg chg="add mod">
          <ac:chgData name="Georges MATHIO" userId="1057b68d-d9cf-4cd5-bc4c-3fe68ec33e97" providerId="ADAL" clId="{74D0B0F2-80C9-4D90-B923-2013230C3F99}" dt="2023-11-16T10:00:20.279" v="1127" actId="1076"/>
          <ac:picMkLst>
            <pc:docMk/>
            <pc:sldMk cId="19484680" sldId="269"/>
            <ac:picMk id="2052" creationId="{FA277F52-6928-139E-2A64-F321857B5535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10:25:18.642" v="1504" actId="14100"/>
        <pc:sldMkLst>
          <pc:docMk/>
          <pc:sldMk cId="221982814" sldId="270"/>
        </pc:sldMkLst>
        <pc:spChg chg="mod">
          <ac:chgData name="Georges MATHIO" userId="1057b68d-d9cf-4cd5-bc4c-3fe68ec33e97" providerId="ADAL" clId="{74D0B0F2-80C9-4D90-B923-2013230C3F99}" dt="2023-11-16T10:23:53.530" v="1454" actId="20577"/>
          <ac:spMkLst>
            <pc:docMk/>
            <pc:sldMk cId="221982814" sldId="270"/>
            <ac:spMk id="2" creationId="{8AE1D70E-C040-1542-B36E-7DDF82084F61}"/>
          </ac:spMkLst>
        </pc:spChg>
        <pc:spChg chg="mod">
          <ac:chgData name="Georges MATHIO" userId="1057b68d-d9cf-4cd5-bc4c-3fe68ec33e97" providerId="ADAL" clId="{74D0B0F2-80C9-4D90-B923-2013230C3F99}" dt="2023-11-16T10:24:58.351" v="1500" actId="20577"/>
          <ac:spMkLst>
            <pc:docMk/>
            <pc:sldMk cId="221982814" sldId="270"/>
            <ac:spMk id="3" creationId="{B5620FEA-FA3C-B3F6-C2FC-F9D51C3D46CB}"/>
          </ac:spMkLst>
        </pc:spChg>
        <pc:picChg chg="del">
          <ac:chgData name="Georges MATHIO" userId="1057b68d-d9cf-4cd5-bc4c-3fe68ec33e97" providerId="ADAL" clId="{74D0B0F2-80C9-4D90-B923-2013230C3F99}" dt="2023-11-16T10:25:14.772" v="1502" actId="478"/>
          <ac:picMkLst>
            <pc:docMk/>
            <pc:sldMk cId="221982814" sldId="270"/>
            <ac:picMk id="4" creationId="{FF4D0297-11AD-5543-7C26-1E9F281AE7D0}"/>
          </ac:picMkLst>
        </pc:picChg>
        <pc:picChg chg="add mod">
          <ac:chgData name="Georges MATHIO" userId="1057b68d-d9cf-4cd5-bc4c-3fe68ec33e97" providerId="ADAL" clId="{74D0B0F2-80C9-4D90-B923-2013230C3F99}" dt="2023-11-16T10:25:18.642" v="1504" actId="14100"/>
          <ac:picMkLst>
            <pc:docMk/>
            <pc:sldMk cId="221982814" sldId="270"/>
            <ac:picMk id="6" creationId="{470A1D53-DC9E-4B59-F221-7BFFE81754D0}"/>
          </ac:picMkLst>
        </pc:picChg>
      </pc:sldChg>
      <pc:sldChg chg="modSp add mod">
        <pc:chgData name="Georges MATHIO" userId="1057b68d-d9cf-4cd5-bc4c-3fe68ec33e97" providerId="ADAL" clId="{74D0B0F2-80C9-4D90-B923-2013230C3F99}" dt="2023-11-16T10:28:07.458" v="1569" actId="20577"/>
        <pc:sldMkLst>
          <pc:docMk/>
          <pc:sldMk cId="4245620818" sldId="272"/>
        </pc:sldMkLst>
        <pc:spChg chg="mod">
          <ac:chgData name="Georges MATHIO" userId="1057b68d-d9cf-4cd5-bc4c-3fe68ec33e97" providerId="ADAL" clId="{74D0B0F2-80C9-4D90-B923-2013230C3F99}" dt="2023-11-16T10:28:07.458" v="1569" actId="20577"/>
          <ac:spMkLst>
            <pc:docMk/>
            <pc:sldMk cId="4245620818" sldId="27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6D4A76E6-2474-ECF3-B8E0-58D8FF6ABAE5}"/>
    <pc:docChg chg="addSld modSld">
      <pc:chgData name="Georges MATHIO" userId="S::georges.mathio@estia.fr::1057b68d-d9cf-4cd5-bc4c-3fe68ec33e97" providerId="AD" clId="Web-{6D4A76E6-2474-ECF3-B8E0-58D8FF6ABAE5}" dt="2023-12-05T08:01:58.015" v="25" actId="1076"/>
      <pc:docMkLst>
        <pc:docMk/>
      </pc:docMkLst>
      <pc:sldChg chg="modSp">
        <pc:chgData name="Georges MATHIO" userId="S::georges.mathio@estia.fr::1057b68d-d9cf-4cd5-bc4c-3fe68ec33e97" providerId="AD" clId="Web-{6D4A76E6-2474-ECF3-B8E0-58D8FF6ABAE5}" dt="2023-12-05T08:01:58.015" v="25" actId="1076"/>
        <pc:sldMkLst>
          <pc:docMk/>
          <pc:sldMk cId="2764676056" sldId="278"/>
        </pc:sldMkLst>
        <pc:spChg chg="mod">
          <ac:chgData name="Georges MATHIO" userId="S::georges.mathio@estia.fr::1057b68d-d9cf-4cd5-bc4c-3fe68ec33e97" providerId="AD" clId="Web-{6D4A76E6-2474-ECF3-B8E0-58D8FF6ABAE5}" dt="2023-12-05T08:01:10.483" v="8" actId="20577"/>
          <ac:spMkLst>
            <pc:docMk/>
            <pc:sldMk cId="2764676056" sldId="278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6D4A76E6-2474-ECF3-B8E0-58D8FF6ABAE5}" dt="2023-12-05T08:01:58.015" v="25" actId="1076"/>
          <ac:spMkLst>
            <pc:docMk/>
            <pc:sldMk cId="2764676056" sldId="278"/>
            <ac:spMk id="6" creationId="{37E68E50-1F8D-C6EF-3F0A-17CAC14C946D}"/>
          </ac:spMkLst>
        </pc:spChg>
      </pc:sldChg>
      <pc:sldChg chg="add replId">
        <pc:chgData name="Georges MATHIO" userId="S::georges.mathio@estia.fr::1057b68d-d9cf-4cd5-bc4c-3fe68ec33e97" providerId="AD" clId="Web-{6D4A76E6-2474-ECF3-B8E0-58D8FF6ABAE5}" dt="2023-12-05T08:00:50.529" v="0"/>
        <pc:sldMkLst>
          <pc:docMk/>
          <pc:sldMk cId="2656620523" sldId="279"/>
        </pc:sldMkLst>
      </pc:sldChg>
    </pc:docChg>
  </pc:docChgLst>
  <pc:docChgLst>
    <pc:chgData name="Georges MATHIO" userId="S::georges.mathio@estia.fr::1057b68d-d9cf-4cd5-bc4c-3fe68ec33e97" providerId="AD" clId="Web-{C2E5DA88-77EB-8097-0DB3-17B7E74835BF}"/>
    <pc:docChg chg="modSld">
      <pc:chgData name="Georges MATHIO" userId="S::georges.mathio@estia.fr::1057b68d-d9cf-4cd5-bc4c-3fe68ec33e97" providerId="AD" clId="Web-{C2E5DA88-77EB-8097-0DB3-17B7E74835BF}" dt="2023-12-04T15:15:18.041" v="9" actId="20577"/>
      <pc:docMkLst>
        <pc:docMk/>
      </pc:docMkLst>
      <pc:sldChg chg="modSp">
        <pc:chgData name="Georges MATHIO" userId="S::georges.mathio@estia.fr::1057b68d-d9cf-4cd5-bc4c-3fe68ec33e97" providerId="AD" clId="Web-{C2E5DA88-77EB-8097-0DB3-17B7E74835BF}" dt="2023-12-04T15:15:18.041" v="9" actId="20577"/>
        <pc:sldMkLst>
          <pc:docMk/>
          <pc:sldMk cId="4100953463" sldId="259"/>
        </pc:sldMkLst>
        <pc:spChg chg="mod">
          <ac:chgData name="Georges MATHIO" userId="S::georges.mathio@estia.fr::1057b68d-d9cf-4cd5-bc4c-3fe68ec33e97" providerId="AD" clId="Web-{C2E5DA88-77EB-8097-0DB3-17B7E74835BF}" dt="2023-12-04T15:15:18.041" v="9" actId="20577"/>
          <ac:spMkLst>
            <pc:docMk/>
            <pc:sldMk cId="4100953463" sldId="259"/>
            <ac:spMk id="3" creationId="{B5620FEA-FA3C-B3F6-C2FC-F9D51C3D46CB}"/>
          </ac:spMkLst>
        </pc:spChg>
      </pc:sldChg>
    </pc:docChg>
  </pc:docChgLst>
  <pc:docChgLst>
    <pc:chgData name="Georges MATHIO" userId="S::georges.mathio@estia.fr::1057b68d-d9cf-4cd5-bc4c-3fe68ec33e97" providerId="AD" clId="Web-{5705B246-C921-8CAA-BA19-95B6B75449F7}"/>
    <pc:docChg chg="delSld">
      <pc:chgData name="Georges MATHIO" userId="S::georges.mathio@estia.fr::1057b68d-d9cf-4cd5-bc4c-3fe68ec33e97" providerId="AD" clId="Web-{5705B246-C921-8CAA-BA19-95B6B75449F7}" dt="2023-12-03T22:15:44.345" v="3"/>
      <pc:docMkLst>
        <pc:docMk/>
      </pc:docMkLst>
      <pc:sldChg chg="del">
        <pc:chgData name="Georges MATHIO" userId="S::georges.mathio@estia.fr::1057b68d-d9cf-4cd5-bc4c-3fe68ec33e97" providerId="AD" clId="Web-{5705B246-C921-8CAA-BA19-95B6B75449F7}" dt="2023-12-03T22:15:14.376" v="0"/>
        <pc:sldMkLst>
          <pc:docMk/>
          <pc:sldMk cId="4245620818" sldId="272"/>
        </pc:sldMkLst>
      </pc:sldChg>
      <pc:sldChg chg="del">
        <pc:chgData name="Georges MATHIO" userId="S::georges.mathio@estia.fr::1057b68d-d9cf-4cd5-bc4c-3fe68ec33e97" providerId="AD" clId="Web-{5705B246-C921-8CAA-BA19-95B6B75449F7}" dt="2023-12-03T22:15:44.345" v="3"/>
        <pc:sldMkLst>
          <pc:docMk/>
          <pc:sldMk cId="3553313518" sldId="276"/>
        </pc:sldMkLst>
      </pc:sldChg>
      <pc:sldChg chg="del">
        <pc:chgData name="Georges MATHIO" userId="S::georges.mathio@estia.fr::1057b68d-d9cf-4cd5-bc4c-3fe68ec33e97" providerId="AD" clId="Web-{5705B246-C921-8CAA-BA19-95B6B75449F7}" dt="2023-12-03T22:15:22.157" v="1"/>
        <pc:sldMkLst>
          <pc:docMk/>
          <pc:sldMk cId="674720691" sldId="277"/>
        </pc:sldMkLst>
      </pc:sldChg>
      <pc:sldChg chg="del">
        <pc:chgData name="Georges MATHIO" userId="S::georges.mathio@estia.fr::1057b68d-d9cf-4cd5-bc4c-3fe68ec33e97" providerId="AD" clId="Web-{5705B246-C921-8CAA-BA19-95B6B75449F7}" dt="2023-12-03T22:15:25.954" v="2"/>
        <pc:sldMkLst>
          <pc:docMk/>
          <pc:sldMk cId="3137249021" sldId="279"/>
        </pc:sldMkLst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A4A97A40-9854-4A60-8CD1-F42F3B9151CC}"/>
    <pc:docChg chg="modSld">
      <pc:chgData name="Georges MATHIO" userId="1057b68d-d9cf-4cd5-bc4c-3fe68ec33e97" providerId="ADAL" clId="{A4A97A40-9854-4A60-8CD1-F42F3B9151CC}" dt="2023-11-21T14:07:52.602" v="14"/>
      <pc:docMkLst>
        <pc:docMk/>
      </pc:docMkLst>
      <pc:sldChg chg="addSp delSp modSp">
        <pc:chgData name="Georges MATHIO" userId="1057b68d-d9cf-4cd5-bc4c-3fe68ec33e97" providerId="ADAL" clId="{A4A97A40-9854-4A60-8CD1-F42F3B9151CC}" dt="2023-11-20T22:50:29.207" v="5" actId="1076"/>
        <pc:sldMkLst>
          <pc:docMk/>
          <pc:sldMk cId="2526593619" sldId="256"/>
        </pc:sldMkLst>
        <pc:picChg chg="add mod">
          <ac:chgData name="Georges MATHIO" userId="1057b68d-d9cf-4cd5-bc4c-3fe68ec33e97" providerId="ADAL" clId="{A4A97A40-9854-4A60-8CD1-F42F3B9151CC}" dt="2023-11-20T22:50:29.207" v="5" actId="1076"/>
          <ac:picMkLst>
            <pc:docMk/>
            <pc:sldMk cId="2526593619" sldId="256"/>
            <ac:picMk id="4" creationId="{135621FE-24BE-155D-1550-948A156A2C82}"/>
          </ac:picMkLst>
        </pc:picChg>
        <pc:picChg chg="del">
          <ac:chgData name="Georges MATHIO" userId="1057b68d-d9cf-4cd5-bc4c-3fe68ec33e97" providerId="ADAL" clId="{A4A97A40-9854-4A60-8CD1-F42F3B9151CC}" dt="2023-11-20T22:49:35.143" v="0" actId="478"/>
          <ac:picMkLst>
            <pc:docMk/>
            <pc:sldMk cId="2526593619" sldId="256"/>
            <ac:picMk id="1026" creationId="{67DD3BEA-DF52-C8B4-3B02-9476CB2479EF}"/>
          </ac:picMkLst>
        </pc:picChg>
      </pc:sldChg>
      <pc:sldChg chg="addSp modSp mod modAnim">
        <pc:chgData name="Georges MATHIO" userId="1057b68d-d9cf-4cd5-bc4c-3fe68ec33e97" providerId="ADAL" clId="{A4A97A40-9854-4A60-8CD1-F42F3B9151CC}" dt="2023-11-21T14:07:52.602" v="14"/>
        <pc:sldMkLst>
          <pc:docMk/>
          <pc:sldMk cId="3137249021" sldId="279"/>
        </pc:sldMkLst>
        <pc:picChg chg="add mod">
          <ac:chgData name="Georges MATHIO" userId="1057b68d-d9cf-4cd5-bc4c-3fe68ec33e97" providerId="ADAL" clId="{A4A97A40-9854-4A60-8CD1-F42F3B9151CC}" dt="2023-11-21T14:07:47.981" v="13" actId="1076"/>
          <ac:picMkLst>
            <pc:docMk/>
            <pc:sldMk cId="3137249021" sldId="279"/>
            <ac:picMk id="5" creationId="{2ACC0AE2-F4C8-5A86-8C75-7F9163F91F68}"/>
          </ac:picMkLst>
        </pc:picChg>
      </pc:sldChg>
    </pc:docChg>
  </pc:docChgLst>
  <pc:docChgLst>
    <pc:chgData name="Georges MATHIO" userId="1057b68d-d9cf-4cd5-bc4c-3fe68ec33e97" providerId="ADAL" clId="{36B0D515-5B0B-4C87-8BF4-9DD9CF14DB18}"/>
    <pc:docChg chg="undo custSel addSld delSld modSld sldOrd">
      <pc:chgData name="Georges MATHIO" userId="1057b68d-d9cf-4cd5-bc4c-3fe68ec33e97" providerId="ADAL" clId="{36B0D515-5B0B-4C87-8BF4-9DD9CF14DB18}" dt="2023-11-14T18:45:15.898" v="2316" actId="1076"/>
      <pc:docMkLst>
        <pc:docMk/>
      </pc:docMkLst>
      <pc:sldChg chg="addSp modSp mod">
        <pc:chgData name="Georges MATHIO" userId="1057b68d-d9cf-4cd5-bc4c-3fe68ec33e97" providerId="ADAL" clId="{36B0D515-5B0B-4C87-8BF4-9DD9CF14DB18}" dt="2023-11-14T16:05:22.590" v="284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36B0D515-5B0B-4C87-8BF4-9DD9CF14DB18}" dt="2023-11-14T15:53:25.568" v="12" actId="20577"/>
          <ac:spMkLst>
            <pc:docMk/>
            <pc:sldMk cId="2526593619" sldId="256"/>
            <ac:spMk id="3" creationId="{00000000-0000-0000-0000-000000000000}"/>
          </ac:spMkLst>
        </pc:spChg>
        <pc:spChg chg="add mod">
          <ac:chgData name="Georges MATHIO" userId="1057b68d-d9cf-4cd5-bc4c-3fe68ec33e97" providerId="ADAL" clId="{36B0D515-5B0B-4C87-8BF4-9DD9CF14DB18}" dt="2023-11-14T16:05:22.590" v="284" actId="20577"/>
          <ac:spMkLst>
            <pc:docMk/>
            <pc:sldMk cId="2526593619" sldId="256"/>
            <ac:spMk id="4" creationId="{886AE77A-FE6C-3A37-B98C-0FFBF79AA578}"/>
          </ac:spMkLst>
        </pc:spChg>
        <pc:picChg chg="add mod">
          <ac:chgData name="Georges MATHIO" userId="1057b68d-d9cf-4cd5-bc4c-3fe68ec33e97" providerId="ADAL" clId="{36B0D515-5B0B-4C87-8BF4-9DD9CF14DB18}" dt="2023-11-14T15:59:20.340" v="96" actId="1076"/>
          <ac:picMkLst>
            <pc:docMk/>
            <pc:sldMk cId="2526593619" sldId="256"/>
            <ac:picMk id="1026" creationId="{60C1678B-D500-4D74-69AD-0113607B8896}"/>
          </ac:picMkLst>
        </pc:picChg>
      </pc:sldChg>
      <pc:sldChg chg="addSp delSp modSp mod">
        <pc:chgData name="Georges MATHIO" userId="1057b68d-d9cf-4cd5-bc4c-3fe68ec33e97" providerId="ADAL" clId="{36B0D515-5B0B-4C87-8BF4-9DD9CF14DB18}" dt="2023-11-14T16:44:52.416" v="1462" actId="14100"/>
        <pc:sldMkLst>
          <pc:docMk/>
          <pc:sldMk cId="1554076419" sldId="258"/>
        </pc:sldMkLst>
        <pc:spChg chg="mod">
          <ac:chgData name="Georges MATHIO" userId="1057b68d-d9cf-4cd5-bc4c-3fe68ec33e97" providerId="ADAL" clId="{36B0D515-5B0B-4C87-8BF4-9DD9CF14DB18}" dt="2023-11-14T16:01:02.806" v="129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36B0D515-5B0B-4C87-8BF4-9DD9CF14DB18}" dt="2023-11-14T16:15:18.560" v="528" actId="404"/>
          <ac:spMkLst>
            <pc:docMk/>
            <pc:sldMk cId="1554076419" sldId="258"/>
            <ac:spMk id="4" creationId="{5185E7B7-BF77-8FA5-F450-22EF6CADB3AF}"/>
          </ac:spMkLst>
        </pc:spChg>
        <pc:spChg chg="mod">
          <ac:chgData name="Georges MATHIO" userId="1057b68d-d9cf-4cd5-bc4c-3fe68ec33e97" providerId="ADAL" clId="{36B0D515-5B0B-4C87-8BF4-9DD9CF14DB18}" dt="2023-11-14T16:44:49.297" v="1461" actId="1076"/>
          <ac:spMkLst>
            <pc:docMk/>
            <pc:sldMk cId="1554076419" sldId="258"/>
            <ac:spMk id="5" creationId="{EBC66D41-2824-5251-9360-B8C227F88DA6}"/>
          </ac:spMkLst>
        </pc:spChg>
        <pc:spChg chg="mod">
          <ac:chgData name="Georges MATHIO" userId="1057b68d-d9cf-4cd5-bc4c-3fe68ec33e97" providerId="ADAL" clId="{36B0D515-5B0B-4C87-8BF4-9DD9CF14DB18}" dt="2023-11-14T16:41:23.598" v="1361" actId="20577"/>
          <ac:spMkLst>
            <pc:docMk/>
            <pc:sldMk cId="1554076419" sldId="258"/>
            <ac:spMk id="6" creationId="{35FC96DA-A44D-A097-BC28-168510AB2271}"/>
          </ac:spMkLst>
        </pc:spChg>
        <pc:spChg chg="del mod">
          <ac:chgData name="Georges MATHIO" userId="1057b68d-d9cf-4cd5-bc4c-3fe68ec33e97" providerId="ADAL" clId="{36B0D515-5B0B-4C87-8BF4-9DD9CF14DB18}" dt="2023-11-14T16:13:06.565" v="411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36B0D515-5B0B-4C87-8BF4-9DD9CF14DB18}" dt="2023-11-14T16:15:51.230" v="576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36B0D515-5B0B-4C87-8BF4-9DD9CF14DB18}" dt="2023-11-14T16:13:24.062" v="418" actId="478"/>
          <ac:spMkLst>
            <pc:docMk/>
            <pc:sldMk cId="1554076419" sldId="258"/>
            <ac:spMk id="11" creationId="{3538C984-96B3-4E9A-E4F7-3FC99AFA0885}"/>
          </ac:spMkLst>
        </pc:spChg>
        <pc:spChg chg="mod">
          <ac:chgData name="Georges MATHIO" userId="1057b68d-d9cf-4cd5-bc4c-3fe68ec33e97" providerId="ADAL" clId="{36B0D515-5B0B-4C87-8BF4-9DD9CF14DB18}" dt="2023-11-14T16:15:14.804" v="526" actId="1037"/>
          <ac:spMkLst>
            <pc:docMk/>
            <pc:sldMk cId="1554076419" sldId="258"/>
            <ac:spMk id="15" creationId="{1685C597-34CB-D272-A180-F815DAC2AE2C}"/>
          </ac:spMkLst>
        </pc:spChg>
        <pc:spChg chg="mod">
          <ac:chgData name="Georges MATHIO" userId="1057b68d-d9cf-4cd5-bc4c-3fe68ec33e97" providerId="ADAL" clId="{36B0D515-5B0B-4C87-8BF4-9DD9CF14DB18}" dt="2023-11-14T16:44:52.416" v="1462" actId="14100"/>
          <ac:spMkLst>
            <pc:docMk/>
            <pc:sldMk cId="1554076419" sldId="258"/>
            <ac:spMk id="20" creationId="{39F9D3FD-D936-8011-4FE9-236D6D545DC8}"/>
          </ac:spMkLst>
        </pc:spChg>
        <pc:picChg chg="add mod modCrop">
          <ac:chgData name="Georges MATHIO" userId="1057b68d-d9cf-4cd5-bc4c-3fe68ec33e97" providerId="ADAL" clId="{36B0D515-5B0B-4C87-8BF4-9DD9CF14DB18}" dt="2023-11-14T16:11:39.008" v="354" actId="1076"/>
          <ac:picMkLst>
            <pc:docMk/>
            <pc:sldMk cId="1554076419" sldId="258"/>
            <ac:picMk id="3" creationId="{9BBC1E4B-436E-9183-3958-E2B44924467D}"/>
          </ac:picMkLst>
        </pc:picChg>
        <pc:picChg chg="del">
          <ac:chgData name="Georges MATHIO" userId="1057b68d-d9cf-4cd5-bc4c-3fe68ec33e97" providerId="ADAL" clId="{36B0D515-5B0B-4C87-8BF4-9DD9CF14DB18}" dt="2023-11-14T16:10:59.080" v="333" actId="478"/>
          <ac:picMkLst>
            <pc:docMk/>
            <pc:sldMk cId="1554076419" sldId="258"/>
            <ac:picMk id="14" creationId="{DCF32F33-6E31-C54F-B79D-7B935267ADE7}"/>
          </ac:picMkLst>
        </pc:picChg>
      </pc:sldChg>
      <pc:sldChg chg="del">
        <pc:chgData name="Georges MATHIO" userId="1057b68d-d9cf-4cd5-bc4c-3fe68ec33e97" providerId="ADAL" clId="{36B0D515-5B0B-4C87-8BF4-9DD9CF14DB18}" dt="2023-11-14T16:00:22.868" v="105" actId="47"/>
        <pc:sldMkLst>
          <pc:docMk/>
          <pc:sldMk cId="2482283123" sldId="259"/>
        </pc:sldMkLst>
      </pc:sldChg>
      <pc:sldChg chg="delSp modSp add mod ord">
        <pc:chgData name="Georges MATHIO" userId="1057b68d-d9cf-4cd5-bc4c-3fe68ec33e97" providerId="ADAL" clId="{36B0D515-5B0B-4C87-8BF4-9DD9CF14DB18}" dt="2023-11-14T18:35:01.493" v="1749" actId="20577"/>
        <pc:sldMkLst>
          <pc:docMk/>
          <pc:sldMk cId="4100953463" sldId="259"/>
        </pc:sldMkLst>
        <pc:spChg chg="mod">
          <ac:chgData name="Georges MATHIO" userId="1057b68d-d9cf-4cd5-bc4c-3fe68ec33e97" providerId="ADAL" clId="{36B0D515-5B0B-4C87-8BF4-9DD9CF14DB18}" dt="2023-11-14T18:35:01.493" v="1749" actId="20577"/>
          <ac:spMkLst>
            <pc:docMk/>
            <pc:sldMk cId="4100953463" sldId="259"/>
            <ac:spMk id="3" creationId="{B5620FEA-FA3C-B3F6-C2FC-F9D51C3D46CB}"/>
          </ac:spMkLst>
        </pc:spChg>
        <pc:spChg chg="del">
          <ac:chgData name="Georges MATHIO" userId="1057b68d-d9cf-4cd5-bc4c-3fe68ec33e97" providerId="ADAL" clId="{36B0D515-5B0B-4C87-8BF4-9DD9CF14DB18}" dt="2023-11-14T16:02:20.454" v="140" actId="478"/>
          <ac:spMkLst>
            <pc:docMk/>
            <pc:sldMk cId="4100953463" sldId="259"/>
            <ac:spMk id="7" creationId="{78BE014D-713F-E74C-0649-F3C5EEC82304}"/>
          </ac:spMkLst>
        </pc:spChg>
        <pc:spChg chg="mod">
          <ac:chgData name="Georges MATHIO" userId="1057b68d-d9cf-4cd5-bc4c-3fe68ec33e97" providerId="ADAL" clId="{36B0D515-5B0B-4C87-8BF4-9DD9CF14DB18}" dt="2023-11-14T16:01:45.083" v="135" actId="1076"/>
          <ac:spMkLst>
            <pc:docMk/>
            <pc:sldMk cId="4100953463" sldId="259"/>
            <ac:spMk id="15" creationId="{6FC2A128-1F70-3E6A-C629-D84FACA0066B}"/>
          </ac:spMkLst>
        </pc:spChg>
        <pc:spChg chg="del mod">
          <ac:chgData name="Georges MATHIO" userId="1057b68d-d9cf-4cd5-bc4c-3fe68ec33e97" providerId="ADAL" clId="{36B0D515-5B0B-4C87-8BF4-9DD9CF14DB18}" dt="2023-11-14T16:23:08.218" v="695" actId="478"/>
          <ac:spMkLst>
            <pc:docMk/>
            <pc:sldMk cId="4100953463" sldId="259"/>
            <ac:spMk id="16" creationId="{6E1B39EC-EDE0-1A9A-4E38-97F8D7E2166B}"/>
          </ac:spMkLst>
        </pc:spChg>
        <pc:graphicFrameChg chg="del">
          <ac:chgData name="Georges MATHIO" userId="1057b68d-d9cf-4cd5-bc4c-3fe68ec33e97" providerId="ADAL" clId="{36B0D515-5B0B-4C87-8BF4-9DD9CF14DB18}" dt="2023-11-14T16:02:17.276" v="139" actId="478"/>
          <ac:graphicFrameMkLst>
            <pc:docMk/>
            <pc:sldMk cId="4100953463" sldId="259"/>
            <ac:graphicFrameMk id="5" creationId="{1B02244B-B6CD-5308-AC4D-915F0C8E9ECB}"/>
          </ac:graphicFrameMkLst>
        </pc:graphicFrameChg>
        <pc:picChg chg="mod">
          <ac:chgData name="Georges MATHIO" userId="1057b68d-d9cf-4cd5-bc4c-3fe68ec33e97" providerId="ADAL" clId="{36B0D515-5B0B-4C87-8BF4-9DD9CF14DB18}" dt="2023-11-14T16:01:56.873" v="137" actId="1076"/>
          <ac:picMkLst>
            <pc:docMk/>
            <pc:sldMk cId="4100953463" sldId="259"/>
            <ac:picMk id="4" creationId="{C76545A6-7767-C8CC-4CA3-607E4E2EBCC7}"/>
          </ac:picMkLst>
        </pc:picChg>
      </pc:sldChg>
      <pc:sldChg chg="del">
        <pc:chgData name="Georges MATHIO" userId="1057b68d-d9cf-4cd5-bc4c-3fe68ec33e97" providerId="ADAL" clId="{36B0D515-5B0B-4C87-8BF4-9DD9CF14DB18}" dt="2023-11-14T16:00:18.854" v="104" actId="47"/>
        <pc:sldMkLst>
          <pc:docMk/>
          <pc:sldMk cId="319033476" sldId="260"/>
        </pc:sldMkLst>
      </pc:sldChg>
      <pc:sldChg chg="addSp delSp modSp new del mod">
        <pc:chgData name="Georges MATHIO" userId="1057b68d-d9cf-4cd5-bc4c-3fe68ec33e97" providerId="ADAL" clId="{36B0D515-5B0B-4C87-8BF4-9DD9CF14DB18}" dt="2023-11-14T16:54:16.710" v="1697" actId="47"/>
        <pc:sldMkLst>
          <pc:docMk/>
          <pc:sldMk cId="882119868" sldId="260"/>
        </pc:sldMkLst>
        <pc:spChg chg="mod">
          <ac:chgData name="Georges MATHIO" userId="1057b68d-d9cf-4cd5-bc4c-3fe68ec33e97" providerId="ADAL" clId="{36B0D515-5B0B-4C87-8BF4-9DD9CF14DB18}" dt="2023-11-14T16:10:17.618" v="332" actId="1076"/>
          <ac:spMkLst>
            <pc:docMk/>
            <pc:sldMk cId="882119868" sldId="260"/>
            <ac:spMk id="3" creationId="{6B4436DF-B846-02D4-676C-2914056464CF}"/>
          </ac:spMkLst>
        </pc:spChg>
        <pc:picChg chg="add del">
          <ac:chgData name="Georges MATHIO" userId="1057b68d-d9cf-4cd5-bc4c-3fe68ec33e97" providerId="ADAL" clId="{36B0D515-5B0B-4C87-8BF4-9DD9CF14DB18}" dt="2023-11-14T16:22:35.801" v="674" actId="478"/>
          <ac:picMkLst>
            <pc:docMk/>
            <pc:sldMk cId="882119868" sldId="260"/>
            <ac:picMk id="2050" creationId="{93DD4CA9-0195-F1B1-D028-D9A7C7EFFC10}"/>
          </ac:picMkLst>
        </pc:picChg>
      </pc:sldChg>
      <pc:sldChg chg="del">
        <pc:chgData name="Georges MATHIO" userId="1057b68d-d9cf-4cd5-bc4c-3fe68ec33e97" providerId="ADAL" clId="{36B0D515-5B0B-4C87-8BF4-9DD9CF14DB18}" dt="2023-11-14T16:00:17.460" v="103" actId="47"/>
        <pc:sldMkLst>
          <pc:docMk/>
          <pc:sldMk cId="1018468898" sldId="261"/>
        </pc:sldMkLst>
      </pc:sldChg>
      <pc:sldChg chg="addSp delSp modSp add mod modAnim">
        <pc:chgData name="Georges MATHIO" userId="1057b68d-d9cf-4cd5-bc4c-3fe68ec33e97" providerId="ADAL" clId="{36B0D515-5B0B-4C87-8BF4-9DD9CF14DB18}" dt="2023-11-14T16:21:53.866" v="672"/>
        <pc:sldMkLst>
          <pc:docMk/>
          <pc:sldMk cId="4038555223" sldId="261"/>
        </pc:sldMkLst>
        <pc:spChg chg="mod">
          <ac:chgData name="Georges MATHIO" userId="1057b68d-d9cf-4cd5-bc4c-3fe68ec33e97" providerId="ADAL" clId="{36B0D515-5B0B-4C87-8BF4-9DD9CF14DB18}" dt="2023-11-14T16:16:18.529" v="582" actId="20577"/>
          <ac:spMkLst>
            <pc:docMk/>
            <pc:sldMk cId="4038555223" sldId="261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16:21.709" v="583" actId="478"/>
          <ac:spMkLst>
            <pc:docMk/>
            <pc:sldMk cId="4038555223" sldId="261"/>
            <ac:spMk id="4" creationId="{5185E7B7-BF77-8FA5-F450-22EF6CADB3AF}"/>
          </ac:spMkLst>
        </pc:spChg>
        <pc:spChg chg="del">
          <ac:chgData name="Georges MATHIO" userId="1057b68d-d9cf-4cd5-bc4c-3fe68ec33e97" providerId="ADAL" clId="{36B0D515-5B0B-4C87-8BF4-9DD9CF14DB18}" dt="2023-11-14T16:16:22.671" v="584" actId="478"/>
          <ac:spMkLst>
            <pc:docMk/>
            <pc:sldMk cId="4038555223" sldId="261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16:25.154" v="585" actId="478"/>
          <ac:spMkLst>
            <pc:docMk/>
            <pc:sldMk cId="4038555223" sldId="261"/>
            <ac:spMk id="6" creationId="{35FC96DA-A44D-A097-BC28-168510AB2271}"/>
          </ac:spMkLst>
        </pc:spChg>
        <pc:spChg chg="del mod">
          <ac:chgData name="Georges MATHIO" userId="1057b68d-d9cf-4cd5-bc4c-3fe68ec33e97" providerId="ADAL" clId="{36B0D515-5B0B-4C87-8BF4-9DD9CF14DB18}" dt="2023-11-14T16:18:27.132" v="591" actId="478"/>
          <ac:spMkLst>
            <pc:docMk/>
            <pc:sldMk cId="4038555223" sldId="261"/>
            <ac:spMk id="8" creationId="{8C1BBF7E-EA70-9FE6-C90F-A1284432D1C6}"/>
          </ac:spMkLst>
        </pc:spChg>
        <pc:spChg chg="del">
          <ac:chgData name="Georges MATHIO" userId="1057b68d-d9cf-4cd5-bc4c-3fe68ec33e97" providerId="ADAL" clId="{36B0D515-5B0B-4C87-8BF4-9DD9CF14DB18}" dt="2023-11-14T16:16:25.154" v="585" actId="478"/>
          <ac:spMkLst>
            <pc:docMk/>
            <pc:sldMk cId="4038555223" sldId="261"/>
            <ac:spMk id="15" creationId="{1685C597-34CB-D272-A180-F815DAC2AE2C}"/>
          </ac:spMkLst>
        </pc:spChg>
        <pc:spChg chg="del">
          <ac:chgData name="Georges MATHIO" userId="1057b68d-d9cf-4cd5-bc4c-3fe68ec33e97" providerId="ADAL" clId="{36B0D515-5B0B-4C87-8BF4-9DD9CF14DB18}" dt="2023-11-14T16:16:26.978" v="586" actId="478"/>
          <ac:spMkLst>
            <pc:docMk/>
            <pc:sldMk cId="4038555223" sldId="261"/>
            <ac:spMk id="20" creationId="{39F9D3FD-D936-8011-4FE9-236D6D545DC8}"/>
          </ac:spMkLst>
        </pc:spChg>
        <pc:graphicFrameChg chg="add mod modGraphic">
          <ac:chgData name="Georges MATHIO" userId="1057b68d-d9cf-4cd5-bc4c-3fe68ec33e97" providerId="ADAL" clId="{36B0D515-5B0B-4C87-8BF4-9DD9CF14DB18}" dt="2023-11-14T16:20:19.525" v="666" actId="20577"/>
          <ac:graphicFrameMkLst>
            <pc:docMk/>
            <pc:sldMk cId="4038555223" sldId="261"/>
            <ac:graphicFrameMk id="7" creationId="{BD50F0EE-D241-3578-2B7F-4CBECC8E7E0A}"/>
          </ac:graphicFrameMkLst>
        </pc:graphicFrameChg>
        <pc:picChg chg="del">
          <ac:chgData name="Georges MATHIO" userId="1057b68d-d9cf-4cd5-bc4c-3fe68ec33e97" providerId="ADAL" clId="{36B0D515-5B0B-4C87-8BF4-9DD9CF14DB18}" dt="2023-11-14T16:16:25.154" v="585" actId="478"/>
          <ac:picMkLst>
            <pc:docMk/>
            <pc:sldMk cId="4038555223" sldId="261"/>
            <ac:picMk id="3" creationId="{9BBC1E4B-436E-9183-3958-E2B44924467D}"/>
          </ac:picMkLst>
        </pc:picChg>
        <pc:picChg chg="add mod">
          <ac:chgData name="Georges MATHIO" userId="1057b68d-d9cf-4cd5-bc4c-3fe68ec33e97" providerId="ADAL" clId="{36B0D515-5B0B-4C87-8BF4-9DD9CF14DB18}" dt="2023-11-14T16:21:47.873" v="671" actId="1076"/>
          <ac:picMkLst>
            <pc:docMk/>
            <pc:sldMk cId="4038555223" sldId="261"/>
            <ac:picMk id="9" creationId="{B28620E4-38C9-0D6F-8DB4-CFE025BBCD68}"/>
          </ac:picMkLst>
        </pc:picChg>
        <pc:picChg chg="del">
          <ac:chgData name="Georges MATHIO" userId="1057b68d-d9cf-4cd5-bc4c-3fe68ec33e97" providerId="ADAL" clId="{36B0D515-5B0B-4C87-8BF4-9DD9CF14DB18}" dt="2023-11-14T16:16:25.154" v="585" actId="478"/>
          <ac:picMkLst>
            <pc:docMk/>
            <pc:sldMk cId="4038555223" sldId="261"/>
            <ac:picMk id="19" creationId="{532C8E65-911C-75A2-6761-FDED691BB28F}"/>
          </ac:picMkLst>
        </pc:picChg>
      </pc:sldChg>
      <pc:sldChg chg="addSp delSp modSp add mod modAnim">
        <pc:chgData name="Georges MATHIO" userId="1057b68d-d9cf-4cd5-bc4c-3fe68ec33e97" providerId="ADAL" clId="{36B0D515-5B0B-4C87-8BF4-9DD9CF14DB18}" dt="2023-11-14T16:27:23.321" v="836"/>
        <pc:sldMkLst>
          <pc:docMk/>
          <pc:sldMk cId="234883948" sldId="262"/>
        </pc:sldMkLst>
        <pc:spChg chg="mod">
          <ac:chgData name="Georges MATHIO" userId="1057b68d-d9cf-4cd5-bc4c-3fe68ec33e97" providerId="ADAL" clId="{36B0D515-5B0B-4C87-8BF4-9DD9CF14DB18}" dt="2023-11-14T16:23:16.310" v="706" actId="20577"/>
          <ac:spMkLst>
            <pc:docMk/>
            <pc:sldMk cId="234883948" sldId="262"/>
            <ac:spMk id="2" creationId="{8AE1D70E-C040-1542-B36E-7DDF82084F61}"/>
          </ac:spMkLst>
        </pc:spChg>
        <pc:spChg chg="add mod">
          <ac:chgData name="Georges MATHIO" userId="1057b68d-d9cf-4cd5-bc4c-3fe68ec33e97" providerId="ADAL" clId="{36B0D515-5B0B-4C87-8BF4-9DD9CF14DB18}" dt="2023-11-14T16:24:57.800" v="748" actId="1076"/>
          <ac:spMkLst>
            <pc:docMk/>
            <pc:sldMk cId="234883948" sldId="262"/>
            <ac:spMk id="3" creationId="{6134DAB7-CB39-5E7A-7B3F-45D2EE98F8DB}"/>
          </ac:spMkLst>
        </pc:spChg>
        <pc:spChg chg="add mod">
          <ac:chgData name="Georges MATHIO" userId="1057b68d-d9cf-4cd5-bc4c-3fe68ec33e97" providerId="ADAL" clId="{36B0D515-5B0B-4C87-8BF4-9DD9CF14DB18}" dt="2023-11-14T16:25:29.020" v="788" actId="20577"/>
          <ac:spMkLst>
            <pc:docMk/>
            <pc:sldMk cId="234883948" sldId="262"/>
            <ac:spMk id="4" creationId="{FEDB4F87-C0EB-3E65-0D79-FF425C03EA2C}"/>
          </ac:spMkLst>
        </pc:spChg>
        <pc:spChg chg="add mod">
          <ac:chgData name="Georges MATHIO" userId="1057b68d-d9cf-4cd5-bc4c-3fe68ec33e97" providerId="ADAL" clId="{36B0D515-5B0B-4C87-8BF4-9DD9CF14DB18}" dt="2023-11-14T16:25:21.878" v="771" actId="1076"/>
          <ac:spMkLst>
            <pc:docMk/>
            <pc:sldMk cId="234883948" sldId="262"/>
            <ac:spMk id="5" creationId="{786A9D74-E069-46A2-537D-8B67232BEF2F}"/>
          </ac:spMkLst>
        </pc:spChg>
        <pc:spChg chg="add mod">
          <ac:chgData name="Georges MATHIO" userId="1057b68d-d9cf-4cd5-bc4c-3fe68ec33e97" providerId="ADAL" clId="{36B0D515-5B0B-4C87-8BF4-9DD9CF14DB18}" dt="2023-11-14T16:25:53.419" v="812" actId="20577"/>
          <ac:spMkLst>
            <pc:docMk/>
            <pc:sldMk cId="234883948" sldId="262"/>
            <ac:spMk id="6" creationId="{82E2F843-8867-566F-BE90-2FA10092F605}"/>
          </ac:spMkLst>
        </pc:spChg>
        <pc:spChg chg="add mod">
          <ac:chgData name="Georges MATHIO" userId="1057b68d-d9cf-4cd5-bc4c-3fe68ec33e97" providerId="ADAL" clId="{36B0D515-5B0B-4C87-8BF4-9DD9CF14DB18}" dt="2023-11-14T16:26:08.585" v="826" actId="20577"/>
          <ac:spMkLst>
            <pc:docMk/>
            <pc:sldMk cId="234883948" sldId="262"/>
            <ac:spMk id="8" creationId="{7070D807-7EDB-693D-270E-33A74C2F9B70}"/>
          </ac:spMkLst>
        </pc:spChg>
        <pc:graphicFrameChg chg="mod">
          <ac:chgData name="Georges MATHIO" userId="1057b68d-d9cf-4cd5-bc4c-3fe68ec33e97" providerId="ADAL" clId="{36B0D515-5B0B-4C87-8BF4-9DD9CF14DB18}" dt="2023-11-14T16:23:42.245" v="710"/>
          <ac:graphicFrameMkLst>
            <pc:docMk/>
            <pc:sldMk cId="234883948" sldId="262"/>
            <ac:graphicFrameMk id="7" creationId="{BD50F0EE-D241-3578-2B7F-4CBECC8E7E0A}"/>
          </ac:graphicFrameMkLst>
        </pc:graphicFrameChg>
        <pc:picChg chg="del">
          <ac:chgData name="Georges MATHIO" userId="1057b68d-d9cf-4cd5-bc4c-3fe68ec33e97" providerId="ADAL" clId="{36B0D515-5B0B-4C87-8BF4-9DD9CF14DB18}" dt="2023-11-14T16:23:18.803" v="707" actId="478"/>
          <ac:picMkLst>
            <pc:docMk/>
            <pc:sldMk cId="234883948" sldId="262"/>
            <ac:picMk id="9" creationId="{B28620E4-38C9-0D6F-8DB4-CFE025BBCD68}"/>
          </ac:picMkLst>
        </pc:picChg>
      </pc:sldChg>
      <pc:sldChg chg="del">
        <pc:chgData name="Georges MATHIO" userId="1057b68d-d9cf-4cd5-bc4c-3fe68ec33e97" providerId="ADAL" clId="{36B0D515-5B0B-4C87-8BF4-9DD9CF14DB18}" dt="2023-11-14T16:00:15.970" v="102" actId="47"/>
        <pc:sldMkLst>
          <pc:docMk/>
          <pc:sldMk cId="340622423" sldId="262"/>
        </pc:sldMkLst>
      </pc:sldChg>
      <pc:sldChg chg="del">
        <pc:chgData name="Georges MATHIO" userId="1057b68d-d9cf-4cd5-bc4c-3fe68ec33e97" providerId="ADAL" clId="{36B0D515-5B0B-4C87-8BF4-9DD9CF14DB18}" dt="2023-11-14T16:00:15.261" v="101" actId="47"/>
        <pc:sldMkLst>
          <pc:docMk/>
          <pc:sldMk cId="1455700223" sldId="263"/>
        </pc:sldMkLst>
      </pc:sldChg>
      <pc:sldChg chg="addSp delSp modSp add mod ord modAnim">
        <pc:chgData name="Georges MATHIO" userId="1057b68d-d9cf-4cd5-bc4c-3fe68ec33e97" providerId="ADAL" clId="{36B0D515-5B0B-4C87-8BF4-9DD9CF14DB18}" dt="2023-11-14T16:41:45.687" v="1391" actId="20577"/>
        <pc:sldMkLst>
          <pc:docMk/>
          <pc:sldMk cId="3325561610" sldId="263"/>
        </pc:sldMkLst>
        <pc:spChg chg="mod">
          <ac:chgData name="Georges MATHIO" userId="1057b68d-d9cf-4cd5-bc4c-3fe68ec33e97" providerId="ADAL" clId="{36B0D515-5B0B-4C87-8BF4-9DD9CF14DB18}" dt="2023-11-14T16:36:30.276" v="1070" actId="1076"/>
          <ac:spMkLst>
            <pc:docMk/>
            <pc:sldMk cId="3325561610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28:27.712" v="884" actId="478"/>
          <ac:spMkLst>
            <pc:docMk/>
            <pc:sldMk cId="3325561610" sldId="263"/>
            <ac:spMk id="4" creationId="{5185E7B7-BF77-8FA5-F450-22EF6CADB3AF}"/>
          </ac:spMkLst>
        </pc:spChg>
        <pc:spChg chg="del mod">
          <ac:chgData name="Georges MATHIO" userId="1057b68d-d9cf-4cd5-bc4c-3fe68ec33e97" providerId="ADAL" clId="{36B0D515-5B0B-4C87-8BF4-9DD9CF14DB18}" dt="2023-11-14T16:28:58.794" v="891" actId="478"/>
          <ac:spMkLst>
            <pc:docMk/>
            <pc:sldMk cId="3325561610" sldId="263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28:29.521" v="885" actId="478"/>
          <ac:spMkLst>
            <pc:docMk/>
            <pc:sldMk cId="3325561610" sldId="263"/>
            <ac:spMk id="6" creationId="{35FC96DA-A44D-A097-BC28-168510AB2271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7" creationId="{D8A28F46-4AD0-57B9-314A-F77D7A027CC0}"/>
          </ac:spMkLst>
        </pc:spChg>
        <pc:spChg chg="mod">
          <ac:chgData name="Georges MATHIO" userId="1057b68d-d9cf-4cd5-bc4c-3fe68ec33e97" providerId="ADAL" clId="{36B0D515-5B0B-4C87-8BF4-9DD9CF14DB18}" dt="2023-11-14T16:39:54.921" v="1309" actId="1076"/>
          <ac:spMkLst>
            <pc:docMk/>
            <pc:sldMk cId="3325561610" sldId="263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9" creationId="{C66BA999-B22A-F0C4-F26C-FA8B1E8961A3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10" creationId="{674AE2C2-AA1D-2AF3-7B26-CA692B6256B5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11" creationId="{974D8851-FC95-4788-E513-D079248257AC}"/>
          </ac:spMkLst>
        </pc:spChg>
        <pc:spChg chg="add mod">
          <ac:chgData name="Georges MATHIO" userId="1057b68d-d9cf-4cd5-bc4c-3fe68ec33e97" providerId="ADAL" clId="{36B0D515-5B0B-4C87-8BF4-9DD9CF14DB18}" dt="2023-11-14T16:29:23.539" v="901" actId="1076"/>
          <ac:spMkLst>
            <pc:docMk/>
            <pc:sldMk cId="3325561610" sldId="263"/>
            <ac:spMk id="14" creationId="{1BC36406-F20D-655C-3ABF-4FE17415DAD3}"/>
          </ac:spMkLst>
        </pc:spChg>
        <pc:spChg chg="del">
          <ac:chgData name="Georges MATHIO" userId="1057b68d-d9cf-4cd5-bc4c-3fe68ec33e97" providerId="ADAL" clId="{36B0D515-5B0B-4C87-8BF4-9DD9CF14DB18}" dt="2023-11-14T16:28:30.385" v="886" actId="478"/>
          <ac:spMkLst>
            <pc:docMk/>
            <pc:sldMk cId="3325561610" sldId="263"/>
            <ac:spMk id="15" creationId="{1685C597-34CB-D272-A180-F815DAC2AE2C}"/>
          </ac:spMkLst>
        </pc:spChg>
        <pc:spChg chg="add mod">
          <ac:chgData name="Georges MATHIO" userId="1057b68d-d9cf-4cd5-bc4c-3fe68ec33e97" providerId="ADAL" clId="{36B0D515-5B0B-4C87-8BF4-9DD9CF14DB18}" dt="2023-11-14T16:31:14.468" v="955" actId="14100"/>
          <ac:spMkLst>
            <pc:docMk/>
            <pc:sldMk cId="3325561610" sldId="263"/>
            <ac:spMk id="16" creationId="{7FDF5CBA-C0FC-AB25-9B85-C60D8C739169}"/>
          </ac:spMkLst>
        </pc:spChg>
        <pc:spChg chg="add mod">
          <ac:chgData name="Georges MATHIO" userId="1057b68d-d9cf-4cd5-bc4c-3fe68ec33e97" providerId="ADAL" clId="{36B0D515-5B0B-4C87-8BF4-9DD9CF14DB18}" dt="2023-11-14T16:41:35.878" v="1373" actId="20577"/>
          <ac:spMkLst>
            <pc:docMk/>
            <pc:sldMk cId="3325561610" sldId="263"/>
            <ac:spMk id="17" creationId="{E48B3046-FECA-2023-98AD-A182722A3D5E}"/>
          </ac:spMkLst>
        </pc:spChg>
        <pc:spChg chg="add mod">
          <ac:chgData name="Georges MATHIO" userId="1057b68d-d9cf-4cd5-bc4c-3fe68ec33e97" providerId="ADAL" clId="{36B0D515-5B0B-4C87-8BF4-9DD9CF14DB18}" dt="2023-11-14T16:30:38.962" v="939" actId="1037"/>
          <ac:spMkLst>
            <pc:docMk/>
            <pc:sldMk cId="3325561610" sldId="263"/>
            <ac:spMk id="18" creationId="{9AB9687A-3127-5D3D-EE8E-A3096927D230}"/>
          </ac:spMkLst>
        </pc:spChg>
        <pc:spChg chg="del mod">
          <ac:chgData name="Georges MATHIO" userId="1057b68d-d9cf-4cd5-bc4c-3fe68ec33e97" providerId="ADAL" clId="{36B0D515-5B0B-4C87-8BF4-9DD9CF14DB18}" dt="2023-11-14T16:29:05.364" v="895" actId="478"/>
          <ac:spMkLst>
            <pc:docMk/>
            <pc:sldMk cId="3325561610" sldId="263"/>
            <ac:spMk id="20" creationId="{39F9D3FD-D936-8011-4FE9-236D6D545DC8}"/>
          </ac:spMkLst>
        </pc:spChg>
        <pc:spChg chg="add mod">
          <ac:chgData name="Georges MATHIO" userId="1057b68d-d9cf-4cd5-bc4c-3fe68ec33e97" providerId="ADAL" clId="{36B0D515-5B0B-4C87-8BF4-9DD9CF14DB18}" dt="2023-11-14T16:31:28.465" v="975" actId="1076"/>
          <ac:spMkLst>
            <pc:docMk/>
            <pc:sldMk cId="3325561610" sldId="263"/>
            <ac:spMk id="23" creationId="{D11F1F24-8DE5-D017-532B-F727E4D67A35}"/>
          </ac:spMkLst>
        </pc:spChg>
        <pc:spChg chg="mod">
          <ac:chgData name="Georges MATHIO" userId="1057b68d-d9cf-4cd5-bc4c-3fe68ec33e97" providerId="ADAL" clId="{36B0D515-5B0B-4C87-8BF4-9DD9CF14DB18}" dt="2023-11-14T16:31:31.408" v="976"/>
          <ac:spMkLst>
            <pc:docMk/>
            <pc:sldMk cId="3325561610" sldId="263"/>
            <ac:spMk id="26" creationId="{5E1790B6-90E3-A1A5-DA74-A503157A487F}"/>
          </ac:spMkLst>
        </pc:spChg>
        <pc:spChg chg="mod">
          <ac:chgData name="Georges MATHIO" userId="1057b68d-d9cf-4cd5-bc4c-3fe68ec33e97" providerId="ADAL" clId="{36B0D515-5B0B-4C87-8BF4-9DD9CF14DB18}" dt="2023-11-14T16:31:51.711" v="984" actId="20577"/>
          <ac:spMkLst>
            <pc:docMk/>
            <pc:sldMk cId="3325561610" sldId="263"/>
            <ac:spMk id="28" creationId="{6BD0E3FE-AF93-D671-74B9-AFA3EF8CE41E}"/>
          </ac:spMkLst>
        </pc:spChg>
        <pc:spChg chg="add mod">
          <ac:chgData name="Georges MATHIO" userId="1057b68d-d9cf-4cd5-bc4c-3fe68ec33e97" providerId="ADAL" clId="{36B0D515-5B0B-4C87-8BF4-9DD9CF14DB18}" dt="2023-11-14T16:41:38.624" v="1379" actId="20577"/>
          <ac:spMkLst>
            <pc:docMk/>
            <pc:sldMk cId="3325561610" sldId="263"/>
            <ac:spMk id="29" creationId="{FF81BE5A-AD49-0A8C-DDCC-1E0C0382DBEA}"/>
          </ac:spMkLst>
        </pc:spChg>
        <pc:spChg chg="mod">
          <ac:chgData name="Georges MATHIO" userId="1057b68d-d9cf-4cd5-bc4c-3fe68ec33e97" providerId="ADAL" clId="{36B0D515-5B0B-4C87-8BF4-9DD9CF14DB18}" dt="2023-11-14T16:31:54.816" v="985"/>
          <ac:spMkLst>
            <pc:docMk/>
            <pc:sldMk cId="3325561610" sldId="263"/>
            <ac:spMk id="31" creationId="{887B7D29-E116-D169-B093-70ABAFB6D5B8}"/>
          </ac:spMkLst>
        </pc:spChg>
        <pc:spChg chg="mod">
          <ac:chgData name="Georges MATHIO" userId="1057b68d-d9cf-4cd5-bc4c-3fe68ec33e97" providerId="ADAL" clId="{36B0D515-5B0B-4C87-8BF4-9DD9CF14DB18}" dt="2023-11-14T16:32:09.513" v="995" actId="14100"/>
          <ac:spMkLst>
            <pc:docMk/>
            <pc:sldMk cId="3325561610" sldId="263"/>
            <ac:spMk id="33" creationId="{EDA63B79-B09D-5E95-8B22-CAF98C943644}"/>
          </ac:spMkLst>
        </pc:spChg>
        <pc:spChg chg="add mod">
          <ac:chgData name="Georges MATHIO" userId="1057b68d-d9cf-4cd5-bc4c-3fe68ec33e97" providerId="ADAL" clId="{36B0D515-5B0B-4C87-8BF4-9DD9CF14DB18}" dt="2023-11-14T16:41:41.493" v="1385" actId="20577"/>
          <ac:spMkLst>
            <pc:docMk/>
            <pc:sldMk cId="3325561610" sldId="263"/>
            <ac:spMk id="34" creationId="{106AFC5B-F384-A61E-57D0-B78DBDEC30B5}"/>
          </ac:spMkLst>
        </pc:spChg>
        <pc:spChg chg="mod">
          <ac:chgData name="Georges MATHIO" userId="1057b68d-d9cf-4cd5-bc4c-3fe68ec33e97" providerId="ADAL" clId="{36B0D515-5B0B-4C87-8BF4-9DD9CF14DB18}" dt="2023-11-14T16:32:31.116" v="1001"/>
          <ac:spMkLst>
            <pc:docMk/>
            <pc:sldMk cId="3325561610" sldId="263"/>
            <ac:spMk id="36" creationId="{4FD04D42-9CEA-959D-CE61-D3A7A3C43AF2}"/>
          </ac:spMkLst>
        </pc:spChg>
        <pc:spChg chg="mod">
          <ac:chgData name="Georges MATHIO" userId="1057b68d-d9cf-4cd5-bc4c-3fe68ec33e97" providerId="ADAL" clId="{36B0D515-5B0B-4C87-8BF4-9DD9CF14DB18}" dt="2023-11-14T16:32:39.005" v="1006" actId="20577"/>
          <ac:spMkLst>
            <pc:docMk/>
            <pc:sldMk cId="3325561610" sldId="263"/>
            <ac:spMk id="38" creationId="{DAF62D4E-E305-78E0-9913-0BC37D75C4EF}"/>
          </ac:spMkLst>
        </pc:spChg>
        <pc:spChg chg="add mod">
          <ac:chgData name="Georges MATHIO" userId="1057b68d-d9cf-4cd5-bc4c-3fe68ec33e97" providerId="ADAL" clId="{36B0D515-5B0B-4C87-8BF4-9DD9CF14DB18}" dt="2023-11-14T16:41:45.687" v="1391" actId="20577"/>
          <ac:spMkLst>
            <pc:docMk/>
            <pc:sldMk cId="3325561610" sldId="263"/>
            <ac:spMk id="39" creationId="{F3AB2B3B-DD0D-FBA8-EF11-0380F5B0688D}"/>
          </ac:spMkLst>
        </pc:spChg>
        <pc:spChg chg="add mod">
          <ac:chgData name="Georges MATHIO" userId="1057b68d-d9cf-4cd5-bc4c-3fe68ec33e97" providerId="ADAL" clId="{36B0D515-5B0B-4C87-8BF4-9DD9CF14DB18}" dt="2023-11-14T16:39:10.395" v="1264" actId="1076"/>
          <ac:spMkLst>
            <pc:docMk/>
            <pc:sldMk cId="3325561610" sldId="263"/>
            <ac:spMk id="40" creationId="{32C87E68-FADD-4710-BF3C-7AB1245291A1}"/>
          </ac:spMkLst>
        </pc:spChg>
        <pc:spChg chg="add mod">
          <ac:chgData name="Georges MATHIO" userId="1057b68d-d9cf-4cd5-bc4c-3fe68ec33e97" providerId="ADAL" clId="{36B0D515-5B0B-4C87-8BF4-9DD9CF14DB18}" dt="2023-11-14T16:38:40.876" v="1245" actId="1076"/>
          <ac:spMkLst>
            <pc:docMk/>
            <pc:sldMk cId="3325561610" sldId="263"/>
            <ac:spMk id="41" creationId="{07F526FB-A3D6-3412-BAED-8856C619F8D2}"/>
          </ac:spMkLst>
        </pc:spChg>
        <pc:spChg chg="add mod">
          <ac:chgData name="Georges MATHIO" userId="1057b68d-d9cf-4cd5-bc4c-3fe68ec33e97" providerId="ADAL" clId="{36B0D515-5B0B-4C87-8BF4-9DD9CF14DB18}" dt="2023-11-14T16:38:54.016" v="1253" actId="20577"/>
          <ac:spMkLst>
            <pc:docMk/>
            <pc:sldMk cId="3325561610" sldId="263"/>
            <ac:spMk id="42" creationId="{E3F274B1-370F-87B2-2BF2-70C4317E3E27}"/>
          </ac:spMkLst>
        </pc:spChg>
        <pc:spChg chg="mod">
          <ac:chgData name="Georges MATHIO" userId="1057b68d-d9cf-4cd5-bc4c-3fe68ec33e97" providerId="ADAL" clId="{36B0D515-5B0B-4C87-8BF4-9DD9CF14DB18}" dt="2023-11-14T16:38:00.574" v="1224"/>
          <ac:spMkLst>
            <pc:docMk/>
            <pc:sldMk cId="3325561610" sldId="263"/>
            <ac:spMk id="44" creationId="{90F6F5DC-F842-E107-DE5E-26D41F7F00C3}"/>
          </ac:spMkLst>
        </pc:spChg>
        <pc:spChg chg="mod">
          <ac:chgData name="Georges MATHIO" userId="1057b68d-d9cf-4cd5-bc4c-3fe68ec33e97" providerId="ADAL" clId="{36B0D515-5B0B-4C87-8BF4-9DD9CF14DB18}" dt="2023-11-14T16:38:33.445" v="1244" actId="20577"/>
          <ac:spMkLst>
            <pc:docMk/>
            <pc:sldMk cId="3325561610" sldId="263"/>
            <ac:spMk id="46" creationId="{2A509B4A-ABA8-677A-E9EE-C9536F459D58}"/>
          </ac:spMkLst>
        </pc:spChg>
        <pc:spChg chg="add mod">
          <ac:chgData name="Georges MATHIO" userId="1057b68d-d9cf-4cd5-bc4c-3fe68ec33e97" providerId="ADAL" clId="{36B0D515-5B0B-4C87-8BF4-9DD9CF14DB18}" dt="2023-11-14T16:39:15.490" v="1270" actId="1038"/>
          <ac:spMkLst>
            <pc:docMk/>
            <pc:sldMk cId="3325561610" sldId="263"/>
            <ac:spMk id="47" creationId="{3CB7D693-E472-4CF4-E6EE-3F85690C8777}"/>
          </ac:spMkLst>
        </pc:spChg>
        <pc:spChg chg="add mod">
          <ac:chgData name="Georges MATHIO" userId="1057b68d-d9cf-4cd5-bc4c-3fe68ec33e97" providerId="ADAL" clId="{36B0D515-5B0B-4C87-8BF4-9DD9CF14DB18}" dt="2023-11-14T16:39:25.438" v="1275" actId="20577"/>
          <ac:spMkLst>
            <pc:docMk/>
            <pc:sldMk cId="3325561610" sldId="263"/>
            <ac:spMk id="48" creationId="{2FA86C7C-CF2F-52A8-10F5-AD210DC3C70C}"/>
          </ac:spMkLst>
        </pc:spChg>
        <pc:spChg chg="add mod">
          <ac:chgData name="Georges MATHIO" userId="1057b68d-d9cf-4cd5-bc4c-3fe68ec33e97" providerId="ADAL" clId="{36B0D515-5B0B-4C87-8BF4-9DD9CF14DB18}" dt="2023-11-14T16:41:32.481" v="1367" actId="20577"/>
          <ac:spMkLst>
            <pc:docMk/>
            <pc:sldMk cId="3325561610" sldId="263"/>
            <ac:spMk id="49" creationId="{713BB2BD-938E-EEA5-D5BB-E39AB09879D8}"/>
          </ac:spMkLst>
        </pc:spChg>
        <pc:grpChg chg="add mod">
          <ac:chgData name="Georges MATHIO" userId="1057b68d-d9cf-4cd5-bc4c-3fe68ec33e97" providerId="ADAL" clId="{36B0D515-5B0B-4C87-8BF4-9DD9CF14DB18}" dt="2023-11-14T16:37:58.804" v="1223" actId="1035"/>
          <ac:grpSpMkLst>
            <pc:docMk/>
            <pc:sldMk cId="3325561610" sldId="263"/>
            <ac:grpSpMk id="24" creationId="{0479B4B8-9537-CC87-56CB-32F24F2CBA21}"/>
          </ac:grpSpMkLst>
        </pc:grpChg>
        <pc:grpChg chg="add mod">
          <ac:chgData name="Georges MATHIO" userId="1057b68d-d9cf-4cd5-bc4c-3fe68ec33e97" providerId="ADAL" clId="{36B0D515-5B0B-4C87-8BF4-9DD9CF14DB18}" dt="2023-11-14T16:37:43.232" v="1174" actId="1036"/>
          <ac:grpSpMkLst>
            <pc:docMk/>
            <pc:sldMk cId="3325561610" sldId="263"/>
            <ac:grpSpMk id="25" creationId="{B293E5BD-E6FF-5264-2134-15B2858F94CF}"/>
          </ac:grpSpMkLst>
        </pc:grpChg>
        <pc:grpChg chg="add mod">
          <ac:chgData name="Georges MATHIO" userId="1057b68d-d9cf-4cd5-bc4c-3fe68ec33e97" providerId="ADAL" clId="{36B0D515-5B0B-4C87-8BF4-9DD9CF14DB18}" dt="2023-11-14T16:37:37.336" v="1142" actId="1036"/>
          <ac:grpSpMkLst>
            <pc:docMk/>
            <pc:sldMk cId="3325561610" sldId="263"/>
            <ac:grpSpMk id="30" creationId="{7FD97DA1-3C89-F116-705A-A8C64073FAA8}"/>
          </ac:grpSpMkLst>
        </pc:grpChg>
        <pc:grpChg chg="add mod">
          <ac:chgData name="Georges MATHIO" userId="1057b68d-d9cf-4cd5-bc4c-3fe68ec33e97" providerId="ADAL" clId="{36B0D515-5B0B-4C87-8BF4-9DD9CF14DB18}" dt="2023-11-14T16:36:36.986" v="1103" actId="1037"/>
          <ac:grpSpMkLst>
            <pc:docMk/>
            <pc:sldMk cId="3325561610" sldId="263"/>
            <ac:grpSpMk id="35" creationId="{1C0ECA21-A452-229D-9B08-032B09E98B30}"/>
          </ac:grpSpMkLst>
        </pc:grpChg>
        <pc:grpChg chg="add mod">
          <ac:chgData name="Georges MATHIO" userId="1057b68d-d9cf-4cd5-bc4c-3fe68ec33e97" providerId="ADAL" clId="{36B0D515-5B0B-4C87-8BF4-9DD9CF14DB18}" dt="2023-11-14T16:38:14.734" v="1227" actId="1037"/>
          <ac:grpSpMkLst>
            <pc:docMk/>
            <pc:sldMk cId="3325561610" sldId="263"/>
            <ac:grpSpMk id="43" creationId="{E3331002-F0BC-C008-C882-71A3338D2A33}"/>
          </ac:grpSpMkLst>
        </pc:grpChg>
        <pc:picChg chg="del">
          <ac:chgData name="Georges MATHIO" userId="1057b68d-d9cf-4cd5-bc4c-3fe68ec33e97" providerId="ADAL" clId="{36B0D515-5B0B-4C87-8BF4-9DD9CF14DB18}" dt="2023-11-14T16:28:31.089" v="887" actId="478"/>
          <ac:picMkLst>
            <pc:docMk/>
            <pc:sldMk cId="3325561610" sldId="263"/>
            <ac:picMk id="3" creationId="{9BBC1E4B-436E-9183-3958-E2B44924467D}"/>
          </ac:picMkLst>
        </pc:picChg>
        <pc:picChg chg="add del mod">
          <ac:chgData name="Georges MATHIO" userId="1057b68d-d9cf-4cd5-bc4c-3fe68ec33e97" providerId="ADAL" clId="{36B0D515-5B0B-4C87-8BF4-9DD9CF14DB18}" dt="2023-11-14T16:29:00.567" v="893"/>
          <ac:picMkLst>
            <pc:docMk/>
            <pc:sldMk cId="3325561610" sldId="263"/>
            <ac:picMk id="12" creationId="{1D21078C-CF7B-508A-1BDE-DDA247F40F90}"/>
          </ac:picMkLst>
        </pc:picChg>
        <pc:picChg chg="add del mod">
          <ac:chgData name="Georges MATHIO" userId="1057b68d-d9cf-4cd5-bc4c-3fe68ec33e97" providerId="ADAL" clId="{36B0D515-5B0B-4C87-8BF4-9DD9CF14DB18}" dt="2023-11-14T16:29:00.567" v="893"/>
          <ac:picMkLst>
            <pc:docMk/>
            <pc:sldMk cId="3325561610" sldId="263"/>
            <ac:picMk id="13" creationId="{2B5A427E-3E77-29EB-E076-25DF5131FDA0}"/>
          </ac:picMkLst>
        </pc:picChg>
        <pc:picChg chg="del mod">
          <ac:chgData name="Georges MATHIO" userId="1057b68d-d9cf-4cd5-bc4c-3fe68ec33e97" providerId="ADAL" clId="{36B0D515-5B0B-4C87-8BF4-9DD9CF14DB18}" dt="2023-11-14T16:28:58.794" v="891" actId="478"/>
          <ac:picMkLst>
            <pc:docMk/>
            <pc:sldMk cId="3325561610" sldId="263"/>
            <ac:picMk id="19" creationId="{532C8E65-911C-75A2-6761-FDED691BB28F}"/>
          </ac:picMkLst>
        </pc:picChg>
        <pc:picChg chg="add mod">
          <ac:chgData name="Georges MATHIO" userId="1057b68d-d9cf-4cd5-bc4c-3fe68ec33e97" providerId="ADAL" clId="{36B0D515-5B0B-4C87-8BF4-9DD9CF14DB18}" dt="2023-11-14T16:31:22.172" v="974" actId="1038"/>
          <ac:picMkLst>
            <pc:docMk/>
            <pc:sldMk cId="3325561610" sldId="263"/>
            <ac:picMk id="21" creationId="{8AC386D1-633F-5E2D-52E4-2DDD606BB137}"/>
          </ac:picMkLst>
        </pc:picChg>
        <pc:picChg chg="add mod">
          <ac:chgData name="Georges MATHIO" userId="1057b68d-d9cf-4cd5-bc4c-3fe68ec33e97" providerId="ADAL" clId="{36B0D515-5B0B-4C87-8BF4-9DD9CF14DB18}" dt="2023-11-14T16:30:34.728" v="930" actId="1037"/>
          <ac:picMkLst>
            <pc:docMk/>
            <pc:sldMk cId="3325561610" sldId="263"/>
            <ac:picMk id="22" creationId="{7B580882-1E27-3AD8-3945-3EAB195AE87C}"/>
          </ac:picMkLst>
        </pc:picChg>
        <pc:picChg chg="mod">
          <ac:chgData name="Georges MATHIO" userId="1057b68d-d9cf-4cd5-bc4c-3fe68ec33e97" providerId="ADAL" clId="{36B0D515-5B0B-4C87-8BF4-9DD9CF14DB18}" dt="2023-11-14T16:31:31.408" v="976"/>
          <ac:picMkLst>
            <pc:docMk/>
            <pc:sldMk cId="3325561610" sldId="263"/>
            <ac:picMk id="27" creationId="{85F6D7FF-CB0B-DBEB-C3B6-1D47023569B8}"/>
          </ac:picMkLst>
        </pc:picChg>
        <pc:picChg chg="mod">
          <ac:chgData name="Georges MATHIO" userId="1057b68d-d9cf-4cd5-bc4c-3fe68ec33e97" providerId="ADAL" clId="{36B0D515-5B0B-4C87-8BF4-9DD9CF14DB18}" dt="2023-11-14T16:31:54.816" v="985"/>
          <ac:picMkLst>
            <pc:docMk/>
            <pc:sldMk cId="3325561610" sldId="263"/>
            <ac:picMk id="32" creationId="{F7D8C8D9-0504-1D23-3A84-BA646A8A5126}"/>
          </ac:picMkLst>
        </pc:picChg>
        <pc:picChg chg="mod">
          <ac:chgData name="Georges MATHIO" userId="1057b68d-d9cf-4cd5-bc4c-3fe68ec33e97" providerId="ADAL" clId="{36B0D515-5B0B-4C87-8BF4-9DD9CF14DB18}" dt="2023-11-14T16:32:31.116" v="1001"/>
          <ac:picMkLst>
            <pc:docMk/>
            <pc:sldMk cId="3325561610" sldId="263"/>
            <ac:picMk id="37" creationId="{CE640C4C-A49B-5BCA-7485-6AEA135A1B05}"/>
          </ac:picMkLst>
        </pc:picChg>
        <pc:picChg chg="mod">
          <ac:chgData name="Georges MATHIO" userId="1057b68d-d9cf-4cd5-bc4c-3fe68ec33e97" providerId="ADAL" clId="{36B0D515-5B0B-4C87-8BF4-9DD9CF14DB18}" dt="2023-11-14T16:38:00.574" v="1224"/>
          <ac:picMkLst>
            <pc:docMk/>
            <pc:sldMk cId="3325561610" sldId="263"/>
            <ac:picMk id="45" creationId="{57174A9A-2109-6D4E-8357-A33C9DF6D0F6}"/>
          </ac:picMkLst>
        </pc:picChg>
      </pc:sldChg>
      <pc:sldChg chg="addSp delSp modSp add mod">
        <pc:chgData name="Georges MATHIO" userId="1057b68d-d9cf-4cd5-bc4c-3fe68ec33e97" providerId="ADAL" clId="{36B0D515-5B0B-4C87-8BF4-9DD9CF14DB18}" dt="2023-11-14T16:53:53.391" v="1696"/>
        <pc:sldMkLst>
          <pc:docMk/>
          <pc:sldMk cId="3126206116" sldId="264"/>
        </pc:sldMkLst>
        <pc:spChg chg="mod">
          <ac:chgData name="Georges MATHIO" userId="1057b68d-d9cf-4cd5-bc4c-3fe68ec33e97" providerId="ADAL" clId="{36B0D515-5B0B-4C87-8BF4-9DD9CF14DB18}" dt="2023-11-14T16:44:33.775" v="1455" actId="1076"/>
          <ac:spMkLst>
            <pc:docMk/>
            <pc:sldMk cId="3126206116" sldId="264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4" creationId="{5185E7B7-BF77-8FA5-F450-22EF6CADB3AF}"/>
          </ac:spMkLst>
        </pc:spChg>
        <pc:spChg chg="del">
          <ac:chgData name="Georges MATHIO" userId="1057b68d-d9cf-4cd5-bc4c-3fe68ec33e97" providerId="ADAL" clId="{36B0D515-5B0B-4C87-8BF4-9DD9CF14DB18}" dt="2023-11-14T16:44:26.493" v="1451" actId="478"/>
          <ac:spMkLst>
            <pc:docMk/>
            <pc:sldMk cId="3126206116" sldId="264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6" creationId="{35FC96DA-A44D-A097-BC28-168510AB2271}"/>
          </ac:spMkLst>
        </pc:spChg>
        <pc:spChg chg="add mod">
          <ac:chgData name="Georges MATHIO" userId="1057b68d-d9cf-4cd5-bc4c-3fe68ec33e97" providerId="ADAL" clId="{36B0D515-5B0B-4C87-8BF4-9DD9CF14DB18}" dt="2023-11-14T16:53:53.391" v="1696"/>
          <ac:spMkLst>
            <pc:docMk/>
            <pc:sldMk cId="3126206116" sldId="264"/>
            <ac:spMk id="7" creationId="{76099145-672A-AD87-68F6-32F4233506B6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8" creationId="{8C1BBF7E-EA70-9FE6-C90F-A1284432D1C6}"/>
          </ac:spMkLst>
        </pc:spChg>
        <pc:spChg chg="add del">
          <ac:chgData name="Georges MATHIO" userId="1057b68d-d9cf-4cd5-bc4c-3fe68ec33e97" providerId="ADAL" clId="{36B0D515-5B0B-4C87-8BF4-9DD9CF14DB18}" dt="2023-11-14T16:47:52.861" v="1561"/>
          <ac:spMkLst>
            <pc:docMk/>
            <pc:sldMk cId="3126206116" sldId="264"/>
            <ac:spMk id="9" creationId="{D8FB9541-30B7-B64D-0B8D-8A4B370C0007}"/>
          </ac:spMkLst>
        </pc:spChg>
        <pc:spChg chg="add del mod">
          <ac:chgData name="Georges MATHIO" userId="1057b68d-d9cf-4cd5-bc4c-3fe68ec33e97" providerId="ADAL" clId="{36B0D515-5B0B-4C87-8BF4-9DD9CF14DB18}" dt="2023-11-14T16:48:11.717" v="1565"/>
          <ac:spMkLst>
            <pc:docMk/>
            <pc:sldMk cId="3126206116" sldId="264"/>
            <ac:spMk id="10" creationId="{F42F5011-453A-5263-FD2A-F96CBC320276}"/>
          </ac:spMkLst>
        </pc:spChg>
        <pc:spChg chg="add mod">
          <ac:chgData name="Georges MATHIO" userId="1057b68d-d9cf-4cd5-bc4c-3fe68ec33e97" providerId="ADAL" clId="{36B0D515-5B0B-4C87-8BF4-9DD9CF14DB18}" dt="2023-11-14T16:49:33.829" v="1613" actId="1076"/>
          <ac:spMkLst>
            <pc:docMk/>
            <pc:sldMk cId="3126206116" sldId="264"/>
            <ac:spMk id="13" creationId="{8218B87D-0E41-47A0-78BC-3ABE6928E532}"/>
          </ac:spMkLst>
        </pc:spChg>
        <pc:spChg chg="add del mod">
          <ac:chgData name="Georges MATHIO" userId="1057b68d-d9cf-4cd5-bc4c-3fe68ec33e97" providerId="ADAL" clId="{36B0D515-5B0B-4C87-8BF4-9DD9CF14DB18}" dt="2023-11-14T16:52:41.254" v="1617" actId="478"/>
          <ac:spMkLst>
            <pc:docMk/>
            <pc:sldMk cId="3126206116" sldId="264"/>
            <ac:spMk id="14" creationId="{EEF1E93E-74AB-C816-241C-F4A7D9688EC5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15" creationId="{1685C597-34CB-D272-A180-F815DAC2AE2C}"/>
          </ac:spMkLst>
        </pc:spChg>
        <pc:spChg chg="del">
          <ac:chgData name="Georges MATHIO" userId="1057b68d-d9cf-4cd5-bc4c-3fe68ec33e97" providerId="ADAL" clId="{36B0D515-5B0B-4C87-8BF4-9DD9CF14DB18}" dt="2023-11-14T16:44:42.895" v="1457" actId="478"/>
          <ac:spMkLst>
            <pc:docMk/>
            <pc:sldMk cId="3126206116" sldId="264"/>
            <ac:spMk id="20" creationId="{39F9D3FD-D936-8011-4FE9-236D6D545DC8}"/>
          </ac:spMkLst>
        </pc:spChg>
        <pc:picChg chg="del">
          <ac:chgData name="Georges MATHIO" userId="1057b68d-d9cf-4cd5-bc4c-3fe68ec33e97" providerId="ADAL" clId="{36B0D515-5B0B-4C87-8BF4-9DD9CF14DB18}" dt="2023-11-14T16:44:38.879" v="1456" actId="478"/>
          <ac:picMkLst>
            <pc:docMk/>
            <pc:sldMk cId="3126206116" sldId="264"/>
            <ac:picMk id="3" creationId="{9BBC1E4B-436E-9183-3958-E2B44924467D}"/>
          </ac:picMkLst>
        </pc:picChg>
        <pc:picChg chg="add del mod">
          <ac:chgData name="Georges MATHIO" userId="1057b68d-d9cf-4cd5-bc4c-3fe68ec33e97" providerId="ADAL" clId="{36B0D515-5B0B-4C87-8BF4-9DD9CF14DB18}" dt="2023-11-14T16:52:38.618" v="1616" actId="478"/>
          <ac:picMkLst>
            <pc:docMk/>
            <pc:sldMk cId="3126206116" sldId="264"/>
            <ac:picMk id="12" creationId="{356A4DCB-F180-A2A5-5961-9B2650E26F89}"/>
          </ac:picMkLst>
        </pc:picChg>
        <pc:picChg chg="add mod">
          <ac:chgData name="Georges MATHIO" userId="1057b68d-d9cf-4cd5-bc4c-3fe68ec33e97" providerId="ADAL" clId="{36B0D515-5B0B-4C87-8BF4-9DD9CF14DB18}" dt="2023-11-14T16:53:04.978" v="1641" actId="1038"/>
          <ac:picMkLst>
            <pc:docMk/>
            <pc:sldMk cId="3126206116" sldId="264"/>
            <ac:picMk id="17" creationId="{702D9425-DBAB-708B-956B-DE7964B83954}"/>
          </ac:picMkLst>
        </pc:picChg>
        <pc:picChg chg="del">
          <ac:chgData name="Georges MATHIO" userId="1057b68d-d9cf-4cd5-bc4c-3fe68ec33e97" providerId="ADAL" clId="{36B0D515-5B0B-4C87-8BF4-9DD9CF14DB18}" dt="2023-11-14T16:44:38.879" v="1456" actId="478"/>
          <ac:picMkLst>
            <pc:docMk/>
            <pc:sldMk cId="3126206116" sldId="264"/>
            <ac:picMk id="19" creationId="{532C8E65-911C-75A2-6761-FDED691BB28F}"/>
          </ac:picMkLst>
        </pc:picChg>
      </pc:sldChg>
      <pc:sldChg chg="del">
        <pc:chgData name="Georges MATHIO" userId="1057b68d-d9cf-4cd5-bc4c-3fe68ec33e97" providerId="ADAL" clId="{36B0D515-5B0B-4C87-8BF4-9DD9CF14DB18}" dt="2023-11-14T16:00:12.600" v="100" actId="47"/>
        <pc:sldMkLst>
          <pc:docMk/>
          <pc:sldMk cId="4167943880" sldId="264"/>
        </pc:sldMkLst>
      </pc:sldChg>
      <pc:sldChg chg="delSp modSp add mod">
        <pc:chgData name="Georges MATHIO" userId="1057b68d-d9cf-4cd5-bc4c-3fe68ec33e97" providerId="ADAL" clId="{36B0D515-5B0B-4C87-8BF4-9DD9CF14DB18}" dt="2023-11-14T16:55:21.066" v="1742" actId="478"/>
        <pc:sldMkLst>
          <pc:docMk/>
          <pc:sldMk cId="4123232273" sldId="265"/>
        </pc:sldMkLst>
        <pc:spChg chg="mod">
          <ac:chgData name="Georges MATHIO" userId="1057b68d-d9cf-4cd5-bc4c-3fe68ec33e97" providerId="ADAL" clId="{36B0D515-5B0B-4C87-8BF4-9DD9CF14DB18}" dt="2023-11-14T16:55:17.654" v="1741" actId="20577"/>
          <ac:spMkLst>
            <pc:docMk/>
            <pc:sldMk cId="4123232273" sldId="265"/>
            <ac:spMk id="2" creationId="{8AE1D70E-C040-1542-B36E-7DDF82084F61}"/>
          </ac:spMkLst>
        </pc:spChg>
        <pc:picChg chg="del">
          <ac:chgData name="Georges MATHIO" userId="1057b68d-d9cf-4cd5-bc4c-3fe68ec33e97" providerId="ADAL" clId="{36B0D515-5B0B-4C87-8BF4-9DD9CF14DB18}" dt="2023-11-14T16:55:21.066" v="1742" actId="478"/>
          <ac:picMkLst>
            <pc:docMk/>
            <pc:sldMk cId="4123232273" sldId="265"/>
            <ac:picMk id="17" creationId="{702D9425-DBAB-708B-956B-DE7964B83954}"/>
          </ac:picMkLst>
        </pc:picChg>
      </pc:sldChg>
      <pc:sldChg chg="addSp delSp modSp add mod">
        <pc:chgData name="Georges MATHIO" userId="1057b68d-d9cf-4cd5-bc4c-3fe68ec33e97" providerId="ADAL" clId="{36B0D515-5B0B-4C87-8BF4-9DD9CF14DB18}" dt="2023-11-14T18:45:15.898" v="2316" actId="1076"/>
        <pc:sldMkLst>
          <pc:docMk/>
          <pc:sldMk cId="31297475" sldId="266"/>
        </pc:sldMkLst>
        <pc:spChg chg="mod">
          <ac:chgData name="Georges MATHIO" userId="1057b68d-d9cf-4cd5-bc4c-3fe68ec33e97" providerId="ADAL" clId="{36B0D515-5B0B-4C87-8BF4-9DD9CF14DB18}" dt="2023-11-14T18:35:11.747" v="1760" actId="20577"/>
          <ac:spMkLst>
            <pc:docMk/>
            <pc:sldMk cId="31297475" sldId="266"/>
            <ac:spMk id="2" creationId="{8AE1D70E-C040-1542-B36E-7DDF82084F61}"/>
          </ac:spMkLst>
        </pc:spChg>
        <pc:spChg chg="add mod">
          <ac:chgData name="Georges MATHIO" userId="1057b68d-d9cf-4cd5-bc4c-3fe68ec33e97" providerId="ADAL" clId="{36B0D515-5B0B-4C87-8BF4-9DD9CF14DB18}" dt="2023-11-14T18:40:11.590" v="1892" actId="14100"/>
          <ac:spMkLst>
            <pc:docMk/>
            <pc:sldMk cId="31297475" sldId="266"/>
            <ac:spMk id="3" creationId="{5D3B4860-EF58-5F2C-4FAA-04F837A38075}"/>
          </ac:spMkLst>
        </pc:spChg>
        <pc:spChg chg="add mod">
          <ac:chgData name="Georges MATHIO" userId="1057b68d-d9cf-4cd5-bc4c-3fe68ec33e97" providerId="ADAL" clId="{36B0D515-5B0B-4C87-8BF4-9DD9CF14DB18}" dt="2023-11-14T18:42:41.223" v="1970" actId="1076"/>
          <ac:spMkLst>
            <pc:docMk/>
            <pc:sldMk cId="31297475" sldId="266"/>
            <ac:spMk id="5" creationId="{7C4E4C7E-84EB-06BE-0C66-5F3CDAE54B77}"/>
          </ac:spMkLst>
        </pc:spChg>
        <pc:spChg chg="mod">
          <ac:chgData name="Georges MATHIO" userId="1057b68d-d9cf-4cd5-bc4c-3fe68ec33e97" providerId="ADAL" clId="{36B0D515-5B0B-4C87-8BF4-9DD9CF14DB18}" dt="2023-11-14T18:36:21.454" v="1838" actId="20577"/>
          <ac:spMkLst>
            <pc:docMk/>
            <pc:sldMk cId="31297475" sldId="266"/>
            <ac:spMk id="7" creationId="{76099145-672A-AD87-68F6-32F4233506B6}"/>
          </ac:spMkLst>
        </pc:spChg>
        <pc:spChg chg="add del mod">
          <ac:chgData name="Georges MATHIO" userId="1057b68d-d9cf-4cd5-bc4c-3fe68ec33e97" providerId="ADAL" clId="{36B0D515-5B0B-4C87-8BF4-9DD9CF14DB18}" dt="2023-11-14T18:39:30.339" v="1874" actId="478"/>
          <ac:spMkLst>
            <pc:docMk/>
            <pc:sldMk cId="31297475" sldId="266"/>
            <ac:spMk id="10" creationId="{10C1CAD9-358E-38EA-E16F-6CA169AF4598}"/>
          </ac:spMkLst>
        </pc:spChg>
        <pc:spChg chg="add mod">
          <ac:chgData name="Georges MATHIO" userId="1057b68d-d9cf-4cd5-bc4c-3fe68ec33e97" providerId="ADAL" clId="{36B0D515-5B0B-4C87-8BF4-9DD9CF14DB18}" dt="2023-11-14T18:44:48.980" v="2313" actId="1076"/>
          <ac:spMkLst>
            <pc:docMk/>
            <pc:sldMk cId="31297475" sldId="266"/>
            <ac:spMk id="11" creationId="{02345C9C-A6FD-214E-35AF-6E7D972EB472}"/>
          </ac:spMkLst>
        </pc:spChg>
        <pc:spChg chg="add del mod">
          <ac:chgData name="Georges MATHIO" userId="1057b68d-d9cf-4cd5-bc4c-3fe68ec33e97" providerId="ADAL" clId="{36B0D515-5B0B-4C87-8BF4-9DD9CF14DB18}" dt="2023-11-14T18:40:37.940" v="1899" actId="478"/>
          <ac:spMkLst>
            <pc:docMk/>
            <pc:sldMk cId="31297475" sldId="266"/>
            <ac:spMk id="12" creationId="{94BB120C-9F88-856B-F4B9-39E77FAF43AD}"/>
          </ac:spMkLst>
        </pc:spChg>
        <pc:spChg chg="del">
          <ac:chgData name="Georges MATHIO" userId="1057b68d-d9cf-4cd5-bc4c-3fe68ec33e97" providerId="ADAL" clId="{36B0D515-5B0B-4C87-8BF4-9DD9CF14DB18}" dt="2023-11-14T18:35:21.725" v="1764" actId="478"/>
          <ac:spMkLst>
            <pc:docMk/>
            <pc:sldMk cId="31297475" sldId="266"/>
            <ac:spMk id="13" creationId="{8218B87D-0E41-47A0-78BC-3ABE6928E532}"/>
          </ac:spMkLst>
        </pc:spChg>
        <pc:spChg chg="add mod">
          <ac:chgData name="Georges MATHIO" userId="1057b68d-d9cf-4cd5-bc4c-3fe68ec33e97" providerId="ADAL" clId="{36B0D515-5B0B-4C87-8BF4-9DD9CF14DB18}" dt="2023-11-14T18:44:53.318" v="2314" actId="1076"/>
          <ac:spMkLst>
            <pc:docMk/>
            <pc:sldMk cId="31297475" sldId="266"/>
            <ac:spMk id="14" creationId="{79180552-5A3C-441C-0D49-33B0E933E5A5}"/>
          </ac:spMkLst>
        </pc:spChg>
        <pc:spChg chg="add mod">
          <ac:chgData name="Georges MATHIO" userId="1057b68d-d9cf-4cd5-bc4c-3fe68ec33e97" providerId="ADAL" clId="{36B0D515-5B0B-4C87-8BF4-9DD9CF14DB18}" dt="2023-11-14T18:45:15.898" v="2316" actId="1076"/>
          <ac:spMkLst>
            <pc:docMk/>
            <pc:sldMk cId="31297475" sldId="266"/>
            <ac:spMk id="15" creationId="{D04B4BC9-DDF7-6475-3E25-E5DCAE23FF69}"/>
          </ac:spMkLst>
        </pc:spChg>
        <pc:spChg chg="add mod">
          <ac:chgData name="Georges MATHIO" userId="1057b68d-d9cf-4cd5-bc4c-3fe68ec33e97" providerId="ADAL" clId="{36B0D515-5B0B-4C87-8BF4-9DD9CF14DB18}" dt="2023-11-14T18:43:51.022" v="2035" actId="113"/>
          <ac:spMkLst>
            <pc:docMk/>
            <pc:sldMk cId="31297475" sldId="266"/>
            <ac:spMk id="17" creationId="{151E5549-7C76-7805-34E8-4F2078348751}"/>
          </ac:spMkLst>
        </pc:spChg>
        <pc:grpChg chg="add mod">
          <ac:chgData name="Georges MATHIO" userId="1057b68d-d9cf-4cd5-bc4c-3fe68ec33e97" providerId="ADAL" clId="{36B0D515-5B0B-4C87-8BF4-9DD9CF14DB18}" dt="2023-11-14T18:44:46.432" v="2312" actId="1076"/>
          <ac:grpSpMkLst>
            <pc:docMk/>
            <pc:sldMk cId="31297475" sldId="266"/>
            <ac:grpSpMk id="9" creationId="{B1CA90E8-4A9F-69A9-D315-E539DEC17124}"/>
          </ac:grpSpMkLst>
        </pc:grpChg>
        <pc:picChg chg="add mod">
          <ac:chgData name="Georges MATHIO" userId="1057b68d-d9cf-4cd5-bc4c-3fe68ec33e97" providerId="ADAL" clId="{36B0D515-5B0B-4C87-8BF4-9DD9CF14DB18}" dt="2023-11-14T18:37:46.435" v="1858" actId="164"/>
          <ac:picMkLst>
            <pc:docMk/>
            <pc:sldMk cId="31297475" sldId="266"/>
            <ac:picMk id="4" creationId="{AB9465BE-27B1-1077-B441-863FE9A42120}"/>
          </ac:picMkLst>
        </pc:picChg>
        <pc:picChg chg="add mod">
          <ac:chgData name="Georges MATHIO" userId="1057b68d-d9cf-4cd5-bc4c-3fe68ec33e97" providerId="ADAL" clId="{36B0D515-5B0B-4C87-8BF4-9DD9CF14DB18}" dt="2023-11-14T18:42:36.909" v="1969" actId="1076"/>
          <ac:picMkLst>
            <pc:docMk/>
            <pc:sldMk cId="31297475" sldId="266"/>
            <ac:picMk id="8" creationId="{C802101E-1488-F0D4-3357-5DF070C00502}"/>
          </ac:picMkLst>
        </pc:picChg>
        <pc:picChg chg="add mod">
          <ac:chgData name="Georges MATHIO" userId="1057b68d-d9cf-4cd5-bc4c-3fe68ec33e97" providerId="ADAL" clId="{36B0D515-5B0B-4C87-8BF4-9DD9CF14DB18}" dt="2023-11-14T18:44:35.895" v="2311" actId="14861"/>
          <ac:picMkLst>
            <pc:docMk/>
            <pc:sldMk cId="31297475" sldId="266"/>
            <ac:picMk id="16" creationId="{418E9BA0-C4C0-FDFF-BD83-4BAB591CFF1B}"/>
          </ac:picMkLst>
        </pc:picChg>
        <pc:picChg chg="add mod">
          <ac:chgData name="Georges MATHIO" userId="1057b68d-d9cf-4cd5-bc4c-3fe68ec33e97" providerId="ADAL" clId="{36B0D515-5B0B-4C87-8BF4-9DD9CF14DB18}" dt="2023-11-14T18:42:30.909" v="1966" actId="1076"/>
          <ac:picMkLst>
            <pc:docMk/>
            <pc:sldMk cId="31297475" sldId="266"/>
            <ac:picMk id="1026" creationId="{B3FB479B-D0CD-3AC1-5A3B-3648D16E0BA1}"/>
          </ac:picMkLst>
        </pc:picChg>
      </pc:sldChg>
    </pc:docChg>
  </pc:docChgLst>
  <pc:docChgLst>
    <pc:chgData name="Georges MATHIO" userId="S::georges.mathio@estia.fr::1057b68d-d9cf-4cd5-bc4c-3fe68ec33e97" providerId="AD" clId="Web-{CE479490-6553-7651-B2C9-ADFD0525971A}"/>
    <pc:docChg chg="modSld">
      <pc:chgData name="Georges MATHIO" userId="S::georges.mathio@estia.fr::1057b68d-d9cf-4cd5-bc4c-3fe68ec33e97" providerId="AD" clId="Web-{CE479490-6553-7651-B2C9-ADFD0525971A}" dt="2023-12-03T22:03:58.620" v="43" actId="20577"/>
      <pc:docMkLst>
        <pc:docMk/>
      </pc:docMkLst>
      <pc:sldChg chg="modSp">
        <pc:chgData name="Georges MATHIO" userId="S::georges.mathio@estia.fr::1057b68d-d9cf-4cd5-bc4c-3fe68ec33e97" providerId="AD" clId="Web-{CE479490-6553-7651-B2C9-ADFD0525971A}" dt="2023-12-03T22:01:53.082" v="20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CE479490-6553-7651-B2C9-ADFD0525971A}" dt="2023-12-03T22:01:53.082" v="20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addSp modSp">
        <pc:chgData name="Georges MATHIO" userId="S::georges.mathio@estia.fr::1057b68d-d9cf-4cd5-bc4c-3fe68ec33e97" providerId="AD" clId="Web-{CE479490-6553-7651-B2C9-ADFD0525971A}" dt="2023-12-03T22:03:48.557" v="41" actId="20577"/>
        <pc:sldMkLst>
          <pc:docMk/>
          <pc:sldMk cId="4100953463" sldId="259"/>
        </pc:sldMkLst>
        <pc:spChg chg="mod">
          <ac:chgData name="Georges MATHIO" userId="S::georges.mathio@estia.fr::1057b68d-d9cf-4cd5-bc4c-3fe68ec33e97" providerId="AD" clId="Web-{CE479490-6553-7651-B2C9-ADFD0525971A}" dt="2023-12-03T22:03:19.524" v="36" actId="1076"/>
          <ac:spMkLst>
            <pc:docMk/>
            <pc:sldMk cId="4100953463" sldId="259"/>
            <ac:spMk id="3" creationId="{B5620FEA-FA3C-B3F6-C2FC-F9D51C3D46CB}"/>
          </ac:spMkLst>
        </pc:spChg>
        <pc:spChg chg="add">
          <ac:chgData name="Georges MATHIO" userId="S::georges.mathio@estia.fr::1057b68d-d9cf-4cd5-bc4c-3fe68ec33e97" providerId="AD" clId="Web-{CE479490-6553-7651-B2C9-ADFD0525971A}" dt="2023-12-03T22:02:34.084" v="21"/>
          <ac:spMkLst>
            <pc:docMk/>
            <pc:sldMk cId="4100953463" sldId="259"/>
            <ac:spMk id="6" creationId="{4E976881-B91B-E571-1F48-B246420E9794}"/>
          </ac:spMkLst>
        </pc:spChg>
        <pc:spChg chg="add mod">
          <ac:chgData name="Georges MATHIO" userId="S::georges.mathio@estia.fr::1057b68d-d9cf-4cd5-bc4c-3fe68ec33e97" providerId="AD" clId="Web-{CE479490-6553-7651-B2C9-ADFD0525971A}" dt="2023-12-03T22:03:48.557" v="41" actId="20577"/>
          <ac:spMkLst>
            <pc:docMk/>
            <pc:sldMk cId="4100953463" sldId="259"/>
            <ac:spMk id="13" creationId="{698D9104-EB0A-A536-122A-E1A574804730}"/>
          </ac:spMkLst>
        </pc:spChg>
        <pc:picChg chg="add mod">
          <ac:chgData name="Georges MATHIO" userId="S::georges.mathio@estia.fr::1057b68d-d9cf-4cd5-bc4c-3fe68ec33e97" providerId="AD" clId="Web-{CE479490-6553-7651-B2C9-ADFD0525971A}" dt="2023-12-03T22:03:10.586" v="35" actId="1076"/>
          <ac:picMkLst>
            <pc:docMk/>
            <pc:sldMk cId="4100953463" sldId="259"/>
            <ac:picMk id="8" creationId="{B8094819-E7BA-8F53-6217-162E1A6D0CD8}"/>
          </ac:picMkLst>
        </pc:picChg>
      </pc:sldChg>
      <pc:sldChg chg="modSp">
        <pc:chgData name="Georges MATHIO" userId="S::georges.mathio@estia.fr::1057b68d-d9cf-4cd5-bc4c-3fe68ec33e97" providerId="AD" clId="Web-{CE479490-6553-7651-B2C9-ADFD0525971A}" dt="2023-12-03T22:03:58.620" v="43" actId="20577"/>
        <pc:sldMkLst>
          <pc:docMk/>
          <pc:sldMk cId="1453921559" sldId="266"/>
        </pc:sldMkLst>
        <pc:spChg chg="mod">
          <ac:chgData name="Georges MATHIO" userId="S::georges.mathio@estia.fr::1057b68d-d9cf-4cd5-bc4c-3fe68ec33e97" providerId="AD" clId="Web-{CE479490-6553-7651-B2C9-ADFD0525971A}" dt="2023-12-03T22:03:58.620" v="43" actId="20577"/>
          <ac:spMkLst>
            <pc:docMk/>
            <pc:sldMk cId="1453921559" sldId="266"/>
            <ac:spMk id="7" creationId="{903E20DF-1C44-960F-BE3A-66AC2F325C0E}"/>
          </ac:spMkLst>
        </pc:spChg>
      </pc:sldChg>
    </pc:docChg>
  </pc:docChgLst>
  <pc:docChgLst>
    <pc:chgData name="Georges MATHIO" userId="S::georges.mathio@estia.fr::1057b68d-d9cf-4cd5-bc4c-3fe68ec33e97" providerId="AD" clId="Web-{F51B1871-3D31-95FC-3757-7096B34159D0}"/>
    <pc:docChg chg="modSld">
      <pc:chgData name="Georges MATHIO" userId="S::georges.mathio@estia.fr::1057b68d-d9cf-4cd5-bc4c-3fe68ec33e97" providerId="AD" clId="Web-{F51B1871-3D31-95FC-3757-7096B34159D0}" dt="2024-07-18T12:38:29.083" v="5" actId="20577"/>
      <pc:docMkLst>
        <pc:docMk/>
      </pc:docMkLst>
      <pc:sldChg chg="modSp">
        <pc:chgData name="Georges MATHIO" userId="S::georges.mathio@estia.fr::1057b68d-d9cf-4cd5-bc4c-3fe68ec33e97" providerId="AD" clId="Web-{F51B1871-3D31-95FC-3757-7096B34159D0}" dt="2024-07-18T12:38:29.083" v="5" actId="20577"/>
        <pc:sldMkLst>
          <pc:docMk/>
          <pc:sldMk cId="2764676056" sldId="278"/>
        </pc:sldMkLst>
        <pc:spChg chg="mod">
          <ac:chgData name="Georges MATHIO" userId="S::georges.mathio@estia.fr::1057b68d-d9cf-4cd5-bc4c-3fe68ec33e97" providerId="AD" clId="Web-{F51B1871-3D31-95FC-3757-7096B34159D0}" dt="2024-07-18T12:38:29.083" v="5" actId="20577"/>
          <ac:spMkLst>
            <pc:docMk/>
            <pc:sldMk cId="2764676056" sldId="278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C22AC669-3641-C67F-BD83-B57F73DBF75C}"/>
    <pc:docChg chg="modSld">
      <pc:chgData name="Georges MATHIO" userId="S::georges.mathio@estia.fr::1057b68d-d9cf-4cd5-bc4c-3fe68ec33e97" providerId="AD" clId="Web-{C22AC669-3641-C67F-BD83-B57F73DBF75C}" dt="2023-12-04T12:21:21.965" v="18" actId="20577"/>
      <pc:docMkLst>
        <pc:docMk/>
      </pc:docMkLst>
      <pc:sldChg chg="modSp">
        <pc:chgData name="Georges MATHIO" userId="S::georges.mathio@estia.fr::1057b68d-d9cf-4cd5-bc4c-3fe68ec33e97" providerId="AD" clId="Web-{C22AC669-3641-C67F-BD83-B57F73DBF75C}" dt="2023-12-04T12:21:21.965" v="18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C22AC669-3641-C67F-BD83-B57F73DBF75C}" dt="2023-12-04T12:21:21.965" v="18" actId="20577"/>
          <ac:spMkLst>
            <pc:docMk/>
            <pc:sldMk cId="2526593619" sldId="256"/>
            <ac:spMk id="3" creationId="{00000000-0000-0000-0000-000000000000}"/>
          </ac:spMkLst>
        </pc:spChg>
      </pc:sldChg>
    </pc:docChg>
  </pc:docChgLst>
  <pc:docChgLst>
    <pc:chgData name="Georges MATHIO" userId="S::georges.mathio@estia.fr::1057b68d-d9cf-4cd5-bc4c-3fe68ec33e97" providerId="AD" clId="Web-{5EFEA22B-9117-6650-ED4C-6E1CB2367D04}"/>
    <pc:docChg chg="delSld modSld">
      <pc:chgData name="Georges MATHIO" userId="S::georges.mathio@estia.fr::1057b68d-d9cf-4cd5-bc4c-3fe68ec33e97" providerId="AD" clId="Web-{5EFEA22B-9117-6650-ED4C-6E1CB2367D04}" dt="2023-12-03T22:10:00.269" v="147" actId="20577"/>
      <pc:docMkLst>
        <pc:docMk/>
      </pc:docMkLst>
      <pc:sldChg chg="addSp delSp modSp">
        <pc:chgData name="Georges MATHIO" userId="S::georges.mathio@estia.fr::1057b68d-d9cf-4cd5-bc4c-3fe68ec33e97" providerId="AD" clId="Web-{5EFEA22B-9117-6650-ED4C-6E1CB2367D04}" dt="2023-12-03T21:35:10.251" v="19" actId="1076"/>
        <pc:sldMkLst>
          <pc:docMk/>
          <pc:sldMk cId="4100953463" sldId="259"/>
        </pc:sldMkLst>
        <pc:spChg chg="add del mod">
          <ac:chgData name="Georges MATHIO" userId="S::georges.mathio@estia.fr::1057b68d-d9cf-4cd5-bc4c-3fe68ec33e97" providerId="AD" clId="Web-{5EFEA22B-9117-6650-ED4C-6E1CB2367D04}" dt="2023-12-03T21:34:53.876" v="13" actId="1076"/>
          <ac:spMkLst>
            <pc:docMk/>
            <pc:sldMk cId="4100953463" sldId="259"/>
            <ac:spMk id="5" creationId="{D347962B-D315-B05C-458D-C208039433A5}"/>
          </ac:spMkLst>
        </pc:spChg>
        <pc:spChg chg="del">
          <ac:chgData name="Georges MATHIO" userId="S::georges.mathio@estia.fr::1057b68d-d9cf-4cd5-bc4c-3fe68ec33e97" providerId="AD" clId="Web-{5EFEA22B-9117-6650-ED4C-6E1CB2367D04}" dt="2023-12-03T21:34:48.360" v="11"/>
          <ac:spMkLst>
            <pc:docMk/>
            <pc:sldMk cId="4100953463" sldId="259"/>
            <ac:spMk id="6" creationId="{73831E86-022B-3D7B-E5D0-218EB5DAF1AF}"/>
          </ac:spMkLst>
        </pc:spChg>
        <pc:spChg chg="del">
          <ac:chgData name="Georges MATHIO" userId="S::georges.mathio@estia.fr::1057b68d-d9cf-4cd5-bc4c-3fe68ec33e97" providerId="AD" clId="Web-{5EFEA22B-9117-6650-ED4C-6E1CB2367D04}" dt="2023-12-03T21:34:48.360" v="10"/>
          <ac:spMkLst>
            <pc:docMk/>
            <pc:sldMk cId="4100953463" sldId="259"/>
            <ac:spMk id="7" creationId="{9E3B83C3-3E52-1305-A79A-4FCED71A1382}"/>
          </ac:spMkLst>
        </pc:spChg>
        <pc:spChg chg="del">
          <ac:chgData name="Georges MATHIO" userId="S::georges.mathio@estia.fr::1057b68d-d9cf-4cd5-bc4c-3fe68ec33e97" providerId="AD" clId="Web-{5EFEA22B-9117-6650-ED4C-6E1CB2367D04}" dt="2023-12-03T21:34:48.360" v="9"/>
          <ac:spMkLst>
            <pc:docMk/>
            <pc:sldMk cId="4100953463" sldId="259"/>
            <ac:spMk id="8" creationId="{E12ABF3D-8E76-53EA-E6CD-B86762F69BE4}"/>
          </ac:spMkLst>
        </pc:spChg>
        <pc:spChg chg="add mod">
          <ac:chgData name="Georges MATHIO" userId="S::georges.mathio@estia.fr::1057b68d-d9cf-4cd5-bc4c-3fe68ec33e97" providerId="AD" clId="Web-{5EFEA22B-9117-6650-ED4C-6E1CB2367D04}" dt="2023-12-03T21:34:57.985" v="15" actId="1076"/>
          <ac:spMkLst>
            <pc:docMk/>
            <pc:sldMk cId="4100953463" sldId="259"/>
            <ac:spMk id="9" creationId="{F405CAD0-32C9-9F3A-A4F4-06F9C0DBA6A1}"/>
          </ac:spMkLst>
        </pc:spChg>
        <pc:spChg chg="add mod">
          <ac:chgData name="Georges MATHIO" userId="S::georges.mathio@estia.fr::1057b68d-d9cf-4cd5-bc4c-3fe68ec33e97" providerId="AD" clId="Web-{5EFEA22B-9117-6650-ED4C-6E1CB2367D04}" dt="2023-12-03T21:35:05.673" v="17" actId="1076"/>
          <ac:spMkLst>
            <pc:docMk/>
            <pc:sldMk cId="4100953463" sldId="259"/>
            <ac:spMk id="10" creationId="{472CA7C6-DC5F-ADFD-51D9-9E67A6DE8420}"/>
          </ac:spMkLst>
        </pc:spChg>
        <pc:spChg chg="add mod">
          <ac:chgData name="Georges MATHIO" userId="S::georges.mathio@estia.fr::1057b68d-d9cf-4cd5-bc4c-3fe68ec33e97" providerId="AD" clId="Web-{5EFEA22B-9117-6650-ED4C-6E1CB2367D04}" dt="2023-12-03T21:35:10.251" v="19" actId="1076"/>
          <ac:spMkLst>
            <pc:docMk/>
            <pc:sldMk cId="4100953463" sldId="259"/>
            <ac:spMk id="11" creationId="{9EE11E64-74CA-C1DE-D2FE-D304ECA0E02E}"/>
          </ac:spMkLst>
        </pc:spChg>
        <pc:spChg chg="del">
          <ac:chgData name="Georges MATHIO" userId="S::georges.mathio@estia.fr::1057b68d-d9cf-4cd5-bc4c-3fe68ec33e97" providerId="AD" clId="Web-{5EFEA22B-9117-6650-ED4C-6E1CB2367D04}" dt="2023-12-03T21:34:32.109" v="6"/>
          <ac:spMkLst>
            <pc:docMk/>
            <pc:sldMk cId="4100953463" sldId="259"/>
            <ac:spMk id="15" creationId="{6FC2A128-1F70-3E6A-C629-D84FACA0066B}"/>
          </ac:spMkLst>
        </pc:spChg>
        <pc:spChg chg="del">
          <ac:chgData name="Georges MATHIO" userId="S::georges.mathio@estia.fr::1057b68d-d9cf-4cd5-bc4c-3fe68ec33e97" providerId="AD" clId="Web-{5EFEA22B-9117-6650-ED4C-6E1CB2367D04}" dt="2023-12-03T21:34:48.360" v="12"/>
          <ac:spMkLst>
            <pc:docMk/>
            <pc:sldMk cId="4100953463" sldId="259"/>
            <ac:spMk id="17" creationId="{6A81EA13-CBCC-947A-51EF-35597D1DA04E}"/>
          </ac:spMkLst>
        </pc:spChg>
      </pc:sldChg>
      <pc:sldChg chg="modSp del">
        <pc:chgData name="Georges MATHIO" userId="S::georges.mathio@estia.fr::1057b68d-d9cf-4cd5-bc4c-3fe68ec33e97" providerId="AD" clId="Web-{5EFEA22B-9117-6650-ED4C-6E1CB2367D04}" dt="2023-12-03T22:09:20.377" v="102"/>
        <pc:sldMkLst>
          <pc:docMk/>
          <pc:sldMk cId="2902806686" sldId="273"/>
        </pc:sldMkLst>
        <pc:spChg chg="mod">
          <ac:chgData name="Georges MATHIO" userId="S::georges.mathio@estia.fr::1057b68d-d9cf-4cd5-bc4c-3fe68ec33e97" providerId="AD" clId="Web-{5EFEA22B-9117-6650-ED4C-6E1CB2367D04}" dt="2023-12-03T21:34:05.765" v="5" actId="20577"/>
          <ac:spMkLst>
            <pc:docMk/>
            <pc:sldMk cId="2902806686" sldId="273"/>
            <ac:spMk id="6" creationId="{37E68E50-1F8D-C6EF-3F0A-17CAC14C946D}"/>
          </ac:spMkLst>
        </pc:spChg>
      </pc:sldChg>
      <pc:sldChg chg="addSp modSp addAnim">
        <pc:chgData name="Georges MATHIO" userId="S::georges.mathio@estia.fr::1057b68d-d9cf-4cd5-bc4c-3fe68ec33e97" providerId="AD" clId="Web-{5EFEA22B-9117-6650-ED4C-6E1CB2367D04}" dt="2023-12-03T22:07:06.123" v="42"/>
        <pc:sldMkLst>
          <pc:docMk/>
          <pc:sldMk cId="622942533" sldId="274"/>
        </pc:sldMkLst>
        <pc:spChg chg="mod">
          <ac:chgData name="Georges MATHIO" userId="S::georges.mathio@estia.fr::1057b68d-d9cf-4cd5-bc4c-3fe68ec33e97" providerId="AD" clId="Web-{5EFEA22B-9117-6650-ED4C-6E1CB2367D04}" dt="2023-12-03T22:05:53.370" v="20" actId="1076"/>
          <ac:spMkLst>
            <pc:docMk/>
            <pc:sldMk cId="622942533" sldId="274"/>
            <ac:spMk id="3" creationId="{15F323A9-48C3-D674-A8E8-275AD97BEED6}"/>
          </ac:spMkLst>
        </pc:spChg>
        <pc:spChg chg="add mod">
          <ac:chgData name="Georges MATHIO" userId="S::georges.mathio@estia.fr::1057b68d-d9cf-4cd5-bc4c-3fe68ec33e97" providerId="AD" clId="Web-{5EFEA22B-9117-6650-ED4C-6E1CB2367D04}" dt="2023-12-03T22:07:01.216" v="41"/>
          <ac:spMkLst>
            <pc:docMk/>
            <pc:sldMk cId="622942533" sldId="274"/>
            <ac:spMk id="4" creationId="{D2E2592F-D36B-84AD-191A-EBD21D46107A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417" v="21" actId="1076"/>
          <ac:spMkLst>
            <pc:docMk/>
            <pc:sldMk cId="622942533" sldId="274"/>
            <ac:spMk id="5" creationId="{EAA5BBBB-016D-354C-01C9-2BAD8E0B848C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448" v="22" actId="1076"/>
          <ac:spMkLst>
            <pc:docMk/>
            <pc:sldMk cId="622942533" sldId="274"/>
            <ac:spMk id="7" creationId="{C15FAE2F-FBCE-8E29-2E1D-7CB5506CAA72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464" v="23" actId="1076"/>
          <ac:spMkLst>
            <pc:docMk/>
            <pc:sldMk cId="622942533" sldId="274"/>
            <ac:spMk id="8" creationId="{8A2A4BA7-71D2-79D7-ABF7-52F7472C9585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480" v="24" actId="1076"/>
          <ac:spMkLst>
            <pc:docMk/>
            <pc:sldMk cId="622942533" sldId="274"/>
            <ac:spMk id="9" creationId="{B4AF8AE0-A3F6-3D1C-5AF4-04542F78DC24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495" v="25" actId="1076"/>
          <ac:spMkLst>
            <pc:docMk/>
            <pc:sldMk cId="622942533" sldId="274"/>
            <ac:spMk id="10" creationId="{A8C2CC2C-3CDC-205E-8D72-3D7FAACDBE9D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511" v="26" actId="1076"/>
          <ac:spMkLst>
            <pc:docMk/>
            <pc:sldMk cId="622942533" sldId="274"/>
            <ac:spMk id="11" creationId="{B7A2D0BC-3BB5-07CE-498A-26B2078ABC59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527" v="27" actId="1076"/>
          <ac:spMkLst>
            <pc:docMk/>
            <pc:sldMk cId="622942533" sldId="274"/>
            <ac:spMk id="12" creationId="{C522105D-F8F2-79B6-F4DF-E58FE6476781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542" v="28" actId="1076"/>
          <ac:spMkLst>
            <pc:docMk/>
            <pc:sldMk cId="622942533" sldId="274"/>
            <ac:spMk id="13" creationId="{60AF2783-AF13-EFC2-9DB0-0714DAFBD224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558" v="29" actId="1076"/>
          <ac:spMkLst>
            <pc:docMk/>
            <pc:sldMk cId="622942533" sldId="274"/>
            <ac:spMk id="14" creationId="{8F7E923A-95AD-70A5-E986-AEA33E393AFE}"/>
          </ac:spMkLst>
        </pc:spChg>
        <pc:spChg chg="mod">
          <ac:chgData name="Georges MATHIO" userId="S::georges.mathio@estia.fr::1057b68d-d9cf-4cd5-bc4c-3fe68ec33e97" providerId="AD" clId="Web-{5EFEA22B-9117-6650-ED4C-6E1CB2367D04}" dt="2023-12-03T22:05:53.573" v="30" actId="1076"/>
          <ac:spMkLst>
            <pc:docMk/>
            <pc:sldMk cId="622942533" sldId="274"/>
            <ac:spMk id="15" creationId="{E85475B8-FAE8-9C6C-6319-FBD07B262D9A}"/>
          </ac:spMkLst>
        </pc:spChg>
      </pc:sldChg>
      <pc:sldChg chg="modSp">
        <pc:chgData name="Georges MATHIO" userId="S::georges.mathio@estia.fr::1057b68d-d9cf-4cd5-bc4c-3fe68ec33e97" providerId="AD" clId="Web-{5EFEA22B-9117-6650-ED4C-6E1CB2367D04}" dt="2023-12-03T22:09:03.611" v="101" actId="20577"/>
        <pc:sldMkLst>
          <pc:docMk/>
          <pc:sldMk cId="3553313518" sldId="276"/>
        </pc:sldMkLst>
        <pc:spChg chg="mod">
          <ac:chgData name="Georges MATHIO" userId="S::georges.mathio@estia.fr::1057b68d-d9cf-4cd5-bc4c-3fe68ec33e97" providerId="AD" clId="Web-{5EFEA22B-9117-6650-ED4C-6E1CB2367D04}" dt="2023-12-03T22:09:03.611" v="101" actId="20577"/>
          <ac:spMkLst>
            <pc:docMk/>
            <pc:sldMk cId="3553313518" sldId="276"/>
            <ac:spMk id="6" creationId="{37E68E50-1F8D-C6EF-3F0A-17CAC14C946D}"/>
          </ac:spMkLst>
        </pc:spChg>
      </pc:sldChg>
      <pc:sldChg chg="modSp">
        <pc:chgData name="Georges MATHIO" userId="S::georges.mathio@estia.fr::1057b68d-d9cf-4cd5-bc4c-3fe68ec33e97" providerId="AD" clId="Web-{5EFEA22B-9117-6650-ED4C-6E1CB2367D04}" dt="2023-12-03T22:10:00.269" v="147" actId="20577"/>
        <pc:sldMkLst>
          <pc:docMk/>
          <pc:sldMk cId="2764676056" sldId="278"/>
        </pc:sldMkLst>
        <pc:spChg chg="mod">
          <ac:chgData name="Georges MATHIO" userId="S::georges.mathio@estia.fr::1057b68d-d9cf-4cd5-bc4c-3fe68ec33e97" providerId="AD" clId="Web-{5EFEA22B-9117-6650-ED4C-6E1CB2367D04}" dt="2023-12-03T22:10:00.269" v="147" actId="20577"/>
          <ac:spMkLst>
            <pc:docMk/>
            <pc:sldMk cId="2764676056" sldId="278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60DEDEB6-5EA0-E08F-18C2-1DE56BD3CFFD}"/>
    <pc:docChg chg="modSld">
      <pc:chgData name="Georges MATHIO" userId="S::georges.mathio@estia.fr::1057b68d-d9cf-4cd5-bc4c-3fe68ec33e97" providerId="AD" clId="Web-{60DEDEB6-5EA0-E08F-18C2-1DE56BD3CFFD}" dt="2023-11-27T11:39:26.676" v="15" actId="20577"/>
      <pc:docMkLst>
        <pc:docMk/>
      </pc:docMkLst>
      <pc:sldChg chg="modSp">
        <pc:chgData name="Georges MATHIO" userId="S::georges.mathio@estia.fr::1057b68d-d9cf-4cd5-bc4c-3fe68ec33e97" providerId="AD" clId="Web-{60DEDEB6-5EA0-E08F-18C2-1DE56BD3CFFD}" dt="2023-11-27T11:39:26.676" v="15" actId="20577"/>
        <pc:sldMkLst>
          <pc:docMk/>
          <pc:sldMk cId="2902806686" sldId="273"/>
        </pc:sldMkLst>
        <pc:spChg chg="mod">
          <ac:chgData name="Georges MATHIO" userId="S::georges.mathio@estia.fr::1057b68d-d9cf-4cd5-bc4c-3fe68ec33e97" providerId="AD" clId="Web-{60DEDEB6-5EA0-E08F-18C2-1DE56BD3CFFD}" dt="2023-11-27T11:39:26.676" v="15" actId="20577"/>
          <ac:spMkLst>
            <pc:docMk/>
            <pc:sldMk cId="2902806686" sldId="273"/>
            <ac:spMk id="6" creationId="{37E68E50-1F8D-C6EF-3F0A-17CAC14C946D}"/>
          </ac:spMkLst>
        </pc:spChg>
      </pc:sldChg>
      <pc:sldChg chg="modSp">
        <pc:chgData name="Georges MATHIO" userId="S::georges.mathio@estia.fr::1057b68d-d9cf-4cd5-bc4c-3fe68ec33e97" providerId="AD" clId="Web-{60DEDEB6-5EA0-E08F-18C2-1DE56BD3CFFD}" dt="2023-11-27T11:35:42.217" v="1" actId="20577"/>
        <pc:sldMkLst>
          <pc:docMk/>
          <pc:sldMk cId="622942533" sldId="274"/>
        </pc:sldMkLst>
        <pc:spChg chg="mod">
          <ac:chgData name="Georges MATHIO" userId="S::georges.mathio@estia.fr::1057b68d-d9cf-4cd5-bc4c-3fe68ec33e97" providerId="AD" clId="Web-{60DEDEB6-5EA0-E08F-18C2-1DE56BD3CFFD}" dt="2023-11-27T11:35:42.217" v="1" actId="20577"/>
          <ac:spMkLst>
            <pc:docMk/>
            <pc:sldMk cId="622942533" sldId="274"/>
            <ac:spMk id="15" creationId="{E85475B8-FAE8-9C6C-6319-FBD07B262D9A}"/>
          </ac:spMkLst>
        </pc:sp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35365" y="4332070"/>
            <a:ext cx="4566168" cy="1405467"/>
          </a:xfrm>
        </p:spPr>
        <p:txBody>
          <a:bodyPr rtlCol="0">
            <a:normAutofit/>
          </a:bodyPr>
          <a:lstStyle/>
          <a:p>
            <a:r>
              <a:rPr lang="fr-FR" sz="2800" dirty="0">
                <a:cs typeface="Calibri"/>
              </a:rPr>
              <a:t>Automate - CI/CD pipeline</a:t>
            </a:r>
          </a:p>
        </p:txBody>
      </p:sp>
      <p:pic>
        <p:nvPicPr>
          <p:cNvPr id="4" name="Picture 2" descr="r/programming - The #1 Programmer Excuse for Legitimately Slacking Off">
            <a:extLst>
              <a:ext uri="{FF2B5EF4-FFF2-40B4-BE49-F238E27FC236}">
                <a16:creationId xmlns:a16="http://schemas.microsoft.com/office/drawing/2014/main" id="{135621FE-24BE-155D-1550-948A156A2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1320977"/>
            <a:ext cx="3933825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538295"/>
            <a:ext cx="5836346" cy="3045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000" dirty="0">
                <a:ea typeface="Calibri"/>
                <a:cs typeface="Calibri"/>
              </a:rPr>
              <a:t>The virtues of automation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Calibri"/>
                <a:cs typeface="Calibri"/>
              </a:rPr>
              <a:t>GitHub workflows principles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Calibri"/>
                <a:cs typeface="Calibri"/>
              </a:rPr>
              <a:t>Example of usage</a:t>
            </a:r>
          </a:p>
          <a:p>
            <a:pPr>
              <a:lnSpc>
                <a:spcPct val="250000"/>
              </a:lnSpc>
            </a:pPr>
            <a:r>
              <a:rPr lang="en-US" sz="2000" dirty="0">
                <a:latin typeface="Calibri"/>
                <a:cs typeface="Calibri"/>
              </a:rPr>
              <a:t>TP: the CI/CD</a:t>
            </a:r>
            <a:endParaRPr lang="en-US" dirty="0"/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Oval 14">
            <a:extLst>
              <a:ext uri="{FF2B5EF4-FFF2-40B4-BE49-F238E27FC236}">
                <a16:creationId xmlns:a16="http://schemas.microsoft.com/office/drawing/2014/main" id="{D347962B-D315-B05C-458D-C208039433A5}"/>
              </a:ext>
            </a:extLst>
          </p:cNvPr>
          <p:cNvSpPr/>
          <p:nvPr/>
        </p:nvSpPr>
        <p:spPr>
          <a:xfrm>
            <a:off x="6860231" y="1107414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F405CAD0-32C9-9F3A-A4F4-06F9C0DBA6A1}"/>
              </a:ext>
            </a:extLst>
          </p:cNvPr>
          <p:cNvSpPr/>
          <p:nvPr/>
        </p:nvSpPr>
        <p:spPr>
          <a:xfrm>
            <a:off x="7763998" y="1780809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14">
            <a:extLst>
              <a:ext uri="{FF2B5EF4-FFF2-40B4-BE49-F238E27FC236}">
                <a16:creationId xmlns:a16="http://schemas.microsoft.com/office/drawing/2014/main" id="{472CA7C6-DC5F-ADFD-51D9-9E67A6DE8420}"/>
              </a:ext>
            </a:extLst>
          </p:cNvPr>
          <p:cNvSpPr/>
          <p:nvPr/>
        </p:nvSpPr>
        <p:spPr>
          <a:xfrm>
            <a:off x="8906998" y="947925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4">
            <a:extLst>
              <a:ext uri="{FF2B5EF4-FFF2-40B4-BE49-F238E27FC236}">
                <a16:creationId xmlns:a16="http://schemas.microsoft.com/office/drawing/2014/main" id="{9EE11E64-74CA-C1DE-D2FE-D304ECA0E02E}"/>
              </a:ext>
            </a:extLst>
          </p:cNvPr>
          <p:cNvSpPr/>
          <p:nvPr/>
        </p:nvSpPr>
        <p:spPr>
          <a:xfrm>
            <a:off x="10129742" y="159344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976881-B91B-E571-1F48-B246420E9794}"/>
              </a:ext>
            </a:extLst>
          </p:cNvPr>
          <p:cNvSpPr/>
          <p:nvPr/>
        </p:nvSpPr>
        <p:spPr>
          <a:xfrm>
            <a:off x="5856768" y="3475516"/>
            <a:ext cx="6237767" cy="2188534"/>
          </a:xfrm>
          <a:prstGeom prst="roundRect">
            <a:avLst/>
          </a:prstGeom>
          <a:solidFill>
            <a:srgbClr val="0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en-GB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pic>
        <p:nvPicPr>
          <p:cNvPr id="8" name="Picture 2" descr="GitHub Actions · GitHub">
            <a:extLst>
              <a:ext uri="{FF2B5EF4-FFF2-40B4-BE49-F238E27FC236}">
                <a16:creationId xmlns:a16="http://schemas.microsoft.com/office/drawing/2014/main" id="{B8094819-E7BA-8F53-6217-162E1A6D0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536" y="3792837"/>
            <a:ext cx="1474793" cy="14747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6">
            <a:extLst>
              <a:ext uri="{FF2B5EF4-FFF2-40B4-BE49-F238E27FC236}">
                <a16:creationId xmlns:a16="http://schemas.microsoft.com/office/drawing/2014/main" id="{698D9104-EB0A-A536-122A-E1A574804730}"/>
              </a:ext>
            </a:extLst>
          </p:cNvPr>
          <p:cNvSpPr txBox="1"/>
          <p:nvPr/>
        </p:nvSpPr>
        <p:spPr>
          <a:xfrm>
            <a:off x="8039968" y="4028402"/>
            <a:ext cx="4575208" cy="10858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err="1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Github</a:t>
            </a:r>
            <a:r>
              <a:rPr lang="en-US" sz="4800" b="1">
                <a:solidFill>
                  <a:schemeClr val="bg2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 actions</a:t>
            </a:r>
          </a:p>
        </p:txBody>
      </p:sp>
    </p:spTree>
    <p:extLst>
      <p:ext uri="{BB962C8B-B14F-4D97-AF65-F5344CB8AC3E}">
        <p14:creationId xmlns:p14="http://schemas.microsoft.com/office/powerpoint/2010/main" val="410095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Automation</a:t>
            </a:r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0B845A-EE3D-77EF-ECA9-E34AE1296D4D}"/>
              </a:ext>
            </a:extLst>
          </p:cNvPr>
          <p:cNvSpPr txBox="1"/>
          <p:nvPr/>
        </p:nvSpPr>
        <p:spPr>
          <a:xfrm>
            <a:off x="578729" y="952887"/>
            <a:ext cx="6197600" cy="36994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Go faster: do one action after another with no lag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Pipelining of steps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Save dev time, let the runner do the repetitive work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No human errors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A source of documentation &amp; knowledge sharing	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Shows the working build &amp; tests commands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0D75AC-AF7C-4431-6B0D-0CA98882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14" y="5073246"/>
            <a:ext cx="7614676" cy="1606584"/>
          </a:xfrm>
          <a:prstGeom prst="rect">
            <a:avLst/>
          </a:prstGeom>
        </p:spPr>
      </p:pic>
      <p:pic>
        <p:nvPicPr>
          <p:cNvPr id="2050" name="Picture 2" descr="GitHub Actions · GitHub">
            <a:extLst>
              <a:ext uri="{FF2B5EF4-FFF2-40B4-BE49-F238E27FC236}">
                <a16:creationId xmlns:a16="http://schemas.microsoft.com/office/drawing/2014/main" id="{3F892733-D624-F816-CB20-1102642F0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140" y="3987766"/>
            <a:ext cx="810260" cy="8102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ess kit | GitLab">
            <a:extLst>
              <a:ext uri="{FF2B5EF4-FFF2-40B4-BE49-F238E27FC236}">
                <a16:creationId xmlns:a16="http://schemas.microsoft.com/office/drawing/2014/main" id="{CA930879-3D2D-DD71-02EB-7EDFE5D23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981462"/>
            <a:ext cx="3897825" cy="852474"/>
          </a:xfrm>
          <a:prstGeom prst="rect">
            <a:avLst/>
          </a:prstGeom>
          <a:ln>
            <a:noFill/>
          </a:ln>
          <a:effectLst>
            <a:outerShdw blurRad="88900" algn="tl" rotWithShape="0">
              <a:schemeClr val="tx1"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5B47605-7B25-86C1-2815-74F97414B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437729"/>
            <a:ext cx="3897825" cy="1254612"/>
          </a:xfrm>
          <a:prstGeom prst="rect">
            <a:avLst/>
          </a:prstGeom>
          <a:ln>
            <a:noFill/>
          </a:ln>
          <a:effectLst>
            <a:outerShdw blurRad="101600" algn="tl" rotWithShape="0">
              <a:schemeClr val="tx1"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03E20DF-1C44-960F-BE3A-66AC2F325C0E}"/>
              </a:ext>
            </a:extLst>
          </p:cNvPr>
          <p:cNvSpPr txBox="1"/>
          <p:nvPr/>
        </p:nvSpPr>
        <p:spPr>
          <a:xfrm>
            <a:off x="8908293" y="3877774"/>
            <a:ext cx="3405627" cy="9202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err="1">
                <a:solidFill>
                  <a:schemeClr val="bg2">
                    <a:lumMod val="20000"/>
                    <a:lumOff val="80000"/>
                  </a:schemeClr>
                </a:solidFill>
                <a:cs typeface="Calibri"/>
              </a:rPr>
              <a:t>Github</a:t>
            </a:r>
            <a:r>
              <a:rPr lang="en-US" sz="4000" b="1">
                <a:solidFill>
                  <a:schemeClr val="bg2">
                    <a:lumMod val="20000"/>
                    <a:lumOff val="80000"/>
                  </a:schemeClr>
                </a:solidFill>
                <a:cs typeface="Calibri"/>
              </a:rPr>
              <a:t> actions</a:t>
            </a:r>
          </a:p>
        </p:txBody>
      </p:sp>
    </p:spTree>
    <p:extLst>
      <p:ext uri="{BB962C8B-B14F-4D97-AF65-F5344CB8AC3E}">
        <p14:creationId xmlns:p14="http://schemas.microsoft.com/office/powerpoint/2010/main" val="145392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Github</a:t>
            </a:r>
            <a:r>
              <a:rPr lang="fr-FR"/>
              <a:t> Actions</a:t>
            </a:r>
            <a:endParaRPr lang="en-US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5F323A9-48C3-D674-A8E8-275AD97BEED6}"/>
              </a:ext>
            </a:extLst>
          </p:cNvPr>
          <p:cNvSpPr/>
          <p:nvPr/>
        </p:nvSpPr>
        <p:spPr>
          <a:xfrm>
            <a:off x="1016000" y="1584015"/>
            <a:ext cx="9855200" cy="5120640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200" b="1">
                <a:solidFill>
                  <a:schemeClr val="bg1"/>
                </a:solidFill>
              </a:rPr>
              <a:t>Workflow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AA5BBBB-016D-354C-01C9-2BAD8E0B848C}"/>
              </a:ext>
            </a:extLst>
          </p:cNvPr>
          <p:cNvSpPr/>
          <p:nvPr/>
        </p:nvSpPr>
        <p:spPr>
          <a:xfrm>
            <a:off x="1483360" y="2305375"/>
            <a:ext cx="4216400" cy="4114800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200" b="1">
                <a:solidFill>
                  <a:schemeClr val="bg1"/>
                </a:solidFill>
              </a:rPr>
              <a:t>Job 1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15FAE2F-FBCE-8E29-2E1D-7CB5506CAA72}"/>
              </a:ext>
            </a:extLst>
          </p:cNvPr>
          <p:cNvSpPr/>
          <p:nvPr/>
        </p:nvSpPr>
        <p:spPr>
          <a:xfrm>
            <a:off x="6167120" y="2305375"/>
            <a:ext cx="4216400" cy="4114800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3200" b="1">
                <a:solidFill>
                  <a:schemeClr val="bg1"/>
                </a:solidFill>
              </a:rPr>
              <a:t>Job 2</a:t>
            </a:r>
            <a:endParaRPr lang="en-GB" sz="3200" b="1">
              <a:solidFill>
                <a:schemeClr val="bg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2A4BA7-71D2-79D7-ABF7-52F7472C9585}"/>
              </a:ext>
            </a:extLst>
          </p:cNvPr>
          <p:cNvSpPr/>
          <p:nvPr/>
        </p:nvSpPr>
        <p:spPr>
          <a:xfrm>
            <a:off x="1879600" y="3040282"/>
            <a:ext cx="1554480" cy="1205653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b="1" err="1">
                <a:solidFill>
                  <a:schemeClr val="tx1">
                    <a:lumMod val="95000"/>
                  </a:schemeClr>
                </a:solidFill>
              </a:rPr>
              <a:t>Step</a:t>
            </a:r>
            <a:r>
              <a:rPr lang="fr-FR" sz="2800" b="1">
                <a:solidFill>
                  <a:schemeClr val="tx1">
                    <a:lumMod val="95000"/>
                  </a:schemeClr>
                </a:solidFill>
              </a:rPr>
              <a:t> 1</a:t>
            </a:r>
            <a:endParaRPr lang="en-GB" sz="2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4AF8AE0-A3F6-3D1C-5AF4-04542F78DC24}"/>
              </a:ext>
            </a:extLst>
          </p:cNvPr>
          <p:cNvSpPr/>
          <p:nvPr/>
        </p:nvSpPr>
        <p:spPr>
          <a:xfrm>
            <a:off x="3791321" y="3040281"/>
            <a:ext cx="1554480" cy="1205653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b="1">
                <a:solidFill>
                  <a:schemeClr val="tx1">
                    <a:lumMod val="95000"/>
                  </a:schemeClr>
                </a:solidFill>
              </a:rPr>
              <a:t>Action 2</a:t>
            </a:r>
            <a:endParaRPr lang="en-GB" sz="2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8C2CC2C-3CDC-205E-8D72-3D7FAACDBE9D}"/>
              </a:ext>
            </a:extLst>
          </p:cNvPr>
          <p:cNvSpPr/>
          <p:nvPr/>
        </p:nvSpPr>
        <p:spPr>
          <a:xfrm>
            <a:off x="1879600" y="4635402"/>
            <a:ext cx="1554480" cy="1205653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b="1" err="1">
                <a:solidFill>
                  <a:schemeClr val="tx1">
                    <a:lumMod val="95000"/>
                  </a:schemeClr>
                </a:solidFill>
              </a:rPr>
              <a:t>Step</a:t>
            </a:r>
            <a:r>
              <a:rPr lang="fr-FR" sz="2800" b="1">
                <a:solidFill>
                  <a:schemeClr val="tx1">
                    <a:lumMod val="95000"/>
                  </a:schemeClr>
                </a:solidFill>
              </a:rPr>
              <a:t> 3</a:t>
            </a:r>
            <a:endParaRPr lang="en-GB" sz="2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7A2D0BC-3BB5-07CE-498A-26B2078ABC59}"/>
              </a:ext>
            </a:extLst>
          </p:cNvPr>
          <p:cNvSpPr/>
          <p:nvPr/>
        </p:nvSpPr>
        <p:spPr>
          <a:xfrm>
            <a:off x="3789680" y="4635401"/>
            <a:ext cx="1554480" cy="1205653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b="1" err="1">
                <a:solidFill>
                  <a:schemeClr val="tx1">
                    <a:lumMod val="95000"/>
                  </a:schemeClr>
                </a:solidFill>
              </a:rPr>
              <a:t>Step</a:t>
            </a:r>
            <a:r>
              <a:rPr lang="fr-FR" sz="2800" b="1">
                <a:solidFill>
                  <a:schemeClr val="tx1">
                    <a:lumMod val="95000"/>
                  </a:schemeClr>
                </a:solidFill>
              </a:rPr>
              <a:t> 4</a:t>
            </a:r>
            <a:endParaRPr lang="en-GB" sz="2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522105D-F8F2-79B6-F4DF-E58FE6476781}"/>
              </a:ext>
            </a:extLst>
          </p:cNvPr>
          <p:cNvSpPr/>
          <p:nvPr/>
        </p:nvSpPr>
        <p:spPr>
          <a:xfrm>
            <a:off x="6573520" y="3643107"/>
            <a:ext cx="1554480" cy="1205653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b="1">
                <a:solidFill>
                  <a:schemeClr val="tx1">
                    <a:lumMod val="95000"/>
                  </a:schemeClr>
                </a:solidFill>
              </a:rPr>
              <a:t>Action 1</a:t>
            </a:r>
            <a:endParaRPr lang="en-GB" sz="2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0AF2783-AF13-EFC2-9DB0-0714DAFBD224}"/>
              </a:ext>
            </a:extLst>
          </p:cNvPr>
          <p:cNvSpPr/>
          <p:nvPr/>
        </p:nvSpPr>
        <p:spPr>
          <a:xfrm>
            <a:off x="8485241" y="3643106"/>
            <a:ext cx="1554480" cy="1205653"/>
          </a:xfrm>
          <a:prstGeom prst="roundRect">
            <a:avLst>
              <a:gd name="adj" fmla="val 2760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800" b="1" err="1">
                <a:solidFill>
                  <a:schemeClr val="tx1">
                    <a:lumMod val="95000"/>
                  </a:schemeClr>
                </a:solidFill>
              </a:rPr>
              <a:t>Step</a:t>
            </a:r>
            <a:r>
              <a:rPr lang="fr-FR" sz="2800" b="1">
                <a:solidFill>
                  <a:schemeClr val="tx1">
                    <a:lumMod val="95000"/>
                  </a:schemeClr>
                </a:solidFill>
              </a:rPr>
              <a:t> 2</a:t>
            </a:r>
            <a:endParaRPr lang="en-GB" sz="2800" b="1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F7E923A-95AD-70A5-E986-AEA33E393AFE}"/>
              </a:ext>
            </a:extLst>
          </p:cNvPr>
          <p:cNvSpPr txBox="1"/>
          <p:nvPr/>
        </p:nvSpPr>
        <p:spPr>
          <a:xfrm>
            <a:off x="4513336" y="1409829"/>
            <a:ext cx="4051481" cy="8334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i="1">
                <a:solidFill>
                  <a:schemeClr val="bg1"/>
                </a:solidFill>
                <a:ea typeface="Calibri"/>
                <a:cs typeface="Calibri"/>
              </a:rPr>
              <a:t>Jobs can run in parallel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85475B8-FAE8-9C6C-6319-FBD07B262D9A}"/>
              </a:ext>
            </a:extLst>
          </p:cNvPr>
          <p:cNvSpPr txBox="1"/>
          <p:nvPr/>
        </p:nvSpPr>
        <p:spPr>
          <a:xfrm>
            <a:off x="6167120" y="2710309"/>
            <a:ext cx="4949952" cy="7275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i="1">
                <a:solidFill>
                  <a:schemeClr val="bg1"/>
                </a:solidFill>
                <a:ea typeface="Calibri"/>
                <a:cs typeface="Calibri"/>
              </a:rPr>
              <a:t>Steps / Actions are sequential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2592F-D36B-84AD-191A-EBD21D46107A}"/>
              </a:ext>
            </a:extLst>
          </p:cNvPr>
          <p:cNvSpPr txBox="1"/>
          <p:nvPr/>
        </p:nvSpPr>
        <p:spPr>
          <a:xfrm>
            <a:off x="276446" y="1082749"/>
            <a:ext cx="83961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2F2F2"/>
                </a:solidFill>
              </a:rPr>
              <a:t>https://docs.github.com/en/actions/learn-github-actions/understanding-github-actions</a:t>
            </a:r>
            <a:endParaRPr lang="en-US" i="1">
              <a:solidFill>
                <a:srgbClr val="F2F2F2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294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Github</a:t>
            </a:r>
            <a:r>
              <a:rPr lang="fr-FR"/>
              <a:t> Actions </a:t>
            </a:r>
            <a:r>
              <a:rPr lang="fr-FR" err="1"/>
              <a:t>example</a:t>
            </a:r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755FB0-0F35-E277-216B-113FD6D86027}"/>
              </a:ext>
            </a:extLst>
          </p:cNvPr>
          <p:cNvSpPr txBox="1"/>
          <p:nvPr/>
        </p:nvSpPr>
        <p:spPr>
          <a:xfrm>
            <a:off x="477129" y="1115447"/>
            <a:ext cx="5852551" cy="30839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Workflow =&gt; the main CI/CD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What do we want to do ?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Build &amp; publish the image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Run the unit tests and API tests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We need to put a version == the git commit id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57DD7B7-3CC0-E762-76B5-4578B9241E5A}"/>
              </a:ext>
            </a:extLst>
          </p:cNvPr>
          <p:cNvSpPr txBox="1"/>
          <p:nvPr/>
        </p:nvSpPr>
        <p:spPr>
          <a:xfrm>
            <a:off x="6526720" y="1103134"/>
            <a:ext cx="5852551" cy="24683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Dependencies &amp; parallelism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Build needs version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API tests need publish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ea typeface="Calibri"/>
                <a:cs typeface="Calibri"/>
              </a:rPr>
              <a:t>No build if the unit tests are not OK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BD8F137-26B6-E1E8-E809-583E0913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202" y="4554869"/>
            <a:ext cx="9445596" cy="19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5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 err="1"/>
              <a:t>Existing</a:t>
            </a:r>
            <a:r>
              <a:rPr lang="fr-FR" dirty="0"/>
              <a:t> CI/CD skeleton</a:t>
            </a:r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1375360" y="3052187"/>
            <a:ext cx="8669697" cy="754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cs typeface="Calibri"/>
              </a:rPr>
              <a:t>Live demo ✨ </a:t>
            </a:r>
          </a:p>
        </p:txBody>
      </p:sp>
    </p:spTree>
    <p:extLst>
      <p:ext uri="{BB962C8B-B14F-4D97-AF65-F5344CB8AC3E}">
        <p14:creationId xmlns:p14="http://schemas.microsoft.com/office/powerpoint/2010/main" val="276467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Next </a:t>
            </a:r>
            <a:r>
              <a:rPr lang="fr-FR" err="1"/>
              <a:t>step</a:t>
            </a:r>
            <a:r>
              <a:rPr lang="fr-FR"/>
              <a:t>: TP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32762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Automate all the steps into a CI/CD pipeline powered with </a:t>
            </a:r>
            <a:r>
              <a:rPr lang="en-US" sz="2000" dirty="0" err="1">
                <a:cs typeface="Calibri"/>
              </a:rPr>
              <a:t>Github</a:t>
            </a:r>
            <a:r>
              <a:rPr lang="en-US" sz="2000" dirty="0">
                <a:cs typeface="Calibri"/>
              </a:rPr>
              <a:t> Actions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cs typeface="Calibri"/>
              </a:rPr>
              <a:t>Versioning (done)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Unit tests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Docker build &amp; push to ghcr.io</a:t>
            </a:r>
          </a:p>
          <a:p>
            <a:pPr marL="800100" lvl="1" indent="-34290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Use predefined actions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API tests</a:t>
            </a:r>
          </a:p>
          <a:p>
            <a:pPr marL="800100" lvl="1" indent="-342900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2000" dirty="0">
                <a:cs typeface="Calibri"/>
              </a:rPr>
              <a:t>Use the commented-out service</a:t>
            </a:r>
          </a:p>
        </p:txBody>
      </p:sp>
    </p:spTree>
    <p:extLst>
      <p:ext uri="{BB962C8B-B14F-4D97-AF65-F5344CB8AC3E}">
        <p14:creationId xmlns:p14="http://schemas.microsoft.com/office/powerpoint/2010/main" val="2656620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4CD2AD-5D5E-4A8A-B578-664947D3C498}">
  <ds:schemaRefs>
    <ds:schemaRef ds:uri="859ef32d-54dd-4f3d-88f4-5252b60136f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CEBD75A-17CD-4E15-B62C-50395490444D}">
  <ds:schemaRefs>
    <ds:schemaRef ds:uri="859ef32d-54dd-4f3d-88f4-5252b60136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9DEB25-1E72-4026-B9AD-F1EE372FF2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217</Words>
  <Application>Microsoft Office PowerPoint</Application>
  <PresentationFormat>Widescreen</PresentationFormat>
  <Paragraphs>48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Celestial</vt:lpstr>
      <vt:lpstr>DEVOPS</vt:lpstr>
      <vt:lpstr>Overview</vt:lpstr>
      <vt:lpstr>Automation</vt:lpstr>
      <vt:lpstr>Github Actions</vt:lpstr>
      <vt:lpstr>Github Actions example</vt:lpstr>
      <vt:lpstr>Existing CI/CD skeleton</vt:lpstr>
      <vt:lpstr>Next step: 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Georges MATHIO</cp:lastModifiedBy>
  <cp:revision>23</cp:revision>
  <dcterms:created xsi:type="dcterms:W3CDTF">2023-10-26T12:54:23Z</dcterms:created>
  <dcterms:modified xsi:type="dcterms:W3CDTF">2024-07-18T12:38:37Z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</Properties>
</file>