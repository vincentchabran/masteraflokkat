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  <p:sldMasterId id="2147483669" r:id="rId5"/>
  </p:sldMasterIdLst>
  <p:notesMasterIdLst>
    <p:notesMasterId r:id="rId17"/>
  </p:notesMasterIdLst>
  <p:handoutMasterIdLst>
    <p:handoutMasterId r:id="rId18"/>
  </p:handoutMasterIdLst>
  <p:sldIdLst>
    <p:sldId id="256" r:id="rId6"/>
    <p:sldId id="258" r:id="rId7"/>
    <p:sldId id="257" r:id="rId8"/>
    <p:sldId id="260" r:id="rId9"/>
    <p:sldId id="261" r:id="rId10"/>
    <p:sldId id="262" r:id="rId11"/>
    <p:sldId id="263" r:id="rId12"/>
    <p:sldId id="266" r:id="rId13"/>
    <p:sldId id="264" r:id="rId14"/>
    <p:sldId id="267" r:id="rId15"/>
    <p:sldId id="259" r:id="rId16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E72B6F-F3C4-DA2A-2F8C-361CF7A607B4}" v="20" dt="2024-07-18T12:13:30.442"/>
    <p1510:client id="{3AF3608F-3807-C3C6-EEAA-F3FC15A3B228}" v="95" dt="2024-07-18T12:17:10.5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s MATHIO" userId="S::georges.mathio@estia.fr::1057b68d-d9cf-4cd5-bc4c-3fe68ec33e97" providerId="AD" clId="Web-{18E72B6F-F3C4-DA2A-2F8C-361CF7A607B4}"/>
    <pc:docChg chg="modSld">
      <pc:chgData name="Georges MATHIO" userId="S::georges.mathio@estia.fr::1057b68d-d9cf-4cd5-bc4c-3fe68ec33e97" providerId="AD" clId="Web-{18E72B6F-F3C4-DA2A-2F8C-361CF7A607B4}" dt="2024-07-18T12:13:30.442" v="9" actId="20577"/>
      <pc:docMkLst>
        <pc:docMk/>
      </pc:docMkLst>
      <pc:sldChg chg="modSp">
        <pc:chgData name="Georges MATHIO" userId="S::georges.mathio@estia.fr::1057b68d-d9cf-4cd5-bc4c-3fe68ec33e97" providerId="AD" clId="Web-{18E72B6F-F3C4-DA2A-2F8C-361CF7A607B4}" dt="2024-07-18T11:53:04.633" v="5" actId="20577"/>
        <pc:sldMkLst>
          <pc:docMk/>
          <pc:sldMk cId="1297329357" sldId="261"/>
        </pc:sldMkLst>
        <pc:spChg chg="mod">
          <ac:chgData name="Georges MATHIO" userId="S::georges.mathio@estia.fr::1057b68d-d9cf-4cd5-bc4c-3fe68ec33e97" providerId="AD" clId="Web-{18E72B6F-F3C4-DA2A-2F8C-361CF7A607B4}" dt="2024-07-18T11:53:04.633" v="5" actId="20577"/>
          <ac:spMkLst>
            <pc:docMk/>
            <pc:sldMk cId="1297329357" sldId="261"/>
            <ac:spMk id="6" creationId="{37E68E50-1F8D-C6EF-3F0A-17CAC14C946D}"/>
          </ac:spMkLst>
        </pc:spChg>
      </pc:sldChg>
      <pc:sldChg chg="modSp">
        <pc:chgData name="Georges MATHIO" userId="S::georges.mathio@estia.fr::1057b68d-d9cf-4cd5-bc4c-3fe68ec33e97" providerId="AD" clId="Web-{18E72B6F-F3C4-DA2A-2F8C-361CF7A607B4}" dt="2024-07-18T12:13:30.442" v="9" actId="20577"/>
        <pc:sldMkLst>
          <pc:docMk/>
          <pc:sldMk cId="1573690781" sldId="262"/>
        </pc:sldMkLst>
        <pc:spChg chg="mod">
          <ac:chgData name="Georges MATHIO" userId="S::georges.mathio@estia.fr::1057b68d-d9cf-4cd5-bc4c-3fe68ec33e97" providerId="AD" clId="Web-{18E72B6F-F3C4-DA2A-2F8C-361CF7A607B4}" dt="2024-07-18T12:13:30.442" v="9" actId="20577"/>
          <ac:spMkLst>
            <pc:docMk/>
            <pc:sldMk cId="1573690781" sldId="262"/>
            <ac:spMk id="6" creationId="{37E68E50-1F8D-C6EF-3F0A-17CAC14C946D}"/>
          </ac:spMkLst>
        </pc:spChg>
      </pc:sldChg>
    </pc:docChg>
  </pc:docChgLst>
  <pc:docChgLst>
    <pc:chgData name="Georges MATHIO" userId="S::georges.mathio@estia.fr::1057b68d-d9cf-4cd5-bc4c-3fe68ec33e97" providerId="AD" clId="Web-{7FB7BF05-9048-28FC-5EB7-CE05B75ADC04}"/>
    <pc:docChg chg="addSld delSld modSld">
      <pc:chgData name="Georges MATHIO" userId="S::georges.mathio@estia.fr::1057b68d-d9cf-4cd5-bc4c-3fe68ec33e97" providerId="AD" clId="Web-{7FB7BF05-9048-28FC-5EB7-CE05B75ADC04}" dt="2023-10-26T13:13:17.279" v="42" actId="20577"/>
      <pc:docMkLst>
        <pc:docMk/>
      </pc:docMkLst>
      <pc:sldChg chg="modSp">
        <pc:chgData name="Georges MATHIO" userId="S::georges.mathio@estia.fr::1057b68d-d9cf-4cd5-bc4c-3fe68ec33e97" providerId="AD" clId="Web-{7FB7BF05-9048-28FC-5EB7-CE05B75ADC04}" dt="2023-10-26T13:10:36.055" v="30" actId="1076"/>
        <pc:sldMkLst>
          <pc:docMk/>
          <pc:sldMk cId="2526593619" sldId="256"/>
        </pc:sldMkLst>
        <pc:spChg chg="mod">
          <ac:chgData name="Georges MATHIO" userId="S::georges.mathio@estia.fr::1057b68d-d9cf-4cd5-bc4c-3fe68ec33e97" providerId="AD" clId="Web-{7FB7BF05-9048-28FC-5EB7-CE05B75ADC04}" dt="2023-10-26T13:10:31.790" v="29" actId="1076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S::georges.mathio@estia.fr::1057b68d-d9cf-4cd5-bc4c-3fe68ec33e97" providerId="AD" clId="Web-{7FB7BF05-9048-28FC-5EB7-CE05B75ADC04}" dt="2023-10-26T13:10:36.055" v="30" actId="1076"/>
          <ac:spMkLst>
            <pc:docMk/>
            <pc:sldMk cId="2526593619" sldId="256"/>
            <ac:spMk id="3" creationId="{00000000-0000-0000-0000-000000000000}"/>
          </ac:spMkLst>
        </pc:spChg>
      </pc:sldChg>
      <pc:sldChg chg="modSp new">
        <pc:chgData name="Georges MATHIO" userId="S::georges.mathio@estia.fr::1057b68d-d9cf-4cd5-bc4c-3fe68ec33e97" providerId="AD" clId="Web-{7FB7BF05-9048-28FC-5EB7-CE05B75ADC04}" dt="2023-10-26T13:13:17.279" v="42" actId="20577"/>
        <pc:sldMkLst>
          <pc:docMk/>
          <pc:sldMk cId="1029684144" sldId="257"/>
        </pc:sldMkLst>
        <pc:spChg chg="mod">
          <ac:chgData name="Georges MATHIO" userId="S::georges.mathio@estia.fr::1057b68d-d9cf-4cd5-bc4c-3fe68ec33e97" providerId="AD" clId="Web-{7FB7BF05-9048-28FC-5EB7-CE05B75ADC04}" dt="2023-10-26T13:13:09.950" v="34" actId="20577"/>
          <ac:spMkLst>
            <pc:docMk/>
            <pc:sldMk cId="1029684144" sldId="257"/>
            <ac:spMk id="2" creationId="{B5D39F23-9E5E-3FC9-8F53-3F96A255A95E}"/>
          </ac:spMkLst>
        </pc:spChg>
        <pc:spChg chg="mod">
          <ac:chgData name="Georges MATHIO" userId="S::georges.mathio@estia.fr::1057b68d-d9cf-4cd5-bc4c-3fe68ec33e97" providerId="AD" clId="Web-{7FB7BF05-9048-28FC-5EB7-CE05B75ADC04}" dt="2023-10-26T13:13:17.279" v="42" actId="20577"/>
          <ac:spMkLst>
            <pc:docMk/>
            <pc:sldMk cId="1029684144" sldId="257"/>
            <ac:spMk id="3" creationId="{84CB716B-E483-042C-35D2-F2CBBF99143C}"/>
          </ac:spMkLst>
        </pc:spChg>
      </pc:sldChg>
      <pc:sldChg chg="new del">
        <pc:chgData name="Georges MATHIO" userId="S::georges.mathio@estia.fr::1057b68d-d9cf-4cd5-bc4c-3fe68ec33e97" providerId="AD" clId="Web-{7FB7BF05-9048-28FC-5EB7-CE05B75ADC04}" dt="2023-10-26T13:09:48.992" v="6"/>
        <pc:sldMkLst>
          <pc:docMk/>
          <pc:sldMk cId="3970989700" sldId="257"/>
        </pc:sldMkLst>
      </pc:sldChg>
    </pc:docChg>
  </pc:docChgLst>
  <pc:docChgLst>
    <pc:chgData name="Georges MATHIO" userId="S::georges.mathio@estia.fr::1057b68d-d9cf-4cd5-bc4c-3fe68ec33e97" providerId="AD" clId="Web-{FD3DD27B-E713-6FE3-1D21-89D072306E05}"/>
    <pc:docChg chg="modSld">
      <pc:chgData name="Georges MATHIO" userId="S::georges.mathio@estia.fr::1057b68d-d9cf-4cd5-bc4c-3fe68ec33e97" providerId="AD" clId="Web-{FD3DD27B-E713-6FE3-1D21-89D072306E05}" dt="2023-11-30T12:31:25.014" v="71" actId="20577"/>
      <pc:docMkLst>
        <pc:docMk/>
      </pc:docMkLst>
      <pc:sldChg chg="modSp">
        <pc:chgData name="Georges MATHIO" userId="S::georges.mathio@estia.fr::1057b68d-d9cf-4cd5-bc4c-3fe68ec33e97" providerId="AD" clId="Web-{FD3DD27B-E713-6FE3-1D21-89D072306E05}" dt="2023-11-30T12:31:25.014" v="71" actId="20577"/>
        <pc:sldMkLst>
          <pc:docMk/>
          <pc:sldMk cId="3105916800" sldId="259"/>
        </pc:sldMkLst>
        <pc:spChg chg="mod">
          <ac:chgData name="Georges MATHIO" userId="S::georges.mathio@estia.fr::1057b68d-d9cf-4cd5-bc4c-3fe68ec33e97" providerId="AD" clId="Web-{FD3DD27B-E713-6FE3-1D21-89D072306E05}" dt="2023-11-30T12:31:25.014" v="71" actId="20577"/>
          <ac:spMkLst>
            <pc:docMk/>
            <pc:sldMk cId="3105916800" sldId="259"/>
            <ac:spMk id="6" creationId="{37E68E50-1F8D-C6EF-3F0A-17CAC14C946D}"/>
          </ac:spMkLst>
        </pc:spChg>
      </pc:sldChg>
    </pc:docChg>
  </pc:docChgLst>
  <pc:docChgLst>
    <pc:chgData name="Georges MATHIO" userId="S::georges.mathio@estia.fr::1057b68d-d9cf-4cd5-bc4c-3fe68ec33e97" providerId="AD" clId="Web-{E58ACFA9-B5D6-3485-BF68-9FB6C6AA1707}"/>
    <pc:docChg chg="addSld modSld">
      <pc:chgData name="Georges MATHIO" userId="S::georges.mathio@estia.fr::1057b68d-d9cf-4cd5-bc4c-3fe68ec33e97" providerId="AD" clId="Web-{E58ACFA9-B5D6-3485-BF68-9FB6C6AA1707}" dt="2023-11-07T15:11:59.707" v="498" actId="20577"/>
      <pc:docMkLst>
        <pc:docMk/>
      </pc:docMkLst>
      <pc:sldChg chg="modSp">
        <pc:chgData name="Georges MATHIO" userId="S::georges.mathio@estia.fr::1057b68d-d9cf-4cd5-bc4c-3fe68ec33e97" providerId="AD" clId="Web-{E58ACFA9-B5D6-3485-BF68-9FB6C6AA1707}" dt="2023-11-07T15:00:02.260" v="2" actId="20577"/>
        <pc:sldMkLst>
          <pc:docMk/>
          <pc:sldMk cId="2526593619" sldId="256"/>
        </pc:sldMkLst>
        <pc:spChg chg="mod">
          <ac:chgData name="Georges MATHIO" userId="S::georges.mathio@estia.fr::1057b68d-d9cf-4cd5-bc4c-3fe68ec33e97" providerId="AD" clId="Web-{E58ACFA9-B5D6-3485-BF68-9FB6C6AA1707}" dt="2023-11-07T15:00:02.260" v="2" actId="20577"/>
          <ac:spMkLst>
            <pc:docMk/>
            <pc:sldMk cId="2526593619" sldId="256"/>
            <ac:spMk id="3" creationId="{00000000-0000-0000-0000-000000000000}"/>
          </ac:spMkLst>
        </pc:spChg>
      </pc:sldChg>
      <pc:sldChg chg="modSp">
        <pc:chgData name="Georges MATHIO" userId="S::georges.mathio@estia.fr::1057b68d-d9cf-4cd5-bc4c-3fe68ec33e97" providerId="AD" clId="Web-{E58ACFA9-B5D6-3485-BF68-9FB6C6AA1707}" dt="2023-11-07T15:06:47.868" v="273" actId="20577"/>
        <pc:sldMkLst>
          <pc:docMk/>
          <pc:sldMk cId="2508048048" sldId="257"/>
        </pc:sldMkLst>
        <pc:spChg chg="mod">
          <ac:chgData name="Georges MATHIO" userId="S::georges.mathio@estia.fr::1057b68d-d9cf-4cd5-bc4c-3fe68ec33e97" providerId="AD" clId="Web-{E58ACFA9-B5D6-3485-BF68-9FB6C6AA1707}" dt="2023-11-07T15:05:55.429" v="236" actId="20577"/>
          <ac:spMkLst>
            <pc:docMk/>
            <pc:sldMk cId="2508048048" sldId="257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E58ACFA9-B5D6-3485-BF68-9FB6C6AA1707}" dt="2023-11-07T15:06:47.868" v="273" actId="20577"/>
          <ac:spMkLst>
            <pc:docMk/>
            <pc:sldMk cId="2508048048" sldId="257"/>
            <ac:spMk id="6" creationId="{37E68E50-1F8D-C6EF-3F0A-17CAC14C946D}"/>
          </ac:spMkLst>
        </pc:spChg>
      </pc:sldChg>
      <pc:sldChg chg="delSp modSp">
        <pc:chgData name="Georges MATHIO" userId="S::georges.mathio@estia.fr::1057b68d-d9cf-4cd5-bc4c-3fe68ec33e97" providerId="AD" clId="Web-{E58ACFA9-B5D6-3485-BF68-9FB6C6AA1707}" dt="2023-11-07T15:02:18.093" v="100" actId="20577"/>
        <pc:sldMkLst>
          <pc:docMk/>
          <pc:sldMk cId="4100953463" sldId="258"/>
        </pc:sldMkLst>
        <pc:spChg chg="mod">
          <ac:chgData name="Georges MATHIO" userId="S::georges.mathio@estia.fr::1057b68d-d9cf-4cd5-bc4c-3fe68ec33e97" providerId="AD" clId="Web-{E58ACFA9-B5D6-3485-BF68-9FB6C6AA1707}" dt="2023-11-07T15:02:18.093" v="100" actId="20577"/>
          <ac:spMkLst>
            <pc:docMk/>
            <pc:sldMk cId="4100953463" sldId="258"/>
            <ac:spMk id="3" creationId="{B5620FEA-FA3C-B3F6-C2FC-F9D51C3D46CB}"/>
          </ac:spMkLst>
        </pc:spChg>
        <pc:spChg chg="del">
          <ac:chgData name="Georges MATHIO" userId="S::georges.mathio@estia.fr::1057b68d-d9cf-4cd5-bc4c-3fe68ec33e97" providerId="AD" clId="Web-{E58ACFA9-B5D6-3485-BF68-9FB6C6AA1707}" dt="2023-11-07T15:00:37.433" v="3"/>
          <ac:spMkLst>
            <pc:docMk/>
            <pc:sldMk cId="4100953463" sldId="258"/>
            <ac:spMk id="12" creationId="{29653E2C-D912-81DB-1716-75E4746FF989}"/>
          </ac:spMkLst>
        </pc:spChg>
        <pc:picChg chg="del">
          <ac:chgData name="Georges MATHIO" userId="S::georges.mathio@estia.fr::1057b68d-d9cf-4cd5-bc4c-3fe68ec33e97" providerId="AD" clId="Web-{E58ACFA9-B5D6-3485-BF68-9FB6C6AA1707}" dt="2023-11-07T15:00:39.621" v="4"/>
          <ac:picMkLst>
            <pc:docMk/>
            <pc:sldMk cId="4100953463" sldId="258"/>
            <ac:picMk id="11" creationId="{680F9300-14E0-9D84-F611-0C4A1D2A5DD5}"/>
          </ac:picMkLst>
        </pc:picChg>
      </pc:sldChg>
      <pc:sldChg chg="add replId">
        <pc:chgData name="Georges MATHIO" userId="S::georges.mathio@estia.fr::1057b68d-d9cf-4cd5-bc4c-3fe68ec33e97" providerId="AD" clId="Web-{E58ACFA9-B5D6-3485-BF68-9FB6C6AA1707}" dt="2023-11-07T15:05:41.381" v="229"/>
        <pc:sldMkLst>
          <pc:docMk/>
          <pc:sldMk cId="3105916800" sldId="259"/>
        </pc:sldMkLst>
      </pc:sldChg>
      <pc:sldChg chg="modSp add replId">
        <pc:chgData name="Georges MATHIO" userId="S::georges.mathio@estia.fr::1057b68d-d9cf-4cd5-bc4c-3fe68ec33e97" providerId="AD" clId="Web-{E58ACFA9-B5D6-3485-BF68-9FB6C6AA1707}" dt="2023-11-07T15:08:06.199" v="313" actId="20577"/>
        <pc:sldMkLst>
          <pc:docMk/>
          <pc:sldMk cId="3701823150" sldId="260"/>
        </pc:sldMkLst>
        <pc:spChg chg="mod">
          <ac:chgData name="Georges MATHIO" userId="S::georges.mathio@estia.fr::1057b68d-d9cf-4cd5-bc4c-3fe68ec33e97" providerId="AD" clId="Web-{E58ACFA9-B5D6-3485-BF68-9FB6C6AA1707}" dt="2023-11-07T15:06:52.946" v="277" actId="20577"/>
          <ac:spMkLst>
            <pc:docMk/>
            <pc:sldMk cId="3701823150" sldId="260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E58ACFA9-B5D6-3485-BF68-9FB6C6AA1707}" dt="2023-11-07T15:08:06.199" v="313" actId="20577"/>
          <ac:spMkLst>
            <pc:docMk/>
            <pc:sldMk cId="3701823150" sldId="260"/>
            <ac:spMk id="6" creationId="{37E68E50-1F8D-C6EF-3F0A-17CAC14C946D}"/>
          </ac:spMkLst>
        </pc:spChg>
      </pc:sldChg>
      <pc:sldChg chg="modSp add replId">
        <pc:chgData name="Georges MATHIO" userId="S::georges.mathio@estia.fr::1057b68d-d9cf-4cd5-bc4c-3fe68ec33e97" providerId="AD" clId="Web-{E58ACFA9-B5D6-3485-BF68-9FB6C6AA1707}" dt="2023-11-07T15:11:59.707" v="498" actId="20577"/>
        <pc:sldMkLst>
          <pc:docMk/>
          <pc:sldMk cId="1297329357" sldId="261"/>
        </pc:sldMkLst>
        <pc:spChg chg="mod">
          <ac:chgData name="Georges MATHIO" userId="S::georges.mathio@estia.fr::1057b68d-d9cf-4cd5-bc4c-3fe68ec33e97" providerId="AD" clId="Web-{E58ACFA9-B5D6-3485-BF68-9FB6C6AA1707}" dt="2023-11-07T15:08:14.434" v="317" actId="20577"/>
          <ac:spMkLst>
            <pc:docMk/>
            <pc:sldMk cId="1297329357" sldId="261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E58ACFA9-B5D6-3485-BF68-9FB6C6AA1707}" dt="2023-11-07T15:11:59.707" v="498" actId="20577"/>
          <ac:spMkLst>
            <pc:docMk/>
            <pc:sldMk cId="1297329357" sldId="261"/>
            <ac:spMk id="6" creationId="{37E68E50-1F8D-C6EF-3F0A-17CAC14C946D}"/>
          </ac:spMkLst>
        </pc:spChg>
      </pc:sldChg>
      <pc:sldChg chg="modSp add replId">
        <pc:chgData name="Georges MATHIO" userId="S::georges.mathio@estia.fr::1057b68d-d9cf-4cd5-bc4c-3fe68ec33e97" providerId="AD" clId="Web-{E58ACFA9-B5D6-3485-BF68-9FB6C6AA1707}" dt="2023-11-07T15:11:32.661" v="476" actId="20577"/>
        <pc:sldMkLst>
          <pc:docMk/>
          <pc:sldMk cId="1573690781" sldId="262"/>
        </pc:sldMkLst>
        <pc:spChg chg="mod">
          <ac:chgData name="Georges MATHIO" userId="S::georges.mathio@estia.fr::1057b68d-d9cf-4cd5-bc4c-3fe68ec33e97" providerId="AD" clId="Web-{E58ACFA9-B5D6-3485-BF68-9FB6C6AA1707}" dt="2023-11-07T15:09:37.890" v="377" actId="20577"/>
          <ac:spMkLst>
            <pc:docMk/>
            <pc:sldMk cId="1573690781" sldId="262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E58ACFA9-B5D6-3485-BF68-9FB6C6AA1707}" dt="2023-11-07T15:11:32.661" v="476" actId="20577"/>
          <ac:spMkLst>
            <pc:docMk/>
            <pc:sldMk cId="1573690781" sldId="262"/>
            <ac:spMk id="6" creationId="{37E68E50-1F8D-C6EF-3F0A-17CAC14C946D}"/>
          </ac:spMkLst>
        </pc:spChg>
      </pc:sldChg>
    </pc:docChg>
  </pc:docChgLst>
  <pc:docChgLst>
    <pc:chgData name="Georges MATHIO" userId="S::georges.mathio@estia.fr::1057b68d-d9cf-4cd5-bc4c-3fe68ec33e97" providerId="AD" clId="Web-{FE10854C-903B-2626-57D5-3FDC23CDD460}"/>
    <pc:docChg chg="addSld modSld">
      <pc:chgData name="Georges MATHIO" userId="S::georges.mathio@estia.fr::1057b68d-d9cf-4cd5-bc4c-3fe68ec33e97" providerId="AD" clId="Web-{FE10854C-903B-2626-57D5-3FDC23CDD460}" dt="2023-11-20T09:17:22.837" v="81" actId="20577"/>
      <pc:docMkLst>
        <pc:docMk/>
      </pc:docMkLst>
      <pc:sldChg chg="addSp modSp mod setBg addAnim">
        <pc:chgData name="Georges MATHIO" userId="S::georges.mathio@estia.fr::1057b68d-d9cf-4cd5-bc4c-3fe68ec33e97" providerId="AD" clId="Web-{FE10854C-903B-2626-57D5-3FDC23CDD460}" dt="2023-11-20T09:05:10.505" v="15" actId="20577"/>
        <pc:sldMkLst>
          <pc:docMk/>
          <pc:sldMk cId="2526593619" sldId="256"/>
        </pc:sldMkLst>
        <pc:spChg chg="mod">
          <ac:chgData name="Georges MATHIO" userId="S::georges.mathio@estia.fr::1057b68d-d9cf-4cd5-bc4c-3fe68ec33e97" providerId="AD" clId="Web-{FE10854C-903B-2626-57D5-3FDC23CDD460}" dt="2023-11-20T09:04:41.786" v="12" actId="1076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S::georges.mathio@estia.fr::1057b68d-d9cf-4cd5-bc4c-3fe68ec33e97" providerId="AD" clId="Web-{FE10854C-903B-2626-57D5-3FDC23CDD460}" dt="2023-11-20T09:05:10.505" v="15" actId="20577"/>
          <ac:spMkLst>
            <pc:docMk/>
            <pc:sldMk cId="2526593619" sldId="256"/>
            <ac:spMk id="3" creationId="{00000000-0000-0000-0000-000000000000}"/>
          </ac:spMkLst>
        </pc:spChg>
        <pc:spChg chg="add">
          <ac:chgData name="Georges MATHIO" userId="S::georges.mathio@estia.fr::1057b68d-d9cf-4cd5-bc4c-3fe68ec33e97" providerId="AD" clId="Web-{FE10854C-903B-2626-57D5-3FDC23CDD460}" dt="2023-11-20T09:03:54.880" v="5"/>
          <ac:spMkLst>
            <pc:docMk/>
            <pc:sldMk cId="2526593619" sldId="256"/>
            <ac:spMk id="11" creationId="{F4A20210-FA90-4B6D-8D2E-1B90054E097A}"/>
          </ac:spMkLst>
        </pc:spChg>
        <pc:spChg chg="add">
          <ac:chgData name="Georges MATHIO" userId="S::georges.mathio@estia.fr::1057b68d-d9cf-4cd5-bc4c-3fe68ec33e97" providerId="AD" clId="Web-{FE10854C-903B-2626-57D5-3FDC23CDD460}" dt="2023-11-20T09:03:54.880" v="5"/>
          <ac:spMkLst>
            <pc:docMk/>
            <pc:sldMk cId="2526593619" sldId="256"/>
            <ac:spMk id="13" creationId="{39213B44-68B7-47E7-B506-5C79FCF80924}"/>
          </ac:spMkLst>
        </pc:spChg>
        <pc:grpChg chg="add">
          <ac:chgData name="Georges MATHIO" userId="S::georges.mathio@estia.fr::1057b68d-d9cf-4cd5-bc4c-3fe68ec33e97" providerId="AD" clId="Web-{FE10854C-903B-2626-57D5-3FDC23CDD460}" dt="2023-11-20T09:03:54.880" v="5"/>
          <ac:grpSpMkLst>
            <pc:docMk/>
            <pc:sldMk cId="2526593619" sldId="256"/>
            <ac:grpSpMk id="15" creationId="{39084D60-65A6-45F8-8C17-3529E43F1C39}"/>
          </ac:grpSpMkLst>
        </pc:grpChg>
        <pc:picChg chg="add mod ord">
          <ac:chgData name="Georges MATHIO" userId="S::georges.mathio@estia.fr::1057b68d-d9cf-4cd5-bc4c-3fe68ec33e97" providerId="AD" clId="Web-{FE10854C-903B-2626-57D5-3FDC23CDD460}" dt="2023-11-20T09:03:54.880" v="5"/>
          <ac:picMkLst>
            <pc:docMk/>
            <pc:sldMk cId="2526593619" sldId="256"/>
            <ac:picMk id="4" creationId="{5D97DC5B-D821-7019-5D64-FC59F2E78DC3}"/>
          </ac:picMkLst>
        </pc:picChg>
        <pc:picChg chg="add">
          <ac:chgData name="Georges MATHIO" userId="S::georges.mathio@estia.fr::1057b68d-d9cf-4cd5-bc4c-3fe68ec33e97" providerId="AD" clId="Web-{FE10854C-903B-2626-57D5-3FDC23CDD460}" dt="2023-11-20T09:03:54.880" v="5"/>
          <ac:picMkLst>
            <pc:docMk/>
            <pc:sldMk cId="2526593619" sldId="256"/>
            <ac:picMk id="9" creationId="{545F67A4-7428-47F3-AE14-8CA43D976E11}"/>
          </ac:picMkLst>
        </pc:picChg>
      </pc:sldChg>
      <pc:sldChg chg="modSp add replId">
        <pc:chgData name="Georges MATHIO" userId="S::georges.mathio@estia.fr::1057b68d-d9cf-4cd5-bc4c-3fe68ec33e97" providerId="AD" clId="Web-{FE10854C-903B-2626-57D5-3FDC23CDD460}" dt="2023-11-20T09:17:22.837" v="81" actId="20577"/>
        <pc:sldMkLst>
          <pc:docMk/>
          <pc:sldMk cId="1842768588" sldId="263"/>
        </pc:sldMkLst>
        <pc:spChg chg="mod">
          <ac:chgData name="Georges MATHIO" userId="S::georges.mathio@estia.fr::1057b68d-d9cf-4cd5-bc4c-3fe68ec33e97" providerId="AD" clId="Web-{FE10854C-903B-2626-57D5-3FDC23CDD460}" dt="2023-11-20T09:12:35.320" v="18" actId="20577"/>
          <ac:spMkLst>
            <pc:docMk/>
            <pc:sldMk cId="1842768588" sldId="263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FE10854C-903B-2626-57D5-3FDC23CDD460}" dt="2023-11-20T09:17:22.837" v="81" actId="20577"/>
          <ac:spMkLst>
            <pc:docMk/>
            <pc:sldMk cId="1842768588" sldId="263"/>
            <ac:spMk id="6" creationId="{37E68E50-1F8D-C6EF-3F0A-17CAC14C946D}"/>
          </ac:spMkLst>
        </pc:spChg>
      </pc:sldChg>
    </pc:docChg>
  </pc:docChgLst>
  <pc:docChgLst>
    <pc:chgData name="Georges MATHIO" userId="1057b68d-d9cf-4cd5-bc4c-3fe68ec33e97" providerId="ADAL" clId="{6896E697-4535-4548-B5BB-7BF60D63B382}"/>
    <pc:docChg chg="undo redo custSel addSld delSld modSld sldOrd modMainMaster">
      <pc:chgData name="Georges MATHIO" userId="1057b68d-d9cf-4cd5-bc4c-3fe68ec33e97" providerId="ADAL" clId="{6896E697-4535-4548-B5BB-7BF60D63B382}" dt="2023-11-06T10:26:22.863" v="3928"/>
      <pc:docMkLst>
        <pc:docMk/>
      </pc:docMkLst>
      <pc:sldChg chg="addSp delSp modSp del mod setBg">
        <pc:chgData name="Georges MATHIO" userId="1057b68d-d9cf-4cd5-bc4c-3fe68ec33e97" providerId="ADAL" clId="{6896E697-4535-4548-B5BB-7BF60D63B382}" dt="2023-10-26T13:39:07.448" v="856" actId="47"/>
        <pc:sldMkLst>
          <pc:docMk/>
          <pc:sldMk cId="1029684144" sldId="257"/>
        </pc:sldMkLst>
        <pc:spChg chg="mod">
          <ac:chgData name="Georges MATHIO" userId="1057b68d-d9cf-4cd5-bc4c-3fe68ec33e97" providerId="ADAL" clId="{6896E697-4535-4548-B5BB-7BF60D63B382}" dt="2023-10-26T13:15:07.700" v="1" actId="26606"/>
          <ac:spMkLst>
            <pc:docMk/>
            <pc:sldMk cId="1029684144" sldId="257"/>
            <ac:spMk id="2" creationId="{B5D39F23-9E5E-3FC9-8F53-3F96A255A95E}"/>
          </ac:spMkLst>
        </pc:spChg>
        <pc:spChg chg="del">
          <ac:chgData name="Georges MATHIO" userId="1057b68d-d9cf-4cd5-bc4c-3fe68ec33e97" providerId="ADAL" clId="{6896E697-4535-4548-B5BB-7BF60D63B382}" dt="2023-10-26T13:14:45.571" v="0"/>
          <ac:spMkLst>
            <pc:docMk/>
            <pc:sldMk cId="1029684144" sldId="257"/>
            <ac:spMk id="3" creationId="{84CB716B-E483-042C-35D2-F2CBBF99143C}"/>
          </ac:spMkLst>
        </pc:spChg>
        <pc:spChg chg="add mod">
          <ac:chgData name="Georges MATHIO" userId="1057b68d-d9cf-4cd5-bc4c-3fe68ec33e97" providerId="ADAL" clId="{6896E697-4535-4548-B5BB-7BF60D63B382}" dt="2023-10-26T13:36:14.492" v="730" actId="20577"/>
          <ac:spMkLst>
            <pc:docMk/>
            <pc:sldMk cId="1029684144" sldId="257"/>
            <ac:spMk id="9" creationId="{7DB127C4-6BEF-994A-4088-80E108A99217}"/>
          </ac:spMkLst>
        </pc:spChg>
        <pc:picChg chg="add mod">
          <ac:chgData name="Georges MATHIO" userId="1057b68d-d9cf-4cd5-bc4c-3fe68ec33e97" providerId="ADAL" clId="{6896E697-4535-4548-B5BB-7BF60D63B382}" dt="2023-10-26T13:15:30.345" v="4" actId="1076"/>
          <ac:picMkLst>
            <pc:docMk/>
            <pc:sldMk cId="1029684144" sldId="257"/>
            <ac:picMk id="5" creationId="{2DF1A251-FB83-C0F4-0593-FA905925C05F}"/>
          </ac:picMkLst>
        </pc:picChg>
      </pc:sldChg>
      <pc:sldChg chg="addSp delSp modSp new mod">
        <pc:chgData name="Georges MATHIO" userId="1057b68d-d9cf-4cd5-bc4c-3fe68ec33e97" providerId="ADAL" clId="{6896E697-4535-4548-B5BB-7BF60D63B382}" dt="2023-10-26T14:11:37.867" v="2689" actId="20577"/>
        <pc:sldMkLst>
          <pc:docMk/>
          <pc:sldMk cId="1554076419" sldId="258"/>
        </pc:sldMkLst>
        <pc:spChg chg="mod">
          <ac:chgData name="Georges MATHIO" userId="1057b68d-d9cf-4cd5-bc4c-3fe68ec33e97" providerId="ADAL" clId="{6896E697-4535-4548-B5BB-7BF60D63B382}" dt="2023-10-26T13:50:16.276" v="1346" actId="1038"/>
          <ac:spMkLst>
            <pc:docMk/>
            <pc:sldMk cId="1554076419" sldId="258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3:22:21.611" v="117" actId="478"/>
          <ac:spMkLst>
            <pc:docMk/>
            <pc:sldMk cId="1554076419" sldId="258"/>
            <ac:spMk id="3" creationId="{CCEA649E-CF4E-CD85-C8AF-E0296B17BA99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4" creationId="{5185E7B7-BF77-8FA5-F450-22EF6CADB3AF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5" creationId="{EBC66D41-2824-5251-9360-B8C227F88DA6}"/>
          </ac:spMkLst>
        </pc:spChg>
        <pc:spChg chg="add mod">
          <ac:chgData name="Georges MATHIO" userId="1057b68d-d9cf-4cd5-bc4c-3fe68ec33e97" providerId="ADAL" clId="{6896E697-4535-4548-B5BB-7BF60D63B382}" dt="2023-10-26T14:00:38.959" v="2328" actId="14100"/>
          <ac:spMkLst>
            <pc:docMk/>
            <pc:sldMk cId="1554076419" sldId="258"/>
            <ac:spMk id="6" creationId="{35FC96DA-A44D-A097-BC28-168510AB2271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7" creationId="{D0A8403C-5777-28EF-83D9-19F6822459A6}"/>
          </ac:spMkLst>
        </pc:spChg>
        <pc:spChg chg="add mod">
          <ac:chgData name="Georges MATHIO" userId="1057b68d-d9cf-4cd5-bc4c-3fe68ec33e97" providerId="ADAL" clId="{6896E697-4535-4548-B5BB-7BF60D63B382}" dt="2023-10-26T13:33:42.475" v="657" actId="20577"/>
          <ac:spMkLst>
            <pc:docMk/>
            <pc:sldMk cId="1554076419" sldId="258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3:29:02.344" v="373"/>
          <ac:spMkLst>
            <pc:docMk/>
            <pc:sldMk cId="1554076419" sldId="258"/>
            <ac:spMk id="9" creationId="{B3589FF7-0800-014E-47A6-815EE0415BD3}"/>
          </ac:spMkLst>
        </pc:spChg>
        <pc:spChg chg="add del mod">
          <ac:chgData name="Georges MATHIO" userId="1057b68d-d9cf-4cd5-bc4c-3fe68ec33e97" providerId="ADAL" clId="{6896E697-4535-4548-B5BB-7BF60D63B382}" dt="2023-10-26T13:29:01.806" v="372"/>
          <ac:spMkLst>
            <pc:docMk/>
            <pc:sldMk cId="1554076419" sldId="258"/>
            <ac:spMk id="10" creationId="{DFA8BC40-1922-CF33-3FF0-841C7D5CC6D8}"/>
          </ac:spMkLst>
        </pc:spChg>
        <pc:spChg chg="add mod">
          <ac:chgData name="Georges MATHIO" userId="1057b68d-d9cf-4cd5-bc4c-3fe68ec33e97" providerId="ADAL" clId="{6896E697-4535-4548-B5BB-7BF60D63B382}" dt="2023-10-26T13:34:07.586" v="688" actId="20577"/>
          <ac:spMkLst>
            <pc:docMk/>
            <pc:sldMk cId="1554076419" sldId="258"/>
            <ac:spMk id="11" creationId="{3538C984-96B3-4E9A-E4F7-3FC99AFA0885}"/>
          </ac:spMkLst>
        </pc:spChg>
        <pc:spChg chg="add mod">
          <ac:chgData name="Georges MATHIO" userId="1057b68d-d9cf-4cd5-bc4c-3fe68ec33e97" providerId="ADAL" clId="{6896E697-4535-4548-B5BB-7BF60D63B382}" dt="2023-10-26T14:08:26.834" v="2660" actId="404"/>
          <ac:spMkLst>
            <pc:docMk/>
            <pc:sldMk cId="1554076419" sldId="258"/>
            <ac:spMk id="15" creationId="{1685C597-34CB-D272-A180-F815DAC2AE2C}"/>
          </ac:spMkLst>
        </pc:spChg>
        <pc:spChg chg="add mod">
          <ac:chgData name="Georges MATHIO" userId="1057b68d-d9cf-4cd5-bc4c-3fe68ec33e97" providerId="ADAL" clId="{6896E697-4535-4548-B5BB-7BF60D63B382}" dt="2023-10-26T14:11:37.867" v="2689" actId="20577"/>
          <ac:spMkLst>
            <pc:docMk/>
            <pc:sldMk cId="1554076419" sldId="258"/>
            <ac:spMk id="20" creationId="{39F9D3FD-D936-8011-4FE9-236D6D545DC8}"/>
          </ac:spMkLst>
        </pc:spChg>
        <pc:picChg chg="add mod">
          <ac:chgData name="Georges MATHIO" userId="1057b68d-d9cf-4cd5-bc4c-3fe68ec33e97" providerId="ADAL" clId="{6896E697-4535-4548-B5BB-7BF60D63B382}" dt="2023-10-26T14:07:33.809" v="2634" actId="1076"/>
          <ac:picMkLst>
            <pc:docMk/>
            <pc:sldMk cId="1554076419" sldId="258"/>
            <ac:picMk id="14" creationId="{DCF32F33-6E31-C54F-B79D-7B935267ADE7}"/>
          </ac:picMkLst>
        </pc:picChg>
        <pc:picChg chg="add del mod">
          <ac:chgData name="Georges MATHIO" userId="1057b68d-d9cf-4cd5-bc4c-3fe68ec33e97" providerId="ADAL" clId="{6896E697-4535-4548-B5BB-7BF60D63B382}" dt="2023-10-26T14:09:16.569" v="2662"/>
          <ac:picMkLst>
            <pc:docMk/>
            <pc:sldMk cId="1554076419" sldId="258"/>
            <ac:picMk id="17" creationId="{A08BD237-79BA-9359-3E54-302D076396B9}"/>
          </ac:picMkLst>
        </pc:picChg>
        <pc:picChg chg="add mod">
          <ac:chgData name="Georges MATHIO" userId="1057b68d-d9cf-4cd5-bc4c-3fe68ec33e97" providerId="ADAL" clId="{6896E697-4535-4548-B5BB-7BF60D63B382}" dt="2023-10-26T14:11:21.105" v="2667" actId="1076"/>
          <ac:picMkLst>
            <pc:docMk/>
            <pc:sldMk cId="1554076419" sldId="258"/>
            <ac:picMk id="19" creationId="{532C8E65-911C-75A2-6761-FDED691BB28F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54:54.547" v="3835" actId="20577"/>
        <pc:sldMkLst>
          <pc:docMk/>
          <pc:sldMk cId="2482283123" sldId="259"/>
        </pc:sldMkLst>
        <pc:spChg chg="mod">
          <ac:chgData name="Georges MATHIO" userId="1057b68d-d9cf-4cd5-bc4c-3fe68ec33e97" providerId="ADAL" clId="{6896E697-4535-4548-B5BB-7BF60D63B382}" dt="2023-10-26T14:01:56.894" v="2364" actId="20577"/>
          <ac:spMkLst>
            <pc:docMk/>
            <pc:sldMk cId="2482283123" sldId="259"/>
            <ac:spMk id="2" creationId="{8AE1D70E-C040-1542-B36E-7DDF82084F61}"/>
          </ac:spMkLst>
        </pc:spChg>
        <pc:spChg chg="add mod">
          <ac:chgData name="Georges MATHIO" userId="1057b68d-d9cf-4cd5-bc4c-3fe68ec33e97" providerId="ADAL" clId="{6896E697-4535-4548-B5BB-7BF60D63B382}" dt="2023-10-26T14:54:54.547" v="3835" actId="20577"/>
          <ac:spMkLst>
            <pc:docMk/>
            <pc:sldMk cId="2482283123" sldId="259"/>
            <ac:spMk id="3" creationId="{B5620FEA-FA3C-B3F6-C2FC-F9D51C3D46CB}"/>
          </ac:spMkLst>
        </pc:spChg>
        <pc:spChg chg="del mod">
          <ac:chgData name="Georges MATHIO" userId="1057b68d-d9cf-4cd5-bc4c-3fe68ec33e97" providerId="ADAL" clId="{6896E697-4535-4548-B5BB-7BF60D63B382}" dt="2023-10-26T13:37:04.525" v="791" actId="478"/>
          <ac:spMkLst>
            <pc:docMk/>
            <pc:sldMk cId="2482283123" sldId="259"/>
            <ac:spMk id="4" creationId="{5185E7B7-BF77-8FA5-F450-22EF6CADB3AF}"/>
          </ac:spMkLst>
        </pc:spChg>
        <pc:spChg chg="del">
          <ac:chgData name="Georges MATHIO" userId="1057b68d-d9cf-4cd5-bc4c-3fe68ec33e97" providerId="ADAL" clId="{6896E697-4535-4548-B5BB-7BF60D63B382}" dt="2023-10-26T13:37:02.586" v="789" actId="478"/>
          <ac:spMkLst>
            <pc:docMk/>
            <pc:sldMk cId="2482283123" sldId="259"/>
            <ac:spMk id="5" creationId="{EBC66D41-2824-5251-9360-B8C227F88DA6}"/>
          </ac:spMkLst>
        </pc:spChg>
        <pc:spChg chg="del">
          <ac:chgData name="Georges MATHIO" userId="1057b68d-d9cf-4cd5-bc4c-3fe68ec33e97" providerId="ADAL" clId="{6896E697-4535-4548-B5BB-7BF60D63B382}" dt="2023-10-26T13:37:05.895" v="792" actId="478"/>
          <ac:spMkLst>
            <pc:docMk/>
            <pc:sldMk cId="2482283123" sldId="259"/>
            <ac:spMk id="6" creationId="{35FC96DA-A44D-A097-BC28-168510AB2271}"/>
          </ac:spMkLst>
        </pc:spChg>
        <pc:spChg chg="del">
          <ac:chgData name="Georges MATHIO" userId="1057b68d-d9cf-4cd5-bc4c-3fe68ec33e97" providerId="ADAL" clId="{6896E697-4535-4548-B5BB-7BF60D63B382}" dt="2023-10-26T13:37:06.610" v="793" actId="478"/>
          <ac:spMkLst>
            <pc:docMk/>
            <pc:sldMk cId="2482283123" sldId="259"/>
            <ac:spMk id="7" creationId="{D0A8403C-5777-28EF-83D9-19F6822459A6}"/>
          </ac:spMkLst>
        </pc:spChg>
        <pc:spChg chg="del">
          <ac:chgData name="Georges MATHIO" userId="1057b68d-d9cf-4cd5-bc4c-3fe68ec33e97" providerId="ADAL" clId="{6896E697-4535-4548-B5BB-7BF60D63B382}" dt="2023-10-26T13:37:08.590" v="794" actId="478"/>
          <ac:spMkLst>
            <pc:docMk/>
            <pc:sldMk cId="2482283123" sldId="259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9" creationId="{F92C6909-680E-CF22-9519-97912FB02AE3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0" creationId="{00B98920-E429-EA37-32A1-15F673B7F6C0}"/>
          </ac:spMkLst>
        </pc:spChg>
        <pc:spChg chg="del mod">
          <ac:chgData name="Georges MATHIO" userId="1057b68d-d9cf-4cd5-bc4c-3fe68ec33e97" providerId="ADAL" clId="{6896E697-4535-4548-B5BB-7BF60D63B382}" dt="2023-10-26T13:58:24.509" v="2316" actId="478"/>
          <ac:spMkLst>
            <pc:docMk/>
            <pc:sldMk cId="2482283123" sldId="259"/>
            <ac:spMk id="11" creationId="{3538C984-96B3-4E9A-E4F7-3FC99AFA0885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2" creationId="{AAB7740C-4FF2-3FB0-C776-B2057AEEDFFA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3" creationId="{D49EF494-F074-94AF-912E-9F870691ABF9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5" creationId="{BEB1539C-3ADF-857B-3F60-EA487C2E3A7F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7" creationId="{42D6C3BB-6244-2D85-38D8-1645F83FC98C}"/>
          </ac:spMkLst>
        </pc:spChg>
        <pc:grpChg chg="add mod">
          <ac:chgData name="Georges MATHIO" userId="1057b68d-d9cf-4cd5-bc4c-3fe68ec33e97" providerId="ADAL" clId="{6896E697-4535-4548-B5BB-7BF60D63B382}" dt="2023-10-26T14:12:16.175" v="2700" actId="164"/>
          <ac:grpSpMkLst>
            <pc:docMk/>
            <pc:sldMk cId="2482283123" sldId="259"/>
            <ac:grpSpMk id="18" creationId="{BB1470EE-36CD-991A-20B0-D926D35A8960}"/>
          </ac:grpSpMkLst>
        </pc:grpChg>
        <pc:picChg chg="add del mod">
          <ac:chgData name="Georges MATHIO" userId="1057b68d-d9cf-4cd5-bc4c-3fe68ec33e97" providerId="ADAL" clId="{6896E697-4535-4548-B5BB-7BF60D63B382}" dt="2023-10-26T14:12:16.654" v="2701"/>
          <ac:picMkLst>
            <pc:docMk/>
            <pc:sldMk cId="2482283123" sldId="259"/>
            <ac:picMk id="14" creationId="{D04D66EA-406C-39DA-86C0-54642E43BC9F}"/>
          </ac:picMkLst>
        </pc:picChg>
        <pc:picChg chg="add del mod">
          <ac:chgData name="Georges MATHIO" userId="1057b68d-d9cf-4cd5-bc4c-3fe68ec33e97" providerId="ADAL" clId="{6896E697-4535-4548-B5BB-7BF60D63B382}" dt="2023-10-26T14:12:16.654" v="2701"/>
          <ac:picMkLst>
            <pc:docMk/>
            <pc:sldMk cId="2482283123" sldId="259"/>
            <ac:picMk id="16" creationId="{C45ADC7C-D46A-59C5-EC42-21934DCBFB40}"/>
          </ac:picMkLst>
        </pc:picChg>
        <pc:picChg chg="add mod">
          <ac:chgData name="Georges MATHIO" userId="1057b68d-d9cf-4cd5-bc4c-3fe68ec33e97" providerId="ADAL" clId="{6896E697-4535-4548-B5BB-7BF60D63B382}" dt="2023-10-26T14:12:59.775" v="2705" actId="1076"/>
          <ac:picMkLst>
            <pc:docMk/>
            <pc:sldMk cId="2482283123" sldId="259"/>
            <ac:picMk id="20" creationId="{9A29B551-7885-5305-AD60-A326E0D0CB63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16:24.917" v="2793" actId="1076"/>
        <pc:sldMkLst>
          <pc:docMk/>
          <pc:sldMk cId="319033476" sldId="260"/>
        </pc:sldMkLst>
        <pc:spChg chg="mod">
          <ac:chgData name="Georges MATHIO" userId="1057b68d-d9cf-4cd5-bc4c-3fe68ec33e97" providerId="ADAL" clId="{6896E697-4535-4548-B5BB-7BF60D63B382}" dt="2023-10-26T13:50:00.666" v="1311" actId="1037"/>
          <ac:spMkLst>
            <pc:docMk/>
            <pc:sldMk cId="319033476" sldId="260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4" creationId="{5185E7B7-BF77-8FA5-F450-22EF6CADB3AF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5" creationId="{EBC66D41-2824-5251-9360-B8C227F88DA6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6" creationId="{35FC96DA-A44D-A097-BC28-168510AB2271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7" creationId="{D0A8403C-5777-28EF-83D9-19F6822459A6}"/>
          </ac:spMkLst>
        </pc:spChg>
        <pc:spChg chg="del">
          <ac:chgData name="Georges MATHIO" userId="1057b68d-d9cf-4cd5-bc4c-3fe68ec33e97" providerId="ADAL" clId="{6896E697-4535-4548-B5BB-7BF60D63B382}" dt="2023-10-26T13:38:33.530" v="801" actId="478"/>
          <ac:spMkLst>
            <pc:docMk/>
            <pc:sldMk cId="319033476" sldId="260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4:15:42.067" v="2754"/>
          <ac:spMkLst>
            <pc:docMk/>
            <pc:sldMk cId="319033476" sldId="260"/>
            <ac:spMk id="9" creationId="{4DD1B261-04A1-1D78-B4EA-3DC942764A4E}"/>
          </ac:spMkLst>
        </pc:spChg>
        <pc:spChg chg="add mod">
          <ac:chgData name="Georges MATHIO" userId="1057b68d-d9cf-4cd5-bc4c-3fe68ec33e97" providerId="ADAL" clId="{6896E697-4535-4548-B5BB-7BF60D63B382}" dt="2023-10-26T14:16:21.677" v="2792" actId="1076"/>
          <ac:spMkLst>
            <pc:docMk/>
            <pc:sldMk cId="319033476" sldId="260"/>
            <ac:spMk id="10" creationId="{C5311046-E730-ED12-CF8A-7238F55775CD}"/>
          </ac:spMkLst>
        </pc:spChg>
        <pc:spChg chg="mod">
          <ac:chgData name="Georges MATHIO" userId="1057b68d-d9cf-4cd5-bc4c-3fe68ec33e97" providerId="ADAL" clId="{6896E697-4535-4548-B5BB-7BF60D63B382}" dt="2023-10-26T14:16:24.917" v="2793" actId="1076"/>
          <ac:spMkLst>
            <pc:docMk/>
            <pc:sldMk cId="319033476" sldId="260"/>
            <ac:spMk id="11" creationId="{3538C984-96B3-4E9A-E4F7-3FC99AFA0885}"/>
          </ac:spMkLst>
        </pc:spChg>
        <pc:picChg chg="add mod">
          <ac:chgData name="Georges MATHIO" userId="1057b68d-d9cf-4cd5-bc4c-3fe68ec33e97" providerId="ADAL" clId="{6896E697-4535-4548-B5BB-7BF60D63B382}" dt="2023-10-26T13:49:50.876" v="1288" actId="1035"/>
          <ac:picMkLst>
            <pc:docMk/>
            <pc:sldMk cId="319033476" sldId="260"/>
            <ac:picMk id="3" creationId="{855F086E-FF23-87F8-0B76-DEB6171DEA92}"/>
          </ac:picMkLst>
        </pc:picChg>
      </pc:sldChg>
      <pc:sldChg chg="addSp delSp modSp add mod ord">
        <pc:chgData name="Georges MATHIO" userId="1057b68d-d9cf-4cd5-bc4c-3fe68ec33e97" providerId="ADAL" clId="{6896E697-4535-4548-B5BB-7BF60D63B382}" dt="2023-10-26T14:54:05.827" v="3749" actId="1036"/>
        <pc:sldMkLst>
          <pc:docMk/>
          <pc:sldMk cId="1018468898" sldId="261"/>
        </pc:sldMkLst>
        <pc:spChg chg="mod">
          <ac:chgData name="Georges MATHIO" userId="1057b68d-d9cf-4cd5-bc4c-3fe68ec33e97" providerId="ADAL" clId="{6896E697-4535-4548-B5BB-7BF60D63B382}" dt="2023-10-26T14:54:05.827" v="3749" actId="1036"/>
          <ac:spMkLst>
            <pc:docMk/>
            <pc:sldMk cId="1018468898" sldId="261"/>
            <ac:spMk id="3" creationId="{B5620FEA-FA3C-B3F6-C2FC-F9D51C3D46CB}"/>
          </ac:spMkLst>
        </pc:spChg>
        <pc:picChg chg="add mod">
          <ac:chgData name="Georges MATHIO" userId="1057b68d-d9cf-4cd5-bc4c-3fe68ec33e97" providerId="ADAL" clId="{6896E697-4535-4548-B5BB-7BF60D63B382}" dt="2023-10-26T14:14:58.275" v="2750" actId="1037"/>
          <ac:picMkLst>
            <pc:docMk/>
            <pc:sldMk cId="1018468898" sldId="261"/>
            <ac:picMk id="4" creationId="{C76545A6-7767-C8CC-4CA3-607E4E2EBCC7}"/>
          </ac:picMkLst>
        </pc:picChg>
        <pc:picChg chg="del">
          <ac:chgData name="Georges MATHIO" userId="1057b68d-d9cf-4cd5-bc4c-3fe68ec33e97" providerId="ADAL" clId="{6896E697-4535-4548-B5BB-7BF60D63B382}" dt="2023-10-26T14:14:55.962" v="2745" actId="478"/>
          <ac:picMkLst>
            <pc:docMk/>
            <pc:sldMk cId="1018468898" sldId="261"/>
            <ac:picMk id="20" creationId="{9A29B551-7885-5305-AD60-A326E0D0CB63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38:33.926" v="3521" actId="20577"/>
        <pc:sldMkLst>
          <pc:docMk/>
          <pc:sldMk cId="340622423" sldId="262"/>
        </pc:sldMkLst>
        <pc:spChg chg="mod">
          <ac:chgData name="Georges MATHIO" userId="1057b68d-d9cf-4cd5-bc4c-3fe68ec33e97" providerId="ADAL" clId="{6896E697-4535-4548-B5BB-7BF60D63B382}" dt="2023-10-26T14:27:17.381" v="3377" actId="20577"/>
          <ac:spMkLst>
            <pc:docMk/>
            <pc:sldMk cId="340622423" sldId="262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4:27:51.512" v="3379" actId="478"/>
          <ac:spMkLst>
            <pc:docMk/>
            <pc:sldMk cId="340622423" sldId="262"/>
            <ac:spMk id="10" creationId="{C5311046-E730-ED12-CF8A-7238F55775CD}"/>
          </ac:spMkLst>
        </pc:spChg>
        <pc:spChg chg="del mod">
          <ac:chgData name="Georges MATHIO" userId="1057b68d-d9cf-4cd5-bc4c-3fe68ec33e97" providerId="ADAL" clId="{6896E697-4535-4548-B5BB-7BF60D63B382}" dt="2023-10-26T14:34:34.113" v="3424" actId="478"/>
          <ac:spMkLst>
            <pc:docMk/>
            <pc:sldMk cId="340622423" sldId="262"/>
            <ac:spMk id="11" creationId="{3538C984-96B3-4E9A-E4F7-3FC99AFA0885}"/>
          </ac:spMkLst>
        </pc:spChg>
        <pc:spChg chg="add mod">
          <ac:chgData name="Georges MATHIO" userId="1057b68d-d9cf-4cd5-bc4c-3fe68ec33e97" providerId="ADAL" clId="{6896E697-4535-4548-B5BB-7BF60D63B382}" dt="2023-10-26T14:38:06.863" v="3488" actId="6549"/>
          <ac:spMkLst>
            <pc:docMk/>
            <pc:sldMk cId="340622423" sldId="262"/>
            <ac:spMk id="12" creationId="{43908B09-E598-D7B8-CD3B-61A6FBEF591A}"/>
          </ac:spMkLst>
        </pc:spChg>
        <pc:spChg chg="add mod">
          <ac:chgData name="Georges MATHIO" userId="1057b68d-d9cf-4cd5-bc4c-3fe68ec33e97" providerId="ADAL" clId="{6896E697-4535-4548-B5BB-7BF60D63B382}" dt="2023-10-26T14:38:21.055" v="3505" actId="20577"/>
          <ac:spMkLst>
            <pc:docMk/>
            <pc:sldMk cId="340622423" sldId="262"/>
            <ac:spMk id="13" creationId="{BBB09E6E-C20A-FC71-5E15-FC824D16E47D}"/>
          </ac:spMkLst>
        </pc:spChg>
        <pc:spChg chg="add mod">
          <ac:chgData name="Georges MATHIO" userId="1057b68d-d9cf-4cd5-bc4c-3fe68ec33e97" providerId="ADAL" clId="{6896E697-4535-4548-B5BB-7BF60D63B382}" dt="2023-10-26T14:38:33.926" v="3521" actId="20577"/>
          <ac:spMkLst>
            <pc:docMk/>
            <pc:sldMk cId="340622423" sldId="262"/>
            <ac:spMk id="14" creationId="{7E30C4D4-D051-74FE-764D-C642BFBB0D1E}"/>
          </ac:spMkLst>
        </pc:spChg>
        <pc:picChg chg="del">
          <ac:chgData name="Georges MATHIO" userId="1057b68d-d9cf-4cd5-bc4c-3fe68ec33e97" providerId="ADAL" clId="{6896E697-4535-4548-B5BB-7BF60D63B382}" dt="2023-10-26T14:27:23.520" v="3378" actId="478"/>
          <ac:picMkLst>
            <pc:docMk/>
            <pc:sldMk cId="340622423" sldId="262"/>
            <ac:picMk id="3" creationId="{855F086E-FF23-87F8-0B76-DEB6171DEA92}"/>
          </ac:picMkLst>
        </pc:picChg>
        <pc:picChg chg="add mod modCrop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5" creationId="{3E2F5131-24A0-604B-0D13-F98590C3F2A6}"/>
          </ac:picMkLst>
        </pc:picChg>
        <pc:picChg chg="add mod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7" creationId="{3AEF901F-8D06-D46E-3D89-D6BCC19757B8}"/>
          </ac:picMkLst>
        </pc:picChg>
        <pc:picChg chg="add mod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9" creationId="{7F8E4059-1026-3A37-6555-E8B3B6B351DE}"/>
          </ac:picMkLst>
        </pc:picChg>
      </pc:sldChg>
      <pc:sldChg chg="delSp modSp add mod">
        <pc:chgData name="Georges MATHIO" userId="1057b68d-d9cf-4cd5-bc4c-3fe68ec33e97" providerId="ADAL" clId="{6896E697-4535-4548-B5BB-7BF60D63B382}" dt="2023-10-26T14:56:52.447" v="3926" actId="20577"/>
        <pc:sldMkLst>
          <pc:docMk/>
          <pc:sldMk cId="1455700223" sldId="263"/>
        </pc:sldMkLst>
        <pc:spChg chg="mod">
          <ac:chgData name="Georges MATHIO" userId="1057b68d-d9cf-4cd5-bc4c-3fe68ec33e97" providerId="ADAL" clId="{6896E697-4535-4548-B5BB-7BF60D63B382}" dt="2023-10-26T14:39:17.121" v="3531" actId="20577"/>
          <ac:spMkLst>
            <pc:docMk/>
            <pc:sldMk cId="1455700223" sldId="263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4:39:24.552" v="3535" actId="478"/>
          <ac:spMkLst>
            <pc:docMk/>
            <pc:sldMk cId="1455700223" sldId="263"/>
            <ac:spMk id="12" creationId="{43908B09-E598-D7B8-CD3B-61A6FBEF591A}"/>
          </ac:spMkLst>
        </pc:spChg>
        <pc:spChg chg="del">
          <ac:chgData name="Georges MATHIO" userId="1057b68d-d9cf-4cd5-bc4c-3fe68ec33e97" providerId="ADAL" clId="{6896E697-4535-4548-B5BB-7BF60D63B382}" dt="2023-10-26T14:39:26.012" v="3536" actId="478"/>
          <ac:spMkLst>
            <pc:docMk/>
            <pc:sldMk cId="1455700223" sldId="263"/>
            <ac:spMk id="13" creationId="{BBB09E6E-C20A-FC71-5E15-FC824D16E47D}"/>
          </ac:spMkLst>
        </pc:spChg>
        <pc:spChg chg="mod">
          <ac:chgData name="Georges MATHIO" userId="1057b68d-d9cf-4cd5-bc4c-3fe68ec33e97" providerId="ADAL" clId="{6896E697-4535-4548-B5BB-7BF60D63B382}" dt="2023-10-26T14:56:52.447" v="3926" actId="20577"/>
          <ac:spMkLst>
            <pc:docMk/>
            <pc:sldMk cId="1455700223" sldId="263"/>
            <ac:spMk id="14" creationId="{7E30C4D4-D051-74FE-764D-C642BFBB0D1E}"/>
          </ac:spMkLst>
        </pc:spChg>
        <pc:picChg chg="del">
          <ac:chgData name="Georges MATHIO" userId="1057b68d-d9cf-4cd5-bc4c-3fe68ec33e97" providerId="ADAL" clId="{6896E697-4535-4548-B5BB-7BF60D63B382}" dt="2023-10-26T14:39:19.396" v="3532" actId="478"/>
          <ac:picMkLst>
            <pc:docMk/>
            <pc:sldMk cId="1455700223" sldId="263"/>
            <ac:picMk id="5" creationId="{3E2F5131-24A0-604B-0D13-F98590C3F2A6}"/>
          </ac:picMkLst>
        </pc:picChg>
        <pc:picChg chg="del">
          <ac:chgData name="Georges MATHIO" userId="1057b68d-d9cf-4cd5-bc4c-3fe68ec33e97" providerId="ADAL" clId="{6896E697-4535-4548-B5BB-7BF60D63B382}" dt="2023-10-26T14:39:20.862" v="3534" actId="478"/>
          <ac:picMkLst>
            <pc:docMk/>
            <pc:sldMk cId="1455700223" sldId="263"/>
            <ac:picMk id="7" creationId="{3AEF901F-8D06-D46E-3D89-D6BCC19757B8}"/>
          </ac:picMkLst>
        </pc:picChg>
        <pc:picChg chg="del">
          <ac:chgData name="Georges MATHIO" userId="1057b68d-d9cf-4cd5-bc4c-3fe68ec33e97" providerId="ADAL" clId="{6896E697-4535-4548-B5BB-7BF60D63B382}" dt="2023-10-26T14:39:19.731" v="3533" actId="478"/>
          <ac:picMkLst>
            <pc:docMk/>
            <pc:sldMk cId="1455700223" sldId="263"/>
            <ac:picMk id="9" creationId="{7F8E4059-1026-3A37-6555-E8B3B6B351DE}"/>
          </ac:picMkLst>
        </pc:picChg>
      </pc:sldChg>
      <pc:sldMasterChg chg="addSp delSp modSp mod">
        <pc:chgData name="Georges MATHIO" userId="1057b68d-d9cf-4cd5-bc4c-3fe68ec33e97" providerId="ADAL" clId="{6896E697-4535-4548-B5BB-7BF60D63B382}" dt="2023-11-06T10:26:22.863" v="3928"/>
        <pc:sldMasterMkLst>
          <pc:docMk/>
          <pc:sldMasterMk cId="0" sldId="2147483669"/>
        </pc:sldMasterMkLst>
        <pc:spChg chg="add mod">
          <ac:chgData name="Georges MATHIO" userId="1057b68d-d9cf-4cd5-bc4c-3fe68ec33e97" providerId="ADAL" clId="{6896E697-4535-4548-B5BB-7BF60D63B382}" dt="2023-11-06T10:26:22.863" v="3928"/>
          <ac:spMkLst>
            <pc:docMk/>
            <pc:sldMasterMk cId="0" sldId="2147483669"/>
            <ac:spMk id="7" creationId="{6AA074AB-766A-76FA-FB34-4471F2AFCDAA}"/>
          </ac:spMkLst>
        </pc:spChg>
        <pc:picChg chg="add del mod">
          <ac:chgData name="Georges MATHIO" userId="1057b68d-d9cf-4cd5-bc4c-3fe68ec33e97" providerId="ADAL" clId="{6896E697-4535-4548-B5BB-7BF60D63B382}" dt="2023-11-06T10:26:21.544" v="3927" actId="478"/>
          <ac:picMkLst>
            <pc:docMk/>
            <pc:sldMasterMk cId="0" sldId="2147483669"/>
            <ac:picMk id="8" creationId="{396E9789-E64B-700E-1F72-C4F0350E8E00}"/>
          </ac:picMkLst>
        </pc:picChg>
        <pc:picChg chg="add mod">
          <ac:chgData name="Georges MATHIO" userId="1057b68d-d9cf-4cd5-bc4c-3fe68ec33e97" providerId="ADAL" clId="{6896E697-4535-4548-B5BB-7BF60D63B382}" dt="2023-11-06T10:26:22.863" v="3928"/>
          <ac:picMkLst>
            <pc:docMk/>
            <pc:sldMasterMk cId="0" sldId="2147483669"/>
            <ac:picMk id="9" creationId="{2C6B33F3-733F-89B1-872D-AA751F65B9D6}"/>
          </ac:picMkLst>
        </pc:picChg>
      </pc:sldMasterChg>
    </pc:docChg>
  </pc:docChgLst>
  <pc:docChgLst>
    <pc:chgData name="Georges MATHIO" userId="S::georges.mathio@estia.fr::1057b68d-d9cf-4cd5-bc4c-3fe68ec33e97" providerId="AD" clId="Web-{D9033C8F-F423-4895-95F1-39258450FCFC}"/>
    <pc:docChg chg="addSld delSld modSld sldOrd addMainMaster">
      <pc:chgData name="Georges MATHIO" userId="S::georges.mathio@estia.fr::1057b68d-d9cf-4cd5-bc4c-3fe68ec33e97" providerId="AD" clId="Web-{D9033C8F-F423-4895-95F1-39258450FCFC}" dt="2023-11-07T14:47:59.587" v="17"/>
      <pc:docMkLst>
        <pc:docMk/>
      </pc:docMkLst>
      <pc:sldChg chg="modSp">
        <pc:chgData name="Georges MATHIO" userId="S::georges.mathio@estia.fr::1057b68d-d9cf-4cd5-bc4c-3fe68ec33e97" providerId="AD" clId="Web-{D9033C8F-F423-4895-95F1-39258450FCFC}" dt="2023-11-07T14:46:18.818" v="0" actId="20577"/>
        <pc:sldMkLst>
          <pc:docMk/>
          <pc:sldMk cId="2526593619" sldId="256"/>
        </pc:sldMkLst>
        <pc:spChg chg="mod">
          <ac:chgData name="Georges MATHIO" userId="S::georges.mathio@estia.fr::1057b68d-d9cf-4cd5-bc4c-3fe68ec33e97" providerId="AD" clId="Web-{D9033C8F-F423-4895-95F1-39258450FCFC}" dt="2023-11-07T14:46:18.818" v="0" actId="20577"/>
          <ac:spMkLst>
            <pc:docMk/>
            <pc:sldMk cId="2526593619" sldId="256"/>
            <ac:spMk id="3" creationId="{00000000-0000-0000-0000-000000000000}"/>
          </ac:spMkLst>
        </pc:spChg>
      </pc:sldChg>
      <pc:sldChg chg="add">
        <pc:chgData name="Georges MATHIO" userId="S::georges.mathio@estia.fr::1057b68d-d9cf-4cd5-bc4c-3fe68ec33e97" providerId="AD" clId="Web-{D9033C8F-F423-4895-95F1-39258450FCFC}" dt="2023-11-07T14:46:53.663" v="8"/>
        <pc:sldMkLst>
          <pc:docMk/>
          <pc:sldMk cId="2508048048" sldId="257"/>
        </pc:sldMkLst>
      </pc:sldChg>
      <pc:sldChg chg="del">
        <pc:chgData name="Georges MATHIO" userId="S::georges.mathio@estia.fr::1057b68d-d9cf-4cd5-bc4c-3fe68ec33e97" providerId="AD" clId="Web-{D9033C8F-F423-4895-95F1-39258450FCFC}" dt="2023-11-07T14:46:46.147" v="1"/>
        <pc:sldMkLst>
          <pc:docMk/>
          <pc:sldMk cId="1554076419" sldId="258"/>
        </pc:sldMkLst>
      </pc:sldChg>
      <pc:sldChg chg="modSp add ord">
        <pc:chgData name="Georges MATHIO" userId="S::georges.mathio@estia.fr::1057b68d-d9cf-4cd5-bc4c-3fe68ec33e97" providerId="AD" clId="Web-{D9033C8F-F423-4895-95F1-39258450FCFC}" dt="2023-11-07T14:47:59.587" v="17"/>
        <pc:sldMkLst>
          <pc:docMk/>
          <pc:sldMk cId="4100953463" sldId="258"/>
        </pc:sldMkLst>
        <pc:spChg chg="mod">
          <ac:chgData name="Georges MATHIO" userId="S::georges.mathio@estia.fr::1057b68d-d9cf-4cd5-bc4c-3fe68ec33e97" providerId="AD" clId="Web-{D9033C8F-F423-4895-95F1-39258450FCFC}" dt="2023-11-07T14:47:15.836" v="11" actId="1076"/>
          <ac:spMkLst>
            <pc:docMk/>
            <pc:sldMk cId="4100953463" sldId="258"/>
            <ac:spMk id="15" creationId="{6FC2A128-1F70-3E6A-C629-D84FACA0066B}"/>
          </ac:spMkLst>
        </pc:spChg>
        <pc:spChg chg="mod">
          <ac:chgData name="Georges MATHIO" userId="S::georges.mathio@estia.fr::1057b68d-d9cf-4cd5-bc4c-3fe68ec33e97" providerId="AD" clId="Web-{D9033C8F-F423-4895-95F1-39258450FCFC}" dt="2023-11-07T14:47:53.618" v="16"/>
          <ac:spMkLst>
            <pc:docMk/>
            <pc:sldMk cId="4100953463" sldId="258"/>
            <ac:spMk id="16" creationId="{6E1B39EC-EDE0-1A9A-4E38-97F8D7E2166B}"/>
          </ac:spMkLst>
        </pc:spChg>
        <pc:spChg chg="mod">
          <ac:chgData name="Georges MATHIO" userId="S::georges.mathio@estia.fr::1057b68d-d9cf-4cd5-bc4c-3fe68ec33e97" providerId="AD" clId="Web-{D9033C8F-F423-4895-95F1-39258450FCFC}" dt="2023-11-07T14:47:59.587" v="17"/>
          <ac:spMkLst>
            <pc:docMk/>
            <pc:sldMk cId="4100953463" sldId="258"/>
            <ac:spMk id="17" creationId="{6A81EA13-CBCC-947A-51EF-35597D1DA04E}"/>
          </ac:spMkLst>
        </pc:spChg>
        <pc:picChg chg="mod">
          <ac:chgData name="Georges MATHIO" userId="S::georges.mathio@estia.fr::1057b68d-d9cf-4cd5-bc4c-3fe68ec33e97" providerId="AD" clId="Web-{D9033C8F-F423-4895-95F1-39258450FCFC}" dt="2023-11-07T14:47:32.508" v="14" actId="1076"/>
          <ac:picMkLst>
            <pc:docMk/>
            <pc:sldMk cId="4100953463" sldId="258"/>
            <ac:picMk id="4" creationId="{C76545A6-7767-C8CC-4CA3-607E4E2EBCC7}"/>
          </ac:picMkLst>
        </pc:picChg>
      </pc:sldChg>
      <pc:sldChg chg="del">
        <pc:chgData name="Georges MATHIO" userId="S::georges.mathio@estia.fr::1057b68d-d9cf-4cd5-bc4c-3fe68ec33e97" providerId="AD" clId="Web-{D9033C8F-F423-4895-95F1-39258450FCFC}" dt="2023-11-07T14:46:47.023" v="2"/>
        <pc:sldMkLst>
          <pc:docMk/>
          <pc:sldMk cId="2482283123" sldId="259"/>
        </pc:sldMkLst>
      </pc:sldChg>
      <pc:sldChg chg="del">
        <pc:chgData name="Georges MATHIO" userId="S::georges.mathio@estia.fr::1057b68d-d9cf-4cd5-bc4c-3fe68ec33e97" providerId="AD" clId="Web-{D9033C8F-F423-4895-95F1-39258450FCFC}" dt="2023-11-07T14:46:48.913" v="3"/>
        <pc:sldMkLst>
          <pc:docMk/>
          <pc:sldMk cId="319033476" sldId="260"/>
        </pc:sldMkLst>
      </pc:sldChg>
      <pc:sldChg chg="del">
        <pc:chgData name="Georges MATHIO" userId="S::georges.mathio@estia.fr::1057b68d-d9cf-4cd5-bc4c-3fe68ec33e97" providerId="AD" clId="Web-{D9033C8F-F423-4895-95F1-39258450FCFC}" dt="2023-11-07T14:46:50.007" v="4"/>
        <pc:sldMkLst>
          <pc:docMk/>
          <pc:sldMk cId="1018468898" sldId="261"/>
        </pc:sldMkLst>
      </pc:sldChg>
      <pc:sldChg chg="del">
        <pc:chgData name="Georges MATHIO" userId="S::georges.mathio@estia.fr::1057b68d-d9cf-4cd5-bc4c-3fe68ec33e97" providerId="AD" clId="Web-{D9033C8F-F423-4895-95F1-39258450FCFC}" dt="2023-11-07T14:46:51.100" v="5"/>
        <pc:sldMkLst>
          <pc:docMk/>
          <pc:sldMk cId="340622423" sldId="262"/>
        </pc:sldMkLst>
      </pc:sldChg>
      <pc:sldChg chg="del">
        <pc:chgData name="Georges MATHIO" userId="S::georges.mathio@estia.fr::1057b68d-d9cf-4cd5-bc4c-3fe68ec33e97" providerId="AD" clId="Web-{D9033C8F-F423-4895-95F1-39258450FCFC}" dt="2023-11-07T14:46:51.804" v="6"/>
        <pc:sldMkLst>
          <pc:docMk/>
          <pc:sldMk cId="1455700223" sldId="263"/>
        </pc:sldMkLst>
      </pc:sldChg>
      <pc:sldChg chg="del">
        <pc:chgData name="Georges MATHIO" userId="S::georges.mathio@estia.fr::1057b68d-d9cf-4cd5-bc4c-3fe68ec33e97" providerId="AD" clId="Web-{D9033C8F-F423-4895-95F1-39258450FCFC}" dt="2023-11-07T14:46:52.647" v="7"/>
        <pc:sldMkLst>
          <pc:docMk/>
          <pc:sldMk cId="4167943880" sldId="264"/>
        </pc:sldMkLst>
      </pc:sldChg>
      <pc:sldMasterChg chg="add addSldLayout">
        <pc:chgData name="Georges MATHIO" userId="S::georges.mathio@estia.fr::1057b68d-d9cf-4cd5-bc4c-3fe68ec33e97" providerId="AD" clId="Web-{D9033C8F-F423-4895-95F1-39258450FCFC}" dt="2023-11-07T14:46:53.663" v="8"/>
        <pc:sldMasterMkLst>
          <pc:docMk/>
          <pc:sldMasterMk cId="0" sldId="2147483669"/>
        </pc:sldMasterMkLst>
        <pc:sldLayoutChg chg="add">
          <pc:chgData name="Georges MATHIO" userId="S::georges.mathio@estia.fr::1057b68d-d9cf-4cd5-bc4c-3fe68ec33e97" providerId="AD" clId="Web-{D9033C8F-F423-4895-95F1-39258450FCFC}" dt="2023-11-07T14:46:53.663" v="8"/>
          <pc:sldLayoutMkLst>
            <pc:docMk/>
            <pc:sldMasterMk cId="0" sldId="2147483669"/>
            <pc:sldLayoutMk cId="0" sldId="2147483670"/>
          </pc:sldLayoutMkLst>
        </pc:sldLayoutChg>
        <pc:sldLayoutChg chg="add">
          <pc:chgData name="Georges MATHIO" userId="S::georges.mathio@estia.fr::1057b68d-d9cf-4cd5-bc4c-3fe68ec33e97" providerId="AD" clId="Web-{D9033C8F-F423-4895-95F1-39258450FCFC}" dt="2023-11-07T14:46:53.663" v="8"/>
          <pc:sldLayoutMkLst>
            <pc:docMk/>
            <pc:sldMasterMk cId="0" sldId="2147483669"/>
            <pc:sldLayoutMk cId="0" sldId="2147483671"/>
          </pc:sldLayoutMkLst>
        </pc:sldLayoutChg>
        <pc:sldLayoutChg chg="add">
          <pc:chgData name="Georges MATHIO" userId="S::georges.mathio@estia.fr::1057b68d-d9cf-4cd5-bc4c-3fe68ec33e97" providerId="AD" clId="Web-{D9033C8F-F423-4895-95F1-39258450FCFC}" dt="2023-11-07T14:46:53.663" v="8"/>
          <pc:sldLayoutMkLst>
            <pc:docMk/>
            <pc:sldMasterMk cId="0" sldId="2147483669"/>
            <pc:sldLayoutMk cId="0" sldId="2147483672"/>
          </pc:sldLayoutMkLst>
        </pc:sldLayoutChg>
        <pc:sldLayoutChg chg="add">
          <pc:chgData name="Georges MATHIO" userId="S::georges.mathio@estia.fr::1057b68d-d9cf-4cd5-bc4c-3fe68ec33e97" providerId="AD" clId="Web-{D9033C8F-F423-4895-95F1-39258450FCFC}" dt="2023-11-07T14:46:53.663" v="8"/>
          <pc:sldLayoutMkLst>
            <pc:docMk/>
            <pc:sldMasterMk cId="0" sldId="2147483669"/>
            <pc:sldLayoutMk cId="0" sldId="2147483673"/>
          </pc:sldLayoutMkLst>
        </pc:sldLayoutChg>
        <pc:sldLayoutChg chg="add">
          <pc:chgData name="Georges MATHIO" userId="S::georges.mathio@estia.fr::1057b68d-d9cf-4cd5-bc4c-3fe68ec33e97" providerId="AD" clId="Web-{D9033C8F-F423-4895-95F1-39258450FCFC}" dt="2023-11-07T14:46:53.663" v="8"/>
          <pc:sldLayoutMkLst>
            <pc:docMk/>
            <pc:sldMasterMk cId="0" sldId="2147483669"/>
            <pc:sldLayoutMk cId="0" sldId="2147483674"/>
          </pc:sldLayoutMkLst>
        </pc:sldLayoutChg>
        <pc:sldLayoutChg chg="add">
          <pc:chgData name="Georges MATHIO" userId="S::georges.mathio@estia.fr::1057b68d-d9cf-4cd5-bc4c-3fe68ec33e97" providerId="AD" clId="Web-{D9033C8F-F423-4895-95F1-39258450FCFC}" dt="2023-11-07T14:46:53.663" v="8"/>
          <pc:sldLayoutMkLst>
            <pc:docMk/>
            <pc:sldMasterMk cId="0" sldId="2147483669"/>
            <pc:sldLayoutMk cId="0" sldId="2147483675"/>
          </pc:sldLayoutMkLst>
        </pc:sldLayoutChg>
        <pc:sldLayoutChg chg="add">
          <pc:chgData name="Georges MATHIO" userId="S::georges.mathio@estia.fr::1057b68d-d9cf-4cd5-bc4c-3fe68ec33e97" providerId="AD" clId="Web-{D9033C8F-F423-4895-95F1-39258450FCFC}" dt="2023-11-07T14:46:53.663" v="8"/>
          <pc:sldLayoutMkLst>
            <pc:docMk/>
            <pc:sldMasterMk cId="0" sldId="2147483669"/>
            <pc:sldLayoutMk cId="0" sldId="2147483676"/>
          </pc:sldLayoutMkLst>
        </pc:sldLayoutChg>
        <pc:sldLayoutChg chg="add">
          <pc:chgData name="Georges MATHIO" userId="S::georges.mathio@estia.fr::1057b68d-d9cf-4cd5-bc4c-3fe68ec33e97" providerId="AD" clId="Web-{D9033C8F-F423-4895-95F1-39258450FCFC}" dt="2023-11-07T14:46:53.663" v="8"/>
          <pc:sldLayoutMkLst>
            <pc:docMk/>
            <pc:sldMasterMk cId="0" sldId="2147483669"/>
            <pc:sldLayoutMk cId="0" sldId="2147483677"/>
          </pc:sldLayoutMkLst>
        </pc:sldLayoutChg>
        <pc:sldLayoutChg chg="add">
          <pc:chgData name="Georges MATHIO" userId="S::georges.mathio@estia.fr::1057b68d-d9cf-4cd5-bc4c-3fe68ec33e97" providerId="AD" clId="Web-{D9033C8F-F423-4895-95F1-39258450FCFC}" dt="2023-11-07T14:46:53.663" v="8"/>
          <pc:sldLayoutMkLst>
            <pc:docMk/>
            <pc:sldMasterMk cId="0" sldId="2147483669"/>
            <pc:sldLayoutMk cId="0" sldId="2147483678"/>
          </pc:sldLayoutMkLst>
        </pc:sldLayoutChg>
        <pc:sldLayoutChg chg="add">
          <pc:chgData name="Georges MATHIO" userId="S::georges.mathio@estia.fr::1057b68d-d9cf-4cd5-bc4c-3fe68ec33e97" providerId="AD" clId="Web-{D9033C8F-F423-4895-95F1-39258450FCFC}" dt="2023-11-07T14:46:53.663" v="8"/>
          <pc:sldLayoutMkLst>
            <pc:docMk/>
            <pc:sldMasterMk cId="0" sldId="2147483669"/>
            <pc:sldLayoutMk cId="0" sldId="2147483679"/>
          </pc:sldLayoutMkLst>
        </pc:sldLayoutChg>
        <pc:sldLayoutChg chg="add">
          <pc:chgData name="Georges MATHIO" userId="S::georges.mathio@estia.fr::1057b68d-d9cf-4cd5-bc4c-3fe68ec33e97" providerId="AD" clId="Web-{D9033C8F-F423-4895-95F1-39258450FCFC}" dt="2023-11-07T14:46:53.663" v="8"/>
          <pc:sldLayoutMkLst>
            <pc:docMk/>
            <pc:sldMasterMk cId="0" sldId="2147483669"/>
            <pc:sldLayoutMk cId="0" sldId="2147483680"/>
          </pc:sldLayoutMkLst>
        </pc:sldLayoutChg>
        <pc:sldLayoutChg chg="add">
          <pc:chgData name="Georges MATHIO" userId="S::georges.mathio@estia.fr::1057b68d-d9cf-4cd5-bc4c-3fe68ec33e97" providerId="AD" clId="Web-{D9033C8F-F423-4895-95F1-39258450FCFC}" dt="2023-11-07T14:46:53.663" v="8"/>
          <pc:sldLayoutMkLst>
            <pc:docMk/>
            <pc:sldMasterMk cId="0" sldId="2147483669"/>
            <pc:sldLayoutMk cId="0" sldId="2147483681"/>
          </pc:sldLayoutMkLst>
        </pc:sldLayoutChg>
        <pc:sldLayoutChg chg="add">
          <pc:chgData name="Georges MATHIO" userId="S::georges.mathio@estia.fr::1057b68d-d9cf-4cd5-bc4c-3fe68ec33e97" providerId="AD" clId="Web-{D9033C8F-F423-4895-95F1-39258450FCFC}" dt="2023-11-07T14:46:53.663" v="8"/>
          <pc:sldLayoutMkLst>
            <pc:docMk/>
            <pc:sldMasterMk cId="0" sldId="2147483669"/>
            <pc:sldLayoutMk cId="0" sldId="2147483682"/>
          </pc:sldLayoutMkLst>
        </pc:sldLayoutChg>
        <pc:sldLayoutChg chg="add">
          <pc:chgData name="Georges MATHIO" userId="S::georges.mathio@estia.fr::1057b68d-d9cf-4cd5-bc4c-3fe68ec33e97" providerId="AD" clId="Web-{D9033C8F-F423-4895-95F1-39258450FCFC}" dt="2023-11-07T14:46:53.663" v="8"/>
          <pc:sldLayoutMkLst>
            <pc:docMk/>
            <pc:sldMasterMk cId="0" sldId="2147483669"/>
            <pc:sldLayoutMk cId="0" sldId="2147483683"/>
          </pc:sldLayoutMkLst>
        </pc:sldLayoutChg>
        <pc:sldLayoutChg chg="add">
          <pc:chgData name="Georges MATHIO" userId="S::georges.mathio@estia.fr::1057b68d-d9cf-4cd5-bc4c-3fe68ec33e97" providerId="AD" clId="Web-{D9033C8F-F423-4895-95F1-39258450FCFC}" dt="2023-11-07T14:46:53.663" v="8"/>
          <pc:sldLayoutMkLst>
            <pc:docMk/>
            <pc:sldMasterMk cId="0" sldId="2147483669"/>
            <pc:sldLayoutMk cId="0" sldId="2147483684"/>
          </pc:sldLayoutMkLst>
        </pc:sldLayoutChg>
        <pc:sldLayoutChg chg="add">
          <pc:chgData name="Georges MATHIO" userId="S::georges.mathio@estia.fr::1057b68d-d9cf-4cd5-bc4c-3fe68ec33e97" providerId="AD" clId="Web-{D9033C8F-F423-4895-95F1-39258450FCFC}" dt="2023-11-07T14:46:53.663" v="8"/>
          <pc:sldLayoutMkLst>
            <pc:docMk/>
            <pc:sldMasterMk cId="0" sldId="2147483669"/>
            <pc:sldLayoutMk cId="0" sldId="2147483685"/>
          </pc:sldLayoutMkLst>
        </pc:sldLayoutChg>
        <pc:sldLayoutChg chg="add">
          <pc:chgData name="Georges MATHIO" userId="S::georges.mathio@estia.fr::1057b68d-d9cf-4cd5-bc4c-3fe68ec33e97" providerId="AD" clId="Web-{D9033C8F-F423-4895-95F1-39258450FCFC}" dt="2023-11-07T14:46:53.663" v="8"/>
          <pc:sldLayoutMkLst>
            <pc:docMk/>
            <pc:sldMasterMk cId="0" sldId="2147483669"/>
            <pc:sldLayoutMk cId="0" sldId="2147483686"/>
          </pc:sldLayoutMkLst>
        </pc:sldLayoutChg>
      </pc:sldMasterChg>
    </pc:docChg>
  </pc:docChgLst>
  <pc:docChgLst>
    <pc:chgData name="Georges MATHIO" userId="S::georges.mathio@estia.fr::1057b68d-d9cf-4cd5-bc4c-3fe68ec33e97" providerId="AD" clId="Web-{E36303E1-9F5E-44C2-88B8-1C45D9147857}"/>
    <pc:docChg chg="addSld delSld modSld">
      <pc:chgData name="Georges MATHIO" userId="S::georges.mathio@estia.fr::1057b68d-d9cf-4cd5-bc4c-3fe68ec33e97" providerId="AD" clId="Web-{E36303E1-9F5E-44C2-88B8-1C45D9147857}" dt="2023-11-05T19:54:25.905" v="120" actId="20577"/>
      <pc:docMkLst>
        <pc:docMk/>
      </pc:docMkLst>
      <pc:sldChg chg="modSp">
        <pc:chgData name="Georges MATHIO" userId="S::georges.mathio@estia.fr::1057b68d-d9cf-4cd5-bc4c-3fe68ec33e97" providerId="AD" clId="Web-{E36303E1-9F5E-44C2-88B8-1C45D9147857}" dt="2023-11-05T19:48:11.848" v="11" actId="20577"/>
        <pc:sldMkLst>
          <pc:docMk/>
          <pc:sldMk cId="1018468898" sldId="261"/>
        </pc:sldMkLst>
        <pc:spChg chg="mod">
          <ac:chgData name="Georges MATHIO" userId="S::georges.mathio@estia.fr::1057b68d-d9cf-4cd5-bc4c-3fe68ec33e97" providerId="AD" clId="Web-{E36303E1-9F5E-44C2-88B8-1C45D9147857}" dt="2023-11-05T19:48:11.848" v="11" actId="20577"/>
          <ac:spMkLst>
            <pc:docMk/>
            <pc:sldMk cId="1018468898" sldId="261"/>
            <ac:spMk id="3" creationId="{B5620FEA-FA3C-B3F6-C2FC-F9D51C3D46CB}"/>
          </ac:spMkLst>
        </pc:spChg>
      </pc:sldChg>
      <pc:sldChg chg="modSp">
        <pc:chgData name="Georges MATHIO" userId="S::georges.mathio@estia.fr::1057b68d-d9cf-4cd5-bc4c-3fe68ec33e97" providerId="AD" clId="Web-{E36303E1-9F5E-44C2-88B8-1C45D9147857}" dt="2023-11-05T19:46:23.220" v="5" actId="1076"/>
        <pc:sldMkLst>
          <pc:docMk/>
          <pc:sldMk cId="1455700223" sldId="263"/>
        </pc:sldMkLst>
        <pc:spChg chg="mod">
          <ac:chgData name="Georges MATHIO" userId="S::georges.mathio@estia.fr::1057b68d-d9cf-4cd5-bc4c-3fe68ec33e97" providerId="AD" clId="Web-{E36303E1-9F5E-44C2-88B8-1C45D9147857}" dt="2023-11-05T19:46:23.220" v="5" actId="1076"/>
          <ac:spMkLst>
            <pc:docMk/>
            <pc:sldMk cId="1455700223" sldId="263"/>
            <ac:spMk id="14" creationId="{7E30C4D4-D051-74FE-764D-C642BFBB0D1E}"/>
          </ac:spMkLst>
        </pc:spChg>
      </pc:sldChg>
      <pc:sldChg chg="add del replId">
        <pc:chgData name="Georges MATHIO" userId="S::georges.mathio@estia.fr::1057b68d-d9cf-4cd5-bc4c-3fe68ec33e97" providerId="AD" clId="Web-{E36303E1-9F5E-44C2-88B8-1C45D9147857}" dt="2023-11-05T19:47:57.910" v="7"/>
        <pc:sldMkLst>
          <pc:docMk/>
          <pc:sldMk cId="3833791650" sldId="264"/>
        </pc:sldMkLst>
      </pc:sldChg>
      <pc:sldChg chg="modSp add replId">
        <pc:chgData name="Georges MATHIO" userId="S::georges.mathio@estia.fr::1057b68d-d9cf-4cd5-bc4c-3fe68ec33e97" providerId="AD" clId="Web-{E36303E1-9F5E-44C2-88B8-1C45D9147857}" dt="2023-11-05T19:54:25.905" v="120" actId="20577"/>
        <pc:sldMkLst>
          <pc:docMk/>
          <pc:sldMk cId="4167943880" sldId="264"/>
        </pc:sldMkLst>
        <pc:spChg chg="mod">
          <ac:chgData name="Georges MATHIO" userId="S::georges.mathio@estia.fr::1057b68d-d9cf-4cd5-bc4c-3fe68ec33e97" providerId="AD" clId="Web-{E36303E1-9F5E-44C2-88B8-1C45D9147857}" dt="2023-11-05T19:49:03.005" v="17" actId="20577"/>
          <ac:spMkLst>
            <pc:docMk/>
            <pc:sldMk cId="4167943880" sldId="264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E36303E1-9F5E-44C2-88B8-1C45D9147857}" dt="2023-11-05T19:54:25.905" v="120" actId="20577"/>
          <ac:spMkLst>
            <pc:docMk/>
            <pc:sldMk cId="4167943880" sldId="264"/>
            <ac:spMk id="14" creationId="{7E30C4D4-D051-74FE-764D-C642BFBB0D1E}"/>
          </ac:spMkLst>
        </pc:spChg>
      </pc:sldChg>
    </pc:docChg>
  </pc:docChgLst>
  <pc:docChgLst>
    <pc:chgData name="Georges MATHIO" userId="S::georges.mathio@estia.fr::1057b68d-d9cf-4cd5-bc4c-3fe68ec33e97" providerId="AD" clId="Web-{3AF3608F-3807-C3C6-EEAA-F3FC15A3B228}"/>
    <pc:docChg chg="modSld">
      <pc:chgData name="Georges MATHIO" userId="S::georges.mathio@estia.fr::1057b68d-d9cf-4cd5-bc4c-3fe68ec33e97" providerId="AD" clId="Web-{3AF3608F-3807-C3C6-EEAA-F3FC15A3B228}" dt="2024-07-18T12:17:10.561" v="55" actId="20577"/>
      <pc:docMkLst>
        <pc:docMk/>
      </pc:docMkLst>
      <pc:sldChg chg="modSp">
        <pc:chgData name="Georges MATHIO" userId="S::georges.mathio@estia.fr::1057b68d-d9cf-4cd5-bc4c-3fe68ec33e97" providerId="AD" clId="Web-{3AF3608F-3807-C3C6-EEAA-F3FC15A3B228}" dt="2024-07-18T12:17:10.561" v="55" actId="20577"/>
        <pc:sldMkLst>
          <pc:docMk/>
          <pc:sldMk cId="1573690781" sldId="262"/>
        </pc:sldMkLst>
        <pc:spChg chg="mod">
          <ac:chgData name="Georges MATHIO" userId="S::georges.mathio@estia.fr::1057b68d-d9cf-4cd5-bc4c-3fe68ec33e97" providerId="AD" clId="Web-{3AF3608F-3807-C3C6-EEAA-F3FC15A3B228}" dt="2024-07-18T12:17:10.561" v="55" actId="20577"/>
          <ac:spMkLst>
            <pc:docMk/>
            <pc:sldMk cId="1573690781" sldId="262"/>
            <ac:spMk id="6" creationId="{37E68E50-1F8D-C6EF-3F0A-17CAC14C946D}"/>
          </ac:spMkLst>
        </pc:spChg>
      </pc:sldChg>
    </pc:docChg>
  </pc:docChgLst>
  <pc:docChgLst>
    <pc:chgData name="Georges MATHIO" userId="1057b68d-d9cf-4cd5-bc4c-3fe68ec33e97" providerId="ADAL" clId="{F8A6CBF3-FE84-4B7C-882C-DF2F1FDC6FF5}"/>
    <pc:docChg chg="undo redo custSel modSld">
      <pc:chgData name="Georges MATHIO" userId="1057b68d-d9cf-4cd5-bc4c-3fe68ec33e97" providerId="ADAL" clId="{F8A6CBF3-FE84-4B7C-882C-DF2F1FDC6FF5}" dt="2023-11-09T20:04:33.065" v="1370" actId="207"/>
      <pc:docMkLst>
        <pc:docMk/>
      </pc:docMkLst>
      <pc:sldChg chg="modSp mod">
        <pc:chgData name="Georges MATHIO" userId="1057b68d-d9cf-4cd5-bc4c-3fe68ec33e97" providerId="ADAL" clId="{F8A6CBF3-FE84-4B7C-882C-DF2F1FDC6FF5}" dt="2023-11-09T11:41:06.143" v="918" actId="2710"/>
        <pc:sldMkLst>
          <pc:docMk/>
          <pc:sldMk cId="2508048048" sldId="257"/>
        </pc:sldMkLst>
        <pc:spChg chg="mod">
          <ac:chgData name="Georges MATHIO" userId="1057b68d-d9cf-4cd5-bc4c-3fe68ec33e97" providerId="ADAL" clId="{F8A6CBF3-FE84-4B7C-882C-DF2F1FDC6FF5}" dt="2023-11-09T11:41:06.143" v="918" actId="2710"/>
          <ac:spMkLst>
            <pc:docMk/>
            <pc:sldMk cId="2508048048" sldId="257"/>
            <ac:spMk id="6" creationId="{37E68E50-1F8D-C6EF-3F0A-17CAC14C946D}"/>
          </ac:spMkLst>
        </pc:spChg>
      </pc:sldChg>
      <pc:sldChg chg="addSp modSp mod">
        <pc:chgData name="Georges MATHIO" userId="1057b68d-d9cf-4cd5-bc4c-3fe68ec33e97" providerId="ADAL" clId="{F8A6CBF3-FE84-4B7C-882C-DF2F1FDC6FF5}" dt="2023-11-09T10:05:51.670" v="110" actId="1076"/>
        <pc:sldMkLst>
          <pc:docMk/>
          <pc:sldMk cId="4100953463" sldId="258"/>
        </pc:sldMkLst>
        <pc:spChg chg="mod">
          <ac:chgData name="Georges MATHIO" userId="1057b68d-d9cf-4cd5-bc4c-3fe68ec33e97" providerId="ADAL" clId="{F8A6CBF3-FE84-4B7C-882C-DF2F1FDC6FF5}" dt="2023-11-09T10:05:32.704" v="86"/>
          <ac:spMkLst>
            <pc:docMk/>
            <pc:sldMk cId="4100953463" sldId="258"/>
            <ac:spMk id="3" creationId="{B5620FEA-FA3C-B3F6-C2FC-F9D51C3D46CB}"/>
          </ac:spMkLst>
        </pc:spChg>
        <pc:spChg chg="add mod">
          <ac:chgData name="Georges MATHIO" userId="1057b68d-d9cf-4cd5-bc4c-3fe68ec33e97" providerId="ADAL" clId="{F8A6CBF3-FE84-4B7C-882C-DF2F1FDC6FF5}" dt="2023-11-09T10:05:51.670" v="110" actId="1076"/>
          <ac:spMkLst>
            <pc:docMk/>
            <pc:sldMk cId="4100953463" sldId="258"/>
            <ac:spMk id="7" creationId="{78BE014D-713F-E74C-0649-F3C5EEC82304}"/>
          </ac:spMkLst>
        </pc:spChg>
        <pc:graphicFrameChg chg="add mod modGraphic">
          <ac:chgData name="Georges MATHIO" userId="1057b68d-d9cf-4cd5-bc4c-3fe68ec33e97" providerId="ADAL" clId="{F8A6CBF3-FE84-4B7C-882C-DF2F1FDC6FF5}" dt="2023-11-09T10:05:08.838" v="83" actId="14100"/>
          <ac:graphicFrameMkLst>
            <pc:docMk/>
            <pc:sldMk cId="4100953463" sldId="258"/>
            <ac:graphicFrameMk id="5" creationId="{1B02244B-B6CD-5308-AC4D-915F0C8E9ECB}"/>
          </ac:graphicFrameMkLst>
        </pc:graphicFrameChg>
      </pc:sldChg>
      <pc:sldChg chg="addSp delSp modSp mod">
        <pc:chgData name="Georges MATHIO" userId="1057b68d-d9cf-4cd5-bc4c-3fe68ec33e97" providerId="ADAL" clId="{F8A6CBF3-FE84-4B7C-882C-DF2F1FDC6FF5}" dt="2023-11-09T17:42:29.875" v="1341"/>
        <pc:sldMkLst>
          <pc:docMk/>
          <pc:sldMk cId="3701823150" sldId="260"/>
        </pc:sldMkLst>
        <pc:spChg chg="mod">
          <ac:chgData name="Georges MATHIO" userId="1057b68d-d9cf-4cd5-bc4c-3fe68ec33e97" providerId="ADAL" clId="{F8A6CBF3-FE84-4B7C-882C-DF2F1FDC6FF5}" dt="2023-11-09T11:40:55.596" v="917" actId="20577"/>
          <ac:spMkLst>
            <pc:docMk/>
            <pc:sldMk cId="3701823150" sldId="260"/>
            <ac:spMk id="6" creationId="{37E68E50-1F8D-C6EF-3F0A-17CAC14C946D}"/>
          </ac:spMkLst>
        </pc:spChg>
        <pc:graphicFrameChg chg="add del mod modGraphic">
          <ac:chgData name="Georges MATHIO" userId="1057b68d-d9cf-4cd5-bc4c-3fe68ec33e97" providerId="ADAL" clId="{F8A6CBF3-FE84-4B7C-882C-DF2F1FDC6FF5}" dt="2023-11-09T17:42:29.875" v="1341"/>
          <ac:graphicFrameMkLst>
            <pc:docMk/>
            <pc:sldMk cId="3701823150" sldId="260"/>
            <ac:graphicFrameMk id="3" creationId="{EA63EA5E-0F11-826B-9ED0-8B8A8530B8CD}"/>
          </ac:graphicFrameMkLst>
        </pc:graphicFrameChg>
      </pc:sldChg>
      <pc:sldChg chg="modSp mod">
        <pc:chgData name="Georges MATHIO" userId="1057b68d-d9cf-4cd5-bc4c-3fe68ec33e97" providerId="ADAL" clId="{F8A6CBF3-FE84-4B7C-882C-DF2F1FDC6FF5}" dt="2023-11-09T20:04:33.065" v="1370" actId="207"/>
        <pc:sldMkLst>
          <pc:docMk/>
          <pc:sldMk cId="1297329357" sldId="261"/>
        </pc:sldMkLst>
        <pc:spChg chg="mod">
          <ac:chgData name="Georges MATHIO" userId="1057b68d-d9cf-4cd5-bc4c-3fe68ec33e97" providerId="ADAL" clId="{F8A6CBF3-FE84-4B7C-882C-DF2F1FDC6FF5}" dt="2023-11-09T20:04:33.065" v="1370" actId="207"/>
          <ac:spMkLst>
            <pc:docMk/>
            <pc:sldMk cId="1297329357" sldId="261"/>
            <ac:spMk id="6" creationId="{37E68E50-1F8D-C6EF-3F0A-17CAC14C946D}"/>
          </ac:spMkLst>
        </pc:spChg>
      </pc:sldChg>
      <pc:sldChg chg="modSp mod">
        <pc:chgData name="Georges MATHIO" userId="1057b68d-d9cf-4cd5-bc4c-3fe68ec33e97" providerId="ADAL" clId="{F8A6CBF3-FE84-4B7C-882C-DF2F1FDC6FF5}" dt="2023-11-09T12:09:09.433" v="1192" actId="20577"/>
        <pc:sldMkLst>
          <pc:docMk/>
          <pc:sldMk cId="1573690781" sldId="262"/>
        </pc:sldMkLst>
        <pc:spChg chg="mod">
          <ac:chgData name="Georges MATHIO" userId="1057b68d-d9cf-4cd5-bc4c-3fe68ec33e97" providerId="ADAL" clId="{F8A6CBF3-FE84-4B7C-882C-DF2F1FDC6FF5}" dt="2023-11-09T12:09:09.433" v="1192" actId="20577"/>
          <ac:spMkLst>
            <pc:docMk/>
            <pc:sldMk cId="1573690781" sldId="262"/>
            <ac:spMk id="6" creationId="{37E68E50-1F8D-C6EF-3F0A-17CAC14C946D}"/>
          </ac:spMkLst>
        </pc:spChg>
      </pc:sldChg>
    </pc:docChg>
  </pc:docChgLst>
  <pc:docChgLst>
    <pc:chgData name="Georges MATHIO" userId="1057b68d-d9cf-4cd5-bc4c-3fe68ec33e97" providerId="ADAL" clId="{296314A2-5182-4E7E-97CC-35EA0C6A7B2B}"/>
    <pc:docChg chg="undo custSel addSld delSld modSld">
      <pc:chgData name="Georges MATHIO" userId="1057b68d-d9cf-4cd5-bc4c-3fe68ec33e97" providerId="ADAL" clId="{296314A2-5182-4E7E-97CC-35EA0C6A7B2B}" dt="2023-11-30T14:51:07.513" v="1722" actId="20577"/>
      <pc:docMkLst>
        <pc:docMk/>
      </pc:docMkLst>
      <pc:sldChg chg="modSp mod">
        <pc:chgData name="Georges MATHIO" userId="1057b68d-d9cf-4cd5-bc4c-3fe68ec33e97" providerId="ADAL" clId="{296314A2-5182-4E7E-97CC-35EA0C6A7B2B}" dt="2023-11-29T22:01:27.254" v="1721" actId="20577"/>
        <pc:sldMkLst>
          <pc:docMk/>
          <pc:sldMk cId="3105916800" sldId="259"/>
        </pc:sldMkLst>
        <pc:spChg chg="mod">
          <ac:chgData name="Georges MATHIO" userId="1057b68d-d9cf-4cd5-bc4c-3fe68ec33e97" providerId="ADAL" clId="{296314A2-5182-4E7E-97CC-35EA0C6A7B2B}" dt="2023-11-29T22:01:27.254" v="1721" actId="20577"/>
          <ac:spMkLst>
            <pc:docMk/>
            <pc:sldMk cId="3105916800" sldId="259"/>
            <ac:spMk id="6" creationId="{37E68E50-1F8D-C6EF-3F0A-17CAC14C946D}"/>
          </ac:spMkLst>
        </pc:spChg>
      </pc:sldChg>
      <pc:sldChg chg="modSp mod">
        <pc:chgData name="Georges MATHIO" userId="1057b68d-d9cf-4cd5-bc4c-3fe68ec33e97" providerId="ADAL" clId="{296314A2-5182-4E7E-97CC-35EA0C6A7B2B}" dt="2023-11-21T14:26:03.214" v="1484" actId="6549"/>
        <pc:sldMkLst>
          <pc:docMk/>
          <pc:sldMk cId="1297329357" sldId="261"/>
        </pc:sldMkLst>
        <pc:spChg chg="mod">
          <ac:chgData name="Georges MATHIO" userId="1057b68d-d9cf-4cd5-bc4c-3fe68ec33e97" providerId="ADAL" clId="{296314A2-5182-4E7E-97CC-35EA0C6A7B2B}" dt="2023-11-21T14:26:03.214" v="1484" actId="6549"/>
          <ac:spMkLst>
            <pc:docMk/>
            <pc:sldMk cId="1297329357" sldId="261"/>
            <ac:spMk id="6" creationId="{37E68E50-1F8D-C6EF-3F0A-17CAC14C946D}"/>
          </ac:spMkLst>
        </pc:spChg>
      </pc:sldChg>
      <pc:sldChg chg="modSp mod">
        <pc:chgData name="Georges MATHIO" userId="1057b68d-d9cf-4cd5-bc4c-3fe68ec33e97" providerId="ADAL" clId="{296314A2-5182-4E7E-97CC-35EA0C6A7B2B}" dt="2023-11-21T14:27:22.832" v="1485" actId="20577"/>
        <pc:sldMkLst>
          <pc:docMk/>
          <pc:sldMk cId="1573690781" sldId="262"/>
        </pc:sldMkLst>
        <pc:spChg chg="mod">
          <ac:chgData name="Georges MATHIO" userId="1057b68d-d9cf-4cd5-bc4c-3fe68ec33e97" providerId="ADAL" clId="{296314A2-5182-4E7E-97CC-35EA0C6A7B2B}" dt="2023-11-21T14:27:22.832" v="1485" actId="20577"/>
          <ac:spMkLst>
            <pc:docMk/>
            <pc:sldMk cId="1573690781" sldId="262"/>
            <ac:spMk id="6" creationId="{37E68E50-1F8D-C6EF-3F0A-17CAC14C946D}"/>
          </ac:spMkLst>
        </pc:spChg>
      </pc:sldChg>
      <pc:sldChg chg="addSp modSp mod modAnim">
        <pc:chgData name="Georges MATHIO" userId="1057b68d-d9cf-4cd5-bc4c-3fe68ec33e97" providerId="ADAL" clId="{296314A2-5182-4E7E-97CC-35EA0C6A7B2B}" dt="2023-11-21T14:30:41.475" v="1494" actId="6549"/>
        <pc:sldMkLst>
          <pc:docMk/>
          <pc:sldMk cId="1842768588" sldId="263"/>
        </pc:sldMkLst>
        <pc:spChg chg="mod">
          <ac:chgData name="Georges MATHIO" userId="1057b68d-d9cf-4cd5-bc4c-3fe68ec33e97" providerId="ADAL" clId="{296314A2-5182-4E7E-97CC-35EA0C6A7B2B}" dt="2023-11-20T12:11:41.740" v="317" actId="20577"/>
          <ac:spMkLst>
            <pc:docMk/>
            <pc:sldMk cId="1842768588" sldId="263"/>
            <ac:spMk id="2" creationId="{8AE1D70E-C040-1542-B36E-7DDF82084F61}"/>
          </ac:spMkLst>
        </pc:spChg>
        <pc:spChg chg="add mod">
          <ac:chgData name="Georges MATHIO" userId="1057b68d-d9cf-4cd5-bc4c-3fe68ec33e97" providerId="ADAL" clId="{296314A2-5182-4E7E-97CC-35EA0C6A7B2B}" dt="2023-11-20T12:13:13.946" v="408" actId="1076"/>
          <ac:spMkLst>
            <pc:docMk/>
            <pc:sldMk cId="1842768588" sldId="263"/>
            <ac:spMk id="3" creationId="{320DA29C-B0F4-3F85-137A-928A0CA1762E}"/>
          </ac:spMkLst>
        </pc:spChg>
        <pc:spChg chg="mod">
          <ac:chgData name="Georges MATHIO" userId="1057b68d-d9cf-4cd5-bc4c-3fe68ec33e97" providerId="ADAL" clId="{296314A2-5182-4E7E-97CC-35EA0C6A7B2B}" dt="2023-11-21T14:30:41.475" v="1494" actId="6549"/>
          <ac:spMkLst>
            <pc:docMk/>
            <pc:sldMk cId="1842768588" sldId="263"/>
            <ac:spMk id="6" creationId="{37E68E50-1F8D-C6EF-3F0A-17CAC14C946D}"/>
          </ac:spMkLst>
        </pc:spChg>
        <pc:spChg chg="add mod">
          <ac:chgData name="Georges MATHIO" userId="1057b68d-d9cf-4cd5-bc4c-3fe68ec33e97" providerId="ADAL" clId="{296314A2-5182-4E7E-97CC-35EA0C6A7B2B}" dt="2023-11-20T12:19:58.902" v="576" actId="20577"/>
          <ac:spMkLst>
            <pc:docMk/>
            <pc:sldMk cId="1842768588" sldId="263"/>
            <ac:spMk id="8" creationId="{F06B8FC7-FCDA-FB3E-A7ED-0C5F47BC71D2}"/>
          </ac:spMkLst>
        </pc:spChg>
        <pc:spChg chg="add mod">
          <ac:chgData name="Georges MATHIO" userId="1057b68d-d9cf-4cd5-bc4c-3fe68ec33e97" providerId="ADAL" clId="{296314A2-5182-4E7E-97CC-35EA0C6A7B2B}" dt="2023-11-20T12:20:54.879" v="630" actId="1076"/>
          <ac:spMkLst>
            <pc:docMk/>
            <pc:sldMk cId="1842768588" sldId="263"/>
            <ac:spMk id="9" creationId="{03FF4A0F-8CA6-2C60-DD55-7E3CC96193BF}"/>
          </ac:spMkLst>
        </pc:spChg>
        <pc:spChg chg="add mod">
          <ac:chgData name="Georges MATHIO" userId="1057b68d-d9cf-4cd5-bc4c-3fe68ec33e97" providerId="ADAL" clId="{296314A2-5182-4E7E-97CC-35EA0C6A7B2B}" dt="2023-11-20T12:19:16.824" v="565" actId="20577"/>
          <ac:spMkLst>
            <pc:docMk/>
            <pc:sldMk cId="1842768588" sldId="263"/>
            <ac:spMk id="11" creationId="{EDC13F02-49DC-77C6-963B-E67AB5080500}"/>
          </ac:spMkLst>
        </pc:spChg>
        <pc:spChg chg="add mod">
          <ac:chgData name="Georges MATHIO" userId="1057b68d-d9cf-4cd5-bc4c-3fe68ec33e97" providerId="ADAL" clId="{296314A2-5182-4E7E-97CC-35EA0C6A7B2B}" dt="2023-11-20T12:20:49.346" v="629" actId="1076"/>
          <ac:spMkLst>
            <pc:docMk/>
            <pc:sldMk cId="1842768588" sldId="263"/>
            <ac:spMk id="12" creationId="{D6FB7BEF-71DC-FEE9-BCDE-FD91A16752DF}"/>
          </ac:spMkLst>
        </pc:spChg>
        <pc:spChg chg="add mod">
          <ac:chgData name="Georges MATHIO" userId="1057b68d-d9cf-4cd5-bc4c-3fe68ec33e97" providerId="ADAL" clId="{296314A2-5182-4E7E-97CC-35EA0C6A7B2B}" dt="2023-11-20T12:22:18.846" v="661" actId="1076"/>
          <ac:spMkLst>
            <pc:docMk/>
            <pc:sldMk cId="1842768588" sldId="263"/>
            <ac:spMk id="13" creationId="{F2E47F41-2900-853D-0F2C-C7A62806B422}"/>
          </ac:spMkLst>
        </pc:spChg>
        <pc:picChg chg="add mod">
          <ac:chgData name="Georges MATHIO" userId="1057b68d-d9cf-4cd5-bc4c-3fe68ec33e97" providerId="ADAL" clId="{296314A2-5182-4E7E-97CC-35EA0C6A7B2B}" dt="2023-11-20T09:43:24.042" v="7" actId="1440"/>
          <ac:picMkLst>
            <pc:docMk/>
            <pc:sldMk cId="1842768588" sldId="263"/>
            <ac:picMk id="4" creationId="{5EE02515-351D-DD2F-53B3-98765C2605D9}"/>
          </ac:picMkLst>
        </pc:picChg>
        <pc:picChg chg="add mod">
          <ac:chgData name="Georges MATHIO" userId="1057b68d-d9cf-4cd5-bc4c-3fe68ec33e97" providerId="ADAL" clId="{296314A2-5182-4E7E-97CC-35EA0C6A7B2B}" dt="2023-11-20T12:18:31.330" v="499" actId="1076"/>
          <ac:picMkLst>
            <pc:docMk/>
            <pc:sldMk cId="1842768588" sldId="263"/>
            <ac:picMk id="1026" creationId="{B54710C4-F2F0-47A9-5FA8-70B7DD174899}"/>
          </ac:picMkLst>
        </pc:picChg>
        <pc:cxnChg chg="add mod">
          <ac:chgData name="Georges MATHIO" userId="1057b68d-d9cf-4cd5-bc4c-3fe68ec33e97" providerId="ADAL" clId="{296314A2-5182-4E7E-97CC-35EA0C6A7B2B}" dt="2023-11-20T12:18:16.932" v="497" actId="1035"/>
          <ac:cxnSpMkLst>
            <pc:docMk/>
            <pc:sldMk cId="1842768588" sldId="263"/>
            <ac:cxnSpMk id="7" creationId="{67672716-5D1D-7840-8B5D-39B5F61A8FFC}"/>
          </ac:cxnSpMkLst>
        </pc:cxnChg>
        <pc:cxnChg chg="add mod">
          <ac:chgData name="Georges MATHIO" userId="1057b68d-d9cf-4cd5-bc4c-3fe68ec33e97" providerId="ADAL" clId="{296314A2-5182-4E7E-97CC-35EA0C6A7B2B}" dt="2023-11-20T12:19:29.593" v="566"/>
          <ac:cxnSpMkLst>
            <pc:docMk/>
            <pc:sldMk cId="1842768588" sldId="263"/>
            <ac:cxnSpMk id="10" creationId="{85C54BF4-8145-DFA2-0FD2-EF41329B00E3}"/>
          </ac:cxnSpMkLst>
        </pc:cxnChg>
      </pc:sldChg>
      <pc:sldChg chg="modSp add mod">
        <pc:chgData name="Georges MATHIO" userId="1057b68d-d9cf-4cd5-bc4c-3fe68ec33e97" providerId="ADAL" clId="{296314A2-5182-4E7E-97CC-35EA0C6A7B2B}" dt="2023-11-21T14:32:21.252" v="1509" actId="20577"/>
        <pc:sldMkLst>
          <pc:docMk/>
          <pc:sldMk cId="2592200161" sldId="264"/>
        </pc:sldMkLst>
        <pc:spChg chg="mod">
          <ac:chgData name="Georges MATHIO" userId="1057b68d-d9cf-4cd5-bc4c-3fe68ec33e97" providerId="ADAL" clId="{296314A2-5182-4E7E-97CC-35EA0C6A7B2B}" dt="2023-11-20T12:30:42.268" v="755" actId="6549"/>
          <ac:spMkLst>
            <pc:docMk/>
            <pc:sldMk cId="2592200161" sldId="264"/>
            <ac:spMk id="2" creationId="{8AE1D70E-C040-1542-B36E-7DDF82084F61}"/>
          </ac:spMkLst>
        </pc:spChg>
        <pc:spChg chg="mod">
          <ac:chgData name="Georges MATHIO" userId="1057b68d-d9cf-4cd5-bc4c-3fe68ec33e97" providerId="ADAL" clId="{296314A2-5182-4E7E-97CC-35EA0C6A7B2B}" dt="2023-11-21T14:32:21.252" v="1509" actId="20577"/>
          <ac:spMkLst>
            <pc:docMk/>
            <pc:sldMk cId="2592200161" sldId="264"/>
            <ac:spMk id="6" creationId="{37E68E50-1F8D-C6EF-3F0A-17CAC14C946D}"/>
          </ac:spMkLst>
        </pc:spChg>
      </pc:sldChg>
      <pc:sldChg chg="add del">
        <pc:chgData name="Georges MATHIO" userId="1057b68d-d9cf-4cd5-bc4c-3fe68ec33e97" providerId="ADAL" clId="{296314A2-5182-4E7E-97CC-35EA0C6A7B2B}" dt="2023-11-20T12:40:52.391" v="1459" actId="47"/>
        <pc:sldMkLst>
          <pc:docMk/>
          <pc:sldMk cId="246424322" sldId="265"/>
        </pc:sldMkLst>
      </pc:sldChg>
      <pc:sldChg chg="addSp delSp modSp add mod">
        <pc:chgData name="Georges MATHIO" userId="1057b68d-d9cf-4cd5-bc4c-3fe68ec33e97" providerId="ADAL" clId="{296314A2-5182-4E7E-97CC-35EA0C6A7B2B}" dt="2023-11-20T12:30:06.028" v="754" actId="1440"/>
        <pc:sldMkLst>
          <pc:docMk/>
          <pc:sldMk cId="243339767" sldId="266"/>
        </pc:sldMkLst>
        <pc:spChg chg="del">
          <ac:chgData name="Georges MATHIO" userId="1057b68d-d9cf-4cd5-bc4c-3fe68ec33e97" providerId="ADAL" clId="{296314A2-5182-4E7E-97CC-35EA0C6A7B2B}" dt="2023-11-20T12:22:38.879" v="668" actId="478"/>
          <ac:spMkLst>
            <pc:docMk/>
            <pc:sldMk cId="243339767" sldId="266"/>
            <ac:spMk id="3" creationId="{320DA29C-B0F4-3F85-137A-928A0CA1762E}"/>
          </ac:spMkLst>
        </pc:spChg>
        <pc:spChg chg="add del mod">
          <ac:chgData name="Georges MATHIO" userId="1057b68d-d9cf-4cd5-bc4c-3fe68ec33e97" providerId="ADAL" clId="{296314A2-5182-4E7E-97CC-35EA0C6A7B2B}" dt="2023-11-20T12:29:25.926" v="748" actId="478"/>
          <ac:spMkLst>
            <pc:docMk/>
            <pc:sldMk cId="243339767" sldId="266"/>
            <ac:spMk id="5" creationId="{6283DBD4-E58A-EEB0-7EAD-2B3228557A9B}"/>
          </ac:spMkLst>
        </pc:spChg>
        <pc:spChg chg="mod">
          <ac:chgData name="Georges MATHIO" userId="1057b68d-d9cf-4cd5-bc4c-3fe68ec33e97" providerId="ADAL" clId="{296314A2-5182-4E7E-97CC-35EA0C6A7B2B}" dt="2023-11-20T12:24:41.547" v="742" actId="20577"/>
          <ac:spMkLst>
            <pc:docMk/>
            <pc:sldMk cId="243339767" sldId="266"/>
            <ac:spMk id="6" creationId="{37E68E50-1F8D-C6EF-3F0A-17CAC14C946D}"/>
          </ac:spMkLst>
        </pc:spChg>
        <pc:spChg chg="del">
          <ac:chgData name="Georges MATHIO" userId="1057b68d-d9cf-4cd5-bc4c-3fe68ec33e97" providerId="ADAL" clId="{296314A2-5182-4E7E-97CC-35EA0C6A7B2B}" dt="2023-11-20T12:22:38.879" v="668" actId="478"/>
          <ac:spMkLst>
            <pc:docMk/>
            <pc:sldMk cId="243339767" sldId="266"/>
            <ac:spMk id="8" creationId="{F06B8FC7-FCDA-FB3E-A7ED-0C5F47BC71D2}"/>
          </ac:spMkLst>
        </pc:spChg>
        <pc:spChg chg="del">
          <ac:chgData name="Georges MATHIO" userId="1057b68d-d9cf-4cd5-bc4c-3fe68ec33e97" providerId="ADAL" clId="{296314A2-5182-4E7E-97CC-35EA0C6A7B2B}" dt="2023-11-20T12:22:29.348" v="664" actId="478"/>
          <ac:spMkLst>
            <pc:docMk/>
            <pc:sldMk cId="243339767" sldId="266"/>
            <ac:spMk id="9" creationId="{03FF4A0F-8CA6-2C60-DD55-7E3CC96193BF}"/>
          </ac:spMkLst>
        </pc:spChg>
        <pc:spChg chg="del">
          <ac:chgData name="Georges MATHIO" userId="1057b68d-d9cf-4cd5-bc4c-3fe68ec33e97" providerId="ADAL" clId="{296314A2-5182-4E7E-97CC-35EA0C6A7B2B}" dt="2023-11-20T12:22:38.879" v="668" actId="478"/>
          <ac:spMkLst>
            <pc:docMk/>
            <pc:sldMk cId="243339767" sldId="266"/>
            <ac:spMk id="11" creationId="{EDC13F02-49DC-77C6-963B-E67AB5080500}"/>
          </ac:spMkLst>
        </pc:spChg>
        <pc:spChg chg="del">
          <ac:chgData name="Georges MATHIO" userId="1057b68d-d9cf-4cd5-bc4c-3fe68ec33e97" providerId="ADAL" clId="{296314A2-5182-4E7E-97CC-35EA0C6A7B2B}" dt="2023-11-20T12:22:28.484" v="663" actId="478"/>
          <ac:spMkLst>
            <pc:docMk/>
            <pc:sldMk cId="243339767" sldId="266"/>
            <ac:spMk id="12" creationId="{D6FB7BEF-71DC-FEE9-BCDE-FD91A16752DF}"/>
          </ac:spMkLst>
        </pc:spChg>
        <pc:picChg chg="mod">
          <ac:chgData name="Georges MATHIO" userId="1057b68d-d9cf-4cd5-bc4c-3fe68ec33e97" providerId="ADAL" clId="{296314A2-5182-4E7E-97CC-35EA0C6A7B2B}" dt="2023-11-20T12:22:34.608" v="667" actId="1076"/>
          <ac:picMkLst>
            <pc:docMk/>
            <pc:sldMk cId="243339767" sldId="266"/>
            <ac:picMk id="1026" creationId="{B54710C4-F2F0-47A9-5FA8-70B7DD174899}"/>
          </ac:picMkLst>
        </pc:picChg>
        <pc:picChg chg="add mod">
          <ac:chgData name="Georges MATHIO" userId="1057b68d-d9cf-4cd5-bc4c-3fe68ec33e97" providerId="ADAL" clId="{296314A2-5182-4E7E-97CC-35EA0C6A7B2B}" dt="2023-11-20T12:30:06.028" v="754" actId="1440"/>
          <ac:picMkLst>
            <pc:docMk/>
            <pc:sldMk cId="243339767" sldId="266"/>
            <ac:picMk id="2050" creationId="{30992643-0B71-FBBB-C2A7-58A989DBF13D}"/>
          </ac:picMkLst>
        </pc:picChg>
        <pc:cxnChg chg="del">
          <ac:chgData name="Georges MATHIO" userId="1057b68d-d9cf-4cd5-bc4c-3fe68ec33e97" providerId="ADAL" clId="{296314A2-5182-4E7E-97CC-35EA0C6A7B2B}" dt="2023-11-20T12:22:38.879" v="668" actId="478"/>
          <ac:cxnSpMkLst>
            <pc:docMk/>
            <pc:sldMk cId="243339767" sldId="266"/>
            <ac:cxnSpMk id="7" creationId="{67672716-5D1D-7840-8B5D-39B5F61A8FFC}"/>
          </ac:cxnSpMkLst>
        </pc:cxnChg>
        <pc:cxnChg chg="del">
          <ac:chgData name="Georges MATHIO" userId="1057b68d-d9cf-4cd5-bc4c-3fe68ec33e97" providerId="ADAL" clId="{296314A2-5182-4E7E-97CC-35EA0C6A7B2B}" dt="2023-11-20T12:22:31.948" v="665" actId="478"/>
          <ac:cxnSpMkLst>
            <pc:docMk/>
            <pc:sldMk cId="243339767" sldId="266"/>
            <ac:cxnSpMk id="10" creationId="{85C54BF4-8145-DFA2-0FD2-EF41329B00E3}"/>
          </ac:cxnSpMkLst>
        </pc:cxnChg>
      </pc:sldChg>
      <pc:sldChg chg="modSp add mod">
        <pc:chgData name="Georges MATHIO" userId="1057b68d-d9cf-4cd5-bc4c-3fe68ec33e97" providerId="ADAL" clId="{296314A2-5182-4E7E-97CC-35EA0C6A7B2B}" dt="2023-11-30T14:51:07.513" v="1722" actId="20577"/>
        <pc:sldMkLst>
          <pc:docMk/>
          <pc:sldMk cId="2548406657" sldId="267"/>
        </pc:sldMkLst>
        <pc:spChg chg="mod">
          <ac:chgData name="Georges MATHIO" userId="1057b68d-d9cf-4cd5-bc4c-3fe68ec33e97" providerId="ADAL" clId="{296314A2-5182-4E7E-97CC-35EA0C6A7B2B}" dt="2023-11-30T14:51:07.513" v="1722" actId="20577"/>
          <ac:spMkLst>
            <pc:docMk/>
            <pc:sldMk cId="2548406657" sldId="267"/>
            <ac:spMk id="6" creationId="{37E68E50-1F8D-C6EF-3F0A-17CAC14C946D}"/>
          </ac:spMkLst>
        </pc:spChg>
      </pc:sldChg>
      <pc:sldChg chg="add del">
        <pc:chgData name="Georges MATHIO" userId="1057b68d-d9cf-4cd5-bc4c-3fe68ec33e97" providerId="ADAL" clId="{296314A2-5182-4E7E-97CC-35EA0C6A7B2B}" dt="2023-11-20T12:40:27.102" v="1414"/>
        <pc:sldMkLst>
          <pc:docMk/>
          <pc:sldMk cId="729905098" sldId="26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40D056-AD69-4DE5-9130-9487064D174E}" type="doc">
      <dgm:prSet loTypeId="urn:microsoft.com/office/officeart/2005/8/layout/target1" loCatId="relationship" qsTypeId="urn:microsoft.com/office/officeart/2005/8/quickstyle/simple1" qsCatId="simple" csTypeId="urn:microsoft.com/office/officeart/2005/8/colors/colorful1" csCatId="colorful" phldr="1"/>
      <dgm:spPr/>
    </dgm:pt>
    <dgm:pt modelId="{8D594F75-9609-4D79-88C3-5D11BB5FEE5C}">
      <dgm:prSet phldrT="[Texte]"/>
      <dgm:spPr/>
      <dgm:t>
        <a:bodyPr/>
        <a:lstStyle/>
        <a:p>
          <a:pPr algn="ctr"/>
          <a:r>
            <a:rPr lang="fr-FR" dirty="0"/>
            <a:t>Uni tests</a:t>
          </a:r>
          <a:endParaRPr lang="en-GB" dirty="0"/>
        </a:p>
      </dgm:t>
    </dgm:pt>
    <dgm:pt modelId="{CE10CD12-DDC7-4964-8A36-3BD087CCBF06}" type="parTrans" cxnId="{CF8BF764-3D6C-48D3-96AE-65EDA1BA8E96}">
      <dgm:prSet/>
      <dgm:spPr/>
      <dgm:t>
        <a:bodyPr/>
        <a:lstStyle/>
        <a:p>
          <a:endParaRPr lang="en-GB"/>
        </a:p>
      </dgm:t>
    </dgm:pt>
    <dgm:pt modelId="{4C672BA7-0A96-4356-BCE2-4911E212FE44}" type="sibTrans" cxnId="{CF8BF764-3D6C-48D3-96AE-65EDA1BA8E96}">
      <dgm:prSet/>
      <dgm:spPr/>
      <dgm:t>
        <a:bodyPr/>
        <a:lstStyle/>
        <a:p>
          <a:endParaRPr lang="en-GB"/>
        </a:p>
      </dgm:t>
    </dgm:pt>
    <dgm:pt modelId="{1147DED8-D03F-4E88-B640-6E88E48DA80F}">
      <dgm:prSet phldrT="[Texte]"/>
      <dgm:spPr/>
      <dgm:t>
        <a:bodyPr/>
        <a:lstStyle/>
        <a:p>
          <a:pPr algn="ctr"/>
          <a:r>
            <a:rPr lang="fr-FR" dirty="0"/>
            <a:t>API tests</a:t>
          </a:r>
          <a:endParaRPr lang="en-GB" dirty="0"/>
        </a:p>
      </dgm:t>
    </dgm:pt>
    <dgm:pt modelId="{627994FA-AC31-4592-812F-1CE34C86B78B}" type="parTrans" cxnId="{2EA2013F-FEE0-46D7-BDCE-C12D4A9F1AD0}">
      <dgm:prSet/>
      <dgm:spPr/>
      <dgm:t>
        <a:bodyPr/>
        <a:lstStyle/>
        <a:p>
          <a:endParaRPr lang="en-GB"/>
        </a:p>
      </dgm:t>
    </dgm:pt>
    <dgm:pt modelId="{C1E1BA12-95D5-4060-82FE-BF1534AF15FC}" type="sibTrans" cxnId="{2EA2013F-FEE0-46D7-BDCE-C12D4A9F1AD0}">
      <dgm:prSet/>
      <dgm:spPr/>
      <dgm:t>
        <a:bodyPr/>
        <a:lstStyle/>
        <a:p>
          <a:endParaRPr lang="en-GB"/>
        </a:p>
      </dgm:t>
    </dgm:pt>
    <dgm:pt modelId="{B0906CBC-1C5A-4536-9A5B-82B14EF2988C}">
      <dgm:prSet phldrT="[Texte]"/>
      <dgm:spPr/>
      <dgm:t>
        <a:bodyPr/>
        <a:lstStyle/>
        <a:p>
          <a:pPr algn="r"/>
          <a:r>
            <a:rPr lang="fr-FR" dirty="0"/>
            <a:t>System tests</a:t>
          </a:r>
          <a:endParaRPr lang="en-GB" dirty="0"/>
        </a:p>
      </dgm:t>
    </dgm:pt>
    <dgm:pt modelId="{E82B8E73-1EE3-49F5-8317-DBE6DD1A7083}" type="parTrans" cxnId="{1B43D61E-0376-458A-8222-22A6DB3D485F}">
      <dgm:prSet/>
      <dgm:spPr/>
      <dgm:t>
        <a:bodyPr/>
        <a:lstStyle/>
        <a:p>
          <a:endParaRPr lang="en-GB"/>
        </a:p>
      </dgm:t>
    </dgm:pt>
    <dgm:pt modelId="{759B0884-D9E0-4B39-BD08-F510846A0E79}" type="sibTrans" cxnId="{1B43D61E-0376-458A-8222-22A6DB3D485F}">
      <dgm:prSet/>
      <dgm:spPr/>
      <dgm:t>
        <a:bodyPr/>
        <a:lstStyle/>
        <a:p>
          <a:endParaRPr lang="en-GB"/>
        </a:p>
      </dgm:t>
    </dgm:pt>
    <dgm:pt modelId="{E05906B8-0A11-461F-89A5-1C114A09CB90}" type="pres">
      <dgm:prSet presAssocID="{7E40D056-AD69-4DE5-9130-9487064D174E}" presName="composite" presStyleCnt="0">
        <dgm:presLayoutVars>
          <dgm:chMax val="5"/>
          <dgm:dir/>
          <dgm:resizeHandles val="exact"/>
        </dgm:presLayoutVars>
      </dgm:prSet>
      <dgm:spPr/>
    </dgm:pt>
    <dgm:pt modelId="{2BC65F60-A4B1-41C0-A62C-A5C256A24333}" type="pres">
      <dgm:prSet presAssocID="{8D594F75-9609-4D79-88C3-5D11BB5FEE5C}" presName="circle1" presStyleLbl="lnNode1" presStyleIdx="0" presStyleCnt="3"/>
      <dgm:spPr/>
    </dgm:pt>
    <dgm:pt modelId="{C8BA9C21-5264-4A91-827B-5AF09E187F9F}" type="pres">
      <dgm:prSet presAssocID="{8D594F75-9609-4D79-88C3-5D11BB5FEE5C}" presName="text1" presStyleLbl="revTx" presStyleIdx="0" presStyleCnt="3" custScaleX="154656">
        <dgm:presLayoutVars>
          <dgm:bulletEnabled val="1"/>
        </dgm:presLayoutVars>
      </dgm:prSet>
      <dgm:spPr/>
    </dgm:pt>
    <dgm:pt modelId="{D43880FC-9EC8-4302-9A06-71D8688DE6B7}" type="pres">
      <dgm:prSet presAssocID="{8D594F75-9609-4D79-88C3-5D11BB5FEE5C}" presName="line1" presStyleLbl="callout" presStyleIdx="0" presStyleCnt="6"/>
      <dgm:spPr/>
    </dgm:pt>
    <dgm:pt modelId="{37236A35-DE09-4882-AF50-C478DEFDD185}" type="pres">
      <dgm:prSet presAssocID="{8D594F75-9609-4D79-88C3-5D11BB5FEE5C}" presName="d1" presStyleLbl="callout" presStyleIdx="1" presStyleCnt="6"/>
      <dgm:spPr/>
    </dgm:pt>
    <dgm:pt modelId="{ACE97203-87A1-4DA0-A945-2FB9C1569618}" type="pres">
      <dgm:prSet presAssocID="{1147DED8-D03F-4E88-B640-6E88E48DA80F}" presName="circle2" presStyleLbl="lnNode1" presStyleIdx="1" presStyleCnt="3"/>
      <dgm:spPr/>
    </dgm:pt>
    <dgm:pt modelId="{AB3F2798-7FB1-4366-BA81-90A0E0E52C37}" type="pres">
      <dgm:prSet presAssocID="{1147DED8-D03F-4E88-B640-6E88E48DA80F}" presName="text2" presStyleLbl="revTx" presStyleIdx="1" presStyleCnt="3" custScaleX="156274">
        <dgm:presLayoutVars>
          <dgm:bulletEnabled val="1"/>
        </dgm:presLayoutVars>
      </dgm:prSet>
      <dgm:spPr/>
    </dgm:pt>
    <dgm:pt modelId="{9BC2518A-2F4E-4945-A1A9-670145D6C924}" type="pres">
      <dgm:prSet presAssocID="{1147DED8-D03F-4E88-B640-6E88E48DA80F}" presName="line2" presStyleLbl="callout" presStyleIdx="2" presStyleCnt="6"/>
      <dgm:spPr/>
    </dgm:pt>
    <dgm:pt modelId="{9A7FC8A2-7017-4F36-A37E-DBB0D11C3681}" type="pres">
      <dgm:prSet presAssocID="{1147DED8-D03F-4E88-B640-6E88E48DA80F}" presName="d2" presStyleLbl="callout" presStyleIdx="3" presStyleCnt="6"/>
      <dgm:spPr/>
    </dgm:pt>
    <dgm:pt modelId="{2D86F764-DD9B-4DFF-9C48-423F228323FD}" type="pres">
      <dgm:prSet presAssocID="{B0906CBC-1C5A-4536-9A5B-82B14EF2988C}" presName="circle3" presStyleLbl="lnNode1" presStyleIdx="2" presStyleCnt="3"/>
      <dgm:spPr/>
    </dgm:pt>
    <dgm:pt modelId="{5F99392E-3F05-4FF5-A722-FFBBE7C0960B}" type="pres">
      <dgm:prSet presAssocID="{B0906CBC-1C5A-4536-9A5B-82B14EF2988C}" presName="text3" presStyleLbl="revTx" presStyleIdx="2" presStyleCnt="3" custScaleX="150937">
        <dgm:presLayoutVars>
          <dgm:bulletEnabled val="1"/>
        </dgm:presLayoutVars>
      </dgm:prSet>
      <dgm:spPr/>
    </dgm:pt>
    <dgm:pt modelId="{38DE213B-506C-43F0-BF56-B821555532B7}" type="pres">
      <dgm:prSet presAssocID="{B0906CBC-1C5A-4536-9A5B-82B14EF2988C}" presName="line3" presStyleLbl="callout" presStyleIdx="4" presStyleCnt="6"/>
      <dgm:spPr/>
    </dgm:pt>
    <dgm:pt modelId="{829A6871-B29E-4761-B3F8-F51CDB6839FA}" type="pres">
      <dgm:prSet presAssocID="{B0906CBC-1C5A-4536-9A5B-82B14EF2988C}" presName="d3" presStyleLbl="callout" presStyleIdx="5" presStyleCnt="6"/>
      <dgm:spPr/>
    </dgm:pt>
  </dgm:ptLst>
  <dgm:cxnLst>
    <dgm:cxn modelId="{82E95C17-2628-422A-AECB-CD08497FDC49}" type="presOf" srcId="{8D594F75-9609-4D79-88C3-5D11BB5FEE5C}" destId="{C8BA9C21-5264-4A91-827B-5AF09E187F9F}" srcOrd="0" destOrd="0" presId="urn:microsoft.com/office/officeart/2005/8/layout/target1"/>
    <dgm:cxn modelId="{1B43D61E-0376-458A-8222-22A6DB3D485F}" srcId="{7E40D056-AD69-4DE5-9130-9487064D174E}" destId="{B0906CBC-1C5A-4536-9A5B-82B14EF2988C}" srcOrd="2" destOrd="0" parTransId="{E82B8E73-1EE3-49F5-8317-DBE6DD1A7083}" sibTransId="{759B0884-D9E0-4B39-BD08-F510846A0E79}"/>
    <dgm:cxn modelId="{2EA2013F-FEE0-46D7-BDCE-C12D4A9F1AD0}" srcId="{7E40D056-AD69-4DE5-9130-9487064D174E}" destId="{1147DED8-D03F-4E88-B640-6E88E48DA80F}" srcOrd="1" destOrd="0" parTransId="{627994FA-AC31-4592-812F-1CE34C86B78B}" sibTransId="{C1E1BA12-95D5-4060-82FE-BF1534AF15FC}"/>
    <dgm:cxn modelId="{CF8BF764-3D6C-48D3-96AE-65EDA1BA8E96}" srcId="{7E40D056-AD69-4DE5-9130-9487064D174E}" destId="{8D594F75-9609-4D79-88C3-5D11BB5FEE5C}" srcOrd="0" destOrd="0" parTransId="{CE10CD12-DDC7-4964-8A36-3BD087CCBF06}" sibTransId="{4C672BA7-0A96-4356-BCE2-4911E212FE44}"/>
    <dgm:cxn modelId="{ED6CF150-5868-4320-81CB-A0D9A66A6AFF}" type="presOf" srcId="{7E40D056-AD69-4DE5-9130-9487064D174E}" destId="{E05906B8-0A11-461F-89A5-1C114A09CB90}" srcOrd="0" destOrd="0" presId="urn:microsoft.com/office/officeart/2005/8/layout/target1"/>
    <dgm:cxn modelId="{4F7678F1-6572-473B-AF3E-A0D3ECEFE0BC}" type="presOf" srcId="{1147DED8-D03F-4E88-B640-6E88E48DA80F}" destId="{AB3F2798-7FB1-4366-BA81-90A0E0E52C37}" srcOrd="0" destOrd="0" presId="urn:microsoft.com/office/officeart/2005/8/layout/target1"/>
    <dgm:cxn modelId="{109D6CF2-A1A6-491E-8F39-4FC31B0B9326}" type="presOf" srcId="{B0906CBC-1C5A-4536-9A5B-82B14EF2988C}" destId="{5F99392E-3F05-4FF5-A722-FFBBE7C0960B}" srcOrd="0" destOrd="0" presId="urn:microsoft.com/office/officeart/2005/8/layout/target1"/>
    <dgm:cxn modelId="{6514D5DF-C680-420C-8584-5074707F1930}" type="presParOf" srcId="{E05906B8-0A11-461F-89A5-1C114A09CB90}" destId="{2BC65F60-A4B1-41C0-A62C-A5C256A24333}" srcOrd="0" destOrd="0" presId="urn:microsoft.com/office/officeart/2005/8/layout/target1"/>
    <dgm:cxn modelId="{FBD7EBB7-BAB8-44CA-8987-3E3A827B8DC4}" type="presParOf" srcId="{E05906B8-0A11-461F-89A5-1C114A09CB90}" destId="{C8BA9C21-5264-4A91-827B-5AF09E187F9F}" srcOrd="1" destOrd="0" presId="urn:microsoft.com/office/officeart/2005/8/layout/target1"/>
    <dgm:cxn modelId="{AF015727-3195-42B7-AEB6-2E7DEE5FEB70}" type="presParOf" srcId="{E05906B8-0A11-461F-89A5-1C114A09CB90}" destId="{D43880FC-9EC8-4302-9A06-71D8688DE6B7}" srcOrd="2" destOrd="0" presId="urn:microsoft.com/office/officeart/2005/8/layout/target1"/>
    <dgm:cxn modelId="{46EBCFDA-5900-4ACB-9160-16E6088E8A06}" type="presParOf" srcId="{E05906B8-0A11-461F-89A5-1C114A09CB90}" destId="{37236A35-DE09-4882-AF50-C478DEFDD185}" srcOrd="3" destOrd="0" presId="urn:microsoft.com/office/officeart/2005/8/layout/target1"/>
    <dgm:cxn modelId="{AEEC2D0F-C824-4F2B-AE0B-9F7A01020BBD}" type="presParOf" srcId="{E05906B8-0A11-461F-89A5-1C114A09CB90}" destId="{ACE97203-87A1-4DA0-A945-2FB9C1569618}" srcOrd="4" destOrd="0" presId="urn:microsoft.com/office/officeart/2005/8/layout/target1"/>
    <dgm:cxn modelId="{CABD4EC1-DCB4-46C7-8839-23BACD5868B3}" type="presParOf" srcId="{E05906B8-0A11-461F-89A5-1C114A09CB90}" destId="{AB3F2798-7FB1-4366-BA81-90A0E0E52C37}" srcOrd="5" destOrd="0" presId="urn:microsoft.com/office/officeart/2005/8/layout/target1"/>
    <dgm:cxn modelId="{55D20257-F001-40E8-877E-0E4310A19654}" type="presParOf" srcId="{E05906B8-0A11-461F-89A5-1C114A09CB90}" destId="{9BC2518A-2F4E-4945-A1A9-670145D6C924}" srcOrd="6" destOrd="0" presId="urn:microsoft.com/office/officeart/2005/8/layout/target1"/>
    <dgm:cxn modelId="{B5F6F3EF-E929-4B08-A3AB-4B8E71192038}" type="presParOf" srcId="{E05906B8-0A11-461F-89A5-1C114A09CB90}" destId="{9A7FC8A2-7017-4F36-A37E-DBB0D11C3681}" srcOrd="7" destOrd="0" presId="urn:microsoft.com/office/officeart/2005/8/layout/target1"/>
    <dgm:cxn modelId="{A911716F-80AD-4873-801A-31FDB1C885AC}" type="presParOf" srcId="{E05906B8-0A11-461F-89A5-1C114A09CB90}" destId="{2D86F764-DD9B-4DFF-9C48-423F228323FD}" srcOrd="8" destOrd="0" presId="urn:microsoft.com/office/officeart/2005/8/layout/target1"/>
    <dgm:cxn modelId="{90007890-E946-4CCA-B6E0-85A4386CFFAE}" type="presParOf" srcId="{E05906B8-0A11-461F-89A5-1C114A09CB90}" destId="{5F99392E-3F05-4FF5-A722-FFBBE7C0960B}" srcOrd="9" destOrd="0" presId="urn:microsoft.com/office/officeart/2005/8/layout/target1"/>
    <dgm:cxn modelId="{8ADB8D56-3352-4C50-9BDE-5231EC144A65}" type="presParOf" srcId="{E05906B8-0A11-461F-89A5-1C114A09CB90}" destId="{38DE213B-506C-43F0-BF56-B821555532B7}" srcOrd="10" destOrd="0" presId="urn:microsoft.com/office/officeart/2005/8/layout/target1"/>
    <dgm:cxn modelId="{E7C0D940-515C-4511-B355-AD67F5E2C047}" type="presParOf" srcId="{E05906B8-0A11-461F-89A5-1C114A09CB90}" destId="{829A6871-B29E-4761-B3F8-F51CDB6839FA}" srcOrd="11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E61820-B882-4630-B1BA-BAE63BDEEADF}" type="doc">
      <dgm:prSet loTypeId="urn:microsoft.com/office/officeart/2005/8/layout/hierarchy6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17389A7A-76C1-454A-BF28-04645D3652BF}">
      <dgm:prSet phldrT="[Texte]"/>
      <dgm:spPr/>
      <dgm:t>
        <a:bodyPr/>
        <a:lstStyle/>
        <a:p>
          <a:r>
            <a:rPr lang="fr-FR" dirty="0"/>
            <a:t>Runner</a:t>
          </a:r>
          <a:br>
            <a:rPr lang="fr-FR" dirty="0"/>
          </a:br>
          <a:r>
            <a:rPr lang="fr-FR" dirty="0"/>
            <a:t>VM / container</a:t>
          </a:r>
          <a:endParaRPr lang="en-GB" dirty="0"/>
        </a:p>
      </dgm:t>
    </dgm:pt>
    <dgm:pt modelId="{9E633BB5-5CCA-4361-8208-F8FAB06566C4}" type="parTrans" cxnId="{D30181A9-4404-4399-94BA-42E240B594E3}">
      <dgm:prSet/>
      <dgm:spPr/>
      <dgm:t>
        <a:bodyPr/>
        <a:lstStyle/>
        <a:p>
          <a:endParaRPr lang="en-GB"/>
        </a:p>
      </dgm:t>
    </dgm:pt>
    <dgm:pt modelId="{C3F9291F-A61B-4180-900F-B203FFBB2700}" type="sibTrans" cxnId="{D30181A9-4404-4399-94BA-42E240B594E3}">
      <dgm:prSet/>
      <dgm:spPr/>
      <dgm:t>
        <a:bodyPr/>
        <a:lstStyle/>
        <a:p>
          <a:endParaRPr lang="en-GB"/>
        </a:p>
      </dgm:t>
    </dgm:pt>
    <dgm:pt modelId="{3C648208-D4FA-4F09-8360-465085013F58}">
      <dgm:prSet phldrT="[Texte]"/>
      <dgm:spPr/>
      <dgm:t>
        <a:bodyPr/>
        <a:lstStyle/>
        <a:p>
          <a:r>
            <a:rPr lang="fr-FR" dirty="0"/>
            <a:t>Job</a:t>
          </a:r>
          <a:endParaRPr lang="en-GB" dirty="0"/>
        </a:p>
      </dgm:t>
    </dgm:pt>
    <dgm:pt modelId="{400AABBE-06D7-4727-AD7B-8E894185F6AF}" type="parTrans" cxnId="{9276E564-AAE0-4D9E-AEDB-608CD4DE47B3}">
      <dgm:prSet/>
      <dgm:spPr/>
      <dgm:t>
        <a:bodyPr/>
        <a:lstStyle/>
        <a:p>
          <a:endParaRPr lang="en-GB"/>
        </a:p>
      </dgm:t>
    </dgm:pt>
    <dgm:pt modelId="{D7C948B0-D565-4E13-9CC0-474A903636EF}" type="sibTrans" cxnId="{9276E564-AAE0-4D9E-AEDB-608CD4DE47B3}">
      <dgm:prSet/>
      <dgm:spPr/>
      <dgm:t>
        <a:bodyPr/>
        <a:lstStyle/>
        <a:p>
          <a:endParaRPr lang="en-GB"/>
        </a:p>
      </dgm:t>
    </dgm:pt>
    <dgm:pt modelId="{5B4893BE-2A24-464F-A36C-58204A16740B}">
      <dgm:prSet phldrT="[Texte]"/>
      <dgm:spPr/>
      <dgm:t>
        <a:bodyPr/>
        <a:lstStyle/>
        <a:p>
          <a:r>
            <a:rPr lang="fr-FR" dirty="0" err="1"/>
            <a:t>Step</a:t>
          </a:r>
          <a:r>
            <a:rPr lang="fr-FR" dirty="0"/>
            <a:t> 1</a:t>
          </a:r>
          <a:endParaRPr lang="en-GB" dirty="0"/>
        </a:p>
      </dgm:t>
    </dgm:pt>
    <dgm:pt modelId="{FD71BBB7-F3FE-47A9-81DC-A164BD84981F}" type="parTrans" cxnId="{0F967555-0662-48B7-B2B0-C911AA935249}">
      <dgm:prSet/>
      <dgm:spPr/>
      <dgm:t>
        <a:bodyPr/>
        <a:lstStyle/>
        <a:p>
          <a:endParaRPr lang="en-GB"/>
        </a:p>
      </dgm:t>
    </dgm:pt>
    <dgm:pt modelId="{45E343CF-29B7-4B3C-BFBC-0029E75F22E6}" type="sibTrans" cxnId="{0F967555-0662-48B7-B2B0-C911AA935249}">
      <dgm:prSet/>
      <dgm:spPr/>
      <dgm:t>
        <a:bodyPr/>
        <a:lstStyle/>
        <a:p>
          <a:endParaRPr lang="en-GB"/>
        </a:p>
      </dgm:t>
    </dgm:pt>
    <dgm:pt modelId="{1B87D587-D250-41CC-951F-C89EACB3E252}">
      <dgm:prSet phldrT="[Texte]"/>
      <dgm:spPr/>
      <dgm:t>
        <a:bodyPr/>
        <a:lstStyle/>
        <a:p>
          <a:r>
            <a:rPr lang="fr-FR" dirty="0" err="1"/>
            <a:t>Step</a:t>
          </a:r>
          <a:r>
            <a:rPr lang="fr-FR" dirty="0"/>
            <a:t> 2</a:t>
          </a:r>
          <a:endParaRPr lang="en-GB" dirty="0"/>
        </a:p>
      </dgm:t>
    </dgm:pt>
    <dgm:pt modelId="{4404578D-10A2-42DA-BC46-315E44343630}" type="parTrans" cxnId="{0FDFFB69-918E-40CD-9D77-551E6899CCBB}">
      <dgm:prSet/>
      <dgm:spPr/>
      <dgm:t>
        <a:bodyPr/>
        <a:lstStyle/>
        <a:p>
          <a:endParaRPr lang="en-GB"/>
        </a:p>
      </dgm:t>
    </dgm:pt>
    <dgm:pt modelId="{2B7634D8-E91E-4200-B2E7-0730E70DE6D7}" type="sibTrans" cxnId="{0FDFFB69-918E-40CD-9D77-551E6899CCBB}">
      <dgm:prSet/>
      <dgm:spPr/>
      <dgm:t>
        <a:bodyPr/>
        <a:lstStyle/>
        <a:p>
          <a:endParaRPr lang="en-GB"/>
        </a:p>
      </dgm:t>
    </dgm:pt>
    <dgm:pt modelId="{358A50C6-2D8D-447E-A3B9-0CCF8ACB4356}">
      <dgm:prSet phldrT="[Texte]"/>
      <dgm:spPr/>
      <dgm:t>
        <a:bodyPr/>
        <a:lstStyle/>
        <a:p>
          <a:r>
            <a:rPr lang="fr-FR" dirty="0"/>
            <a:t>Service</a:t>
          </a:r>
          <a:endParaRPr lang="en-GB" dirty="0"/>
        </a:p>
      </dgm:t>
    </dgm:pt>
    <dgm:pt modelId="{81F8EE2D-59BA-4E21-9F6C-75BC276D19F1}" type="parTrans" cxnId="{DAB9691F-A04B-447B-B0F2-716AE1D32F06}">
      <dgm:prSet/>
      <dgm:spPr/>
      <dgm:t>
        <a:bodyPr/>
        <a:lstStyle/>
        <a:p>
          <a:endParaRPr lang="en-GB"/>
        </a:p>
      </dgm:t>
    </dgm:pt>
    <dgm:pt modelId="{005A572E-A67A-43DB-A728-4DEF7158D4D2}" type="sibTrans" cxnId="{DAB9691F-A04B-447B-B0F2-716AE1D32F06}">
      <dgm:prSet/>
      <dgm:spPr/>
      <dgm:t>
        <a:bodyPr/>
        <a:lstStyle/>
        <a:p>
          <a:endParaRPr lang="en-GB"/>
        </a:p>
      </dgm:t>
    </dgm:pt>
    <dgm:pt modelId="{5585DF5A-2A72-41F7-844C-C59C9C1756E1}">
      <dgm:prSet phldrT="[Texte]"/>
      <dgm:spPr/>
      <dgm:t>
        <a:bodyPr/>
        <a:lstStyle/>
        <a:p>
          <a:r>
            <a:rPr lang="fr-FR" dirty="0"/>
            <a:t>API server</a:t>
          </a:r>
          <a:endParaRPr lang="en-GB" dirty="0"/>
        </a:p>
      </dgm:t>
    </dgm:pt>
    <dgm:pt modelId="{D1687803-DC1C-4705-B14E-CC5C251B6796}" type="parTrans" cxnId="{F7546550-3E12-4585-895B-2FD34B4B7DBA}">
      <dgm:prSet/>
      <dgm:spPr/>
      <dgm:t>
        <a:bodyPr/>
        <a:lstStyle/>
        <a:p>
          <a:endParaRPr lang="en-GB"/>
        </a:p>
      </dgm:t>
    </dgm:pt>
    <dgm:pt modelId="{A5BB2E03-6F3D-49D5-BBFB-8E4E05973942}" type="sibTrans" cxnId="{F7546550-3E12-4585-895B-2FD34B4B7DBA}">
      <dgm:prSet/>
      <dgm:spPr/>
      <dgm:t>
        <a:bodyPr/>
        <a:lstStyle/>
        <a:p>
          <a:endParaRPr lang="en-GB"/>
        </a:p>
      </dgm:t>
    </dgm:pt>
    <dgm:pt modelId="{377C5AE2-90BC-4C48-A95E-2441D476E329}">
      <dgm:prSet phldrT="[Texte]"/>
      <dgm:spPr/>
      <dgm:t>
        <a:bodyPr/>
        <a:lstStyle/>
        <a:p>
          <a:endParaRPr lang="en-GB" dirty="0"/>
        </a:p>
      </dgm:t>
    </dgm:pt>
    <dgm:pt modelId="{380A9DBD-5533-4CAC-80A3-6CFDADD3D025}" type="sibTrans" cxnId="{6D139E87-6528-455E-9C38-09BF190C5586}">
      <dgm:prSet/>
      <dgm:spPr/>
      <dgm:t>
        <a:bodyPr/>
        <a:lstStyle/>
        <a:p>
          <a:endParaRPr lang="en-GB"/>
        </a:p>
      </dgm:t>
    </dgm:pt>
    <dgm:pt modelId="{D3211D15-5E12-4DDB-88F6-904E15FA5414}" type="parTrans" cxnId="{6D139E87-6528-455E-9C38-09BF190C5586}">
      <dgm:prSet/>
      <dgm:spPr/>
      <dgm:t>
        <a:bodyPr/>
        <a:lstStyle/>
        <a:p>
          <a:endParaRPr lang="en-GB"/>
        </a:p>
      </dgm:t>
    </dgm:pt>
    <dgm:pt modelId="{52A77298-6E83-4C09-A73A-33C7AA484A66}" type="pres">
      <dgm:prSet presAssocID="{52E61820-B882-4630-B1BA-BAE63BDEEADF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D870214-7FC0-4A8D-8B79-9D3ACCF879E3}" type="pres">
      <dgm:prSet presAssocID="{52E61820-B882-4630-B1BA-BAE63BDEEADF}" presName="hierFlow" presStyleCnt="0"/>
      <dgm:spPr/>
    </dgm:pt>
    <dgm:pt modelId="{EE63FF55-54B0-43D9-8339-BA9EFBDECF61}" type="pres">
      <dgm:prSet presAssocID="{52E61820-B882-4630-B1BA-BAE63BDEEADF}" presName="firstBuf" presStyleCnt="0"/>
      <dgm:spPr/>
    </dgm:pt>
    <dgm:pt modelId="{B200AC8C-9114-4A2A-8212-99690DC0D110}" type="pres">
      <dgm:prSet presAssocID="{52E61820-B882-4630-B1BA-BAE63BDEEADF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9AA1971B-CE23-410C-85E7-EE34F4CAEB99}" type="pres">
      <dgm:prSet presAssocID="{17389A7A-76C1-454A-BF28-04645D3652BF}" presName="Name14" presStyleCnt="0"/>
      <dgm:spPr/>
    </dgm:pt>
    <dgm:pt modelId="{07DC85C7-17D9-46B0-8963-3196C1DC1EF5}" type="pres">
      <dgm:prSet presAssocID="{17389A7A-76C1-454A-BF28-04645D3652BF}" presName="level1Shape" presStyleLbl="node0" presStyleIdx="0" presStyleCnt="1" custScaleX="144003" custLinFactNeighborX="6624" custLinFactNeighborY="2529">
        <dgm:presLayoutVars>
          <dgm:chPref val="3"/>
        </dgm:presLayoutVars>
      </dgm:prSet>
      <dgm:spPr/>
    </dgm:pt>
    <dgm:pt modelId="{60E28E14-BCB0-4E60-A5C6-60FBEB93A1FE}" type="pres">
      <dgm:prSet presAssocID="{17389A7A-76C1-454A-BF28-04645D3652BF}" presName="hierChild2" presStyleCnt="0"/>
      <dgm:spPr/>
    </dgm:pt>
    <dgm:pt modelId="{7F539D3A-C813-41F3-9FF4-792D162245AC}" type="pres">
      <dgm:prSet presAssocID="{400AABBE-06D7-4727-AD7B-8E894185F6AF}" presName="Name19" presStyleLbl="parChTrans1D2" presStyleIdx="0" presStyleCnt="2"/>
      <dgm:spPr/>
    </dgm:pt>
    <dgm:pt modelId="{EB8CFB6D-6253-4429-8911-478AAA2BAA61}" type="pres">
      <dgm:prSet presAssocID="{3C648208-D4FA-4F09-8360-465085013F58}" presName="Name21" presStyleCnt="0"/>
      <dgm:spPr/>
    </dgm:pt>
    <dgm:pt modelId="{1F2D2363-A4A7-4CC2-810D-3586D4D2EC90}" type="pres">
      <dgm:prSet presAssocID="{3C648208-D4FA-4F09-8360-465085013F58}" presName="level2Shape" presStyleLbl="node2" presStyleIdx="0" presStyleCnt="2"/>
      <dgm:spPr/>
    </dgm:pt>
    <dgm:pt modelId="{00A9F80E-C739-47C3-B242-98278CFD7DF6}" type="pres">
      <dgm:prSet presAssocID="{3C648208-D4FA-4F09-8360-465085013F58}" presName="hierChild3" presStyleCnt="0"/>
      <dgm:spPr/>
    </dgm:pt>
    <dgm:pt modelId="{BE78180C-CF84-430B-BBF1-BA3FDD8D2484}" type="pres">
      <dgm:prSet presAssocID="{FD71BBB7-F3FE-47A9-81DC-A164BD84981F}" presName="Name19" presStyleLbl="parChTrans1D3" presStyleIdx="0" presStyleCnt="3"/>
      <dgm:spPr/>
    </dgm:pt>
    <dgm:pt modelId="{B5BAA6B1-F2BC-4B45-9C26-7355B6E7B4A0}" type="pres">
      <dgm:prSet presAssocID="{5B4893BE-2A24-464F-A36C-58204A16740B}" presName="Name21" presStyleCnt="0"/>
      <dgm:spPr/>
    </dgm:pt>
    <dgm:pt modelId="{6E151552-6AD5-4F49-87EF-8247F2476AFC}" type="pres">
      <dgm:prSet presAssocID="{5B4893BE-2A24-464F-A36C-58204A16740B}" presName="level2Shape" presStyleLbl="node3" presStyleIdx="0" presStyleCnt="3"/>
      <dgm:spPr/>
    </dgm:pt>
    <dgm:pt modelId="{6CD660BA-B269-492C-8785-DC7A83596FF2}" type="pres">
      <dgm:prSet presAssocID="{5B4893BE-2A24-464F-A36C-58204A16740B}" presName="hierChild3" presStyleCnt="0"/>
      <dgm:spPr/>
    </dgm:pt>
    <dgm:pt modelId="{30EE8CF9-95EA-4D70-B7BF-1A69CCBCF412}" type="pres">
      <dgm:prSet presAssocID="{4404578D-10A2-42DA-BC46-315E44343630}" presName="Name19" presStyleLbl="parChTrans1D3" presStyleIdx="1" presStyleCnt="3"/>
      <dgm:spPr/>
    </dgm:pt>
    <dgm:pt modelId="{58788138-380A-4C4B-BAFE-F86A9925D23D}" type="pres">
      <dgm:prSet presAssocID="{1B87D587-D250-41CC-951F-C89EACB3E252}" presName="Name21" presStyleCnt="0"/>
      <dgm:spPr/>
    </dgm:pt>
    <dgm:pt modelId="{41F63F4C-5E91-48BB-B57E-ABDE27F71E2D}" type="pres">
      <dgm:prSet presAssocID="{1B87D587-D250-41CC-951F-C89EACB3E252}" presName="level2Shape" presStyleLbl="node3" presStyleIdx="1" presStyleCnt="3"/>
      <dgm:spPr/>
    </dgm:pt>
    <dgm:pt modelId="{2FC59075-6BDE-43B9-90B7-8014DAE70B8B}" type="pres">
      <dgm:prSet presAssocID="{1B87D587-D250-41CC-951F-C89EACB3E252}" presName="hierChild3" presStyleCnt="0"/>
      <dgm:spPr/>
    </dgm:pt>
    <dgm:pt modelId="{82B86540-2AA2-43C8-856D-5AB2154D83AC}" type="pres">
      <dgm:prSet presAssocID="{81F8EE2D-59BA-4E21-9F6C-75BC276D19F1}" presName="Name19" presStyleLbl="parChTrans1D2" presStyleIdx="1" presStyleCnt="2"/>
      <dgm:spPr/>
    </dgm:pt>
    <dgm:pt modelId="{EE2EE56F-9F08-43F4-ABA1-35EC723A56D7}" type="pres">
      <dgm:prSet presAssocID="{358A50C6-2D8D-447E-A3B9-0CCF8ACB4356}" presName="Name21" presStyleCnt="0"/>
      <dgm:spPr/>
    </dgm:pt>
    <dgm:pt modelId="{3BCF4EA3-475E-47CF-8635-379526FF197F}" type="pres">
      <dgm:prSet presAssocID="{358A50C6-2D8D-447E-A3B9-0CCF8ACB4356}" presName="level2Shape" presStyleLbl="node2" presStyleIdx="1" presStyleCnt="2"/>
      <dgm:spPr/>
    </dgm:pt>
    <dgm:pt modelId="{3051CECD-EBFB-450E-9270-30404AA9AD9C}" type="pres">
      <dgm:prSet presAssocID="{358A50C6-2D8D-447E-A3B9-0CCF8ACB4356}" presName="hierChild3" presStyleCnt="0"/>
      <dgm:spPr/>
    </dgm:pt>
    <dgm:pt modelId="{1A1935E4-0FB1-47A5-B492-247E3BF3CF0F}" type="pres">
      <dgm:prSet presAssocID="{D1687803-DC1C-4705-B14E-CC5C251B6796}" presName="Name19" presStyleLbl="parChTrans1D3" presStyleIdx="2" presStyleCnt="3"/>
      <dgm:spPr/>
    </dgm:pt>
    <dgm:pt modelId="{3A21E21E-E9FE-471E-857C-C801182E406C}" type="pres">
      <dgm:prSet presAssocID="{5585DF5A-2A72-41F7-844C-C59C9C1756E1}" presName="Name21" presStyleCnt="0"/>
      <dgm:spPr/>
    </dgm:pt>
    <dgm:pt modelId="{9F762235-EA80-4E76-AD5A-1F705BC8DBDC}" type="pres">
      <dgm:prSet presAssocID="{5585DF5A-2A72-41F7-844C-C59C9C1756E1}" presName="level2Shape" presStyleLbl="node3" presStyleIdx="2" presStyleCnt="3"/>
      <dgm:spPr/>
    </dgm:pt>
    <dgm:pt modelId="{24969DB7-C251-4959-A737-5741815953DA}" type="pres">
      <dgm:prSet presAssocID="{5585DF5A-2A72-41F7-844C-C59C9C1756E1}" presName="hierChild3" presStyleCnt="0"/>
      <dgm:spPr/>
    </dgm:pt>
    <dgm:pt modelId="{689DCBBE-29D4-4236-A261-8576ECA0D74E}" type="pres">
      <dgm:prSet presAssocID="{52E61820-B882-4630-B1BA-BAE63BDEEADF}" presName="bgShapesFlow" presStyleCnt="0"/>
      <dgm:spPr/>
    </dgm:pt>
    <dgm:pt modelId="{27D3DB14-45E5-4630-95F7-DAF3B2FEAD3F}" type="pres">
      <dgm:prSet presAssocID="{377C5AE2-90BC-4C48-A95E-2441D476E329}" presName="rectComp" presStyleCnt="0"/>
      <dgm:spPr/>
    </dgm:pt>
    <dgm:pt modelId="{11033118-03AE-4E4A-BCB5-CBE0A9B3ACDC}" type="pres">
      <dgm:prSet presAssocID="{377C5AE2-90BC-4C48-A95E-2441D476E329}" presName="bgRect" presStyleLbl="bgShp" presStyleIdx="0" presStyleCnt="1" custScaleX="76214" custScaleY="405405" custLinFactNeighborX="13609" custLinFactNeighborY="-38914"/>
      <dgm:spPr/>
    </dgm:pt>
    <dgm:pt modelId="{9D6BA45D-0914-4321-B54B-0F41E9678C4E}" type="pres">
      <dgm:prSet presAssocID="{377C5AE2-90BC-4C48-A95E-2441D476E329}" presName="bgRectTx" presStyleLbl="bgShp" presStyleIdx="0" presStyleCnt="1">
        <dgm:presLayoutVars>
          <dgm:bulletEnabled val="1"/>
        </dgm:presLayoutVars>
      </dgm:prSet>
      <dgm:spPr/>
    </dgm:pt>
  </dgm:ptLst>
  <dgm:cxnLst>
    <dgm:cxn modelId="{47B3A715-1AE1-4434-AA3C-C189460BA123}" type="presOf" srcId="{52E61820-B882-4630-B1BA-BAE63BDEEADF}" destId="{52A77298-6E83-4C09-A73A-33C7AA484A66}" srcOrd="0" destOrd="0" presId="urn:microsoft.com/office/officeart/2005/8/layout/hierarchy6"/>
    <dgm:cxn modelId="{CD98A816-4227-4C1F-A8D1-EB91F23AC67F}" type="presOf" srcId="{377C5AE2-90BC-4C48-A95E-2441D476E329}" destId="{9D6BA45D-0914-4321-B54B-0F41E9678C4E}" srcOrd="1" destOrd="0" presId="urn:microsoft.com/office/officeart/2005/8/layout/hierarchy6"/>
    <dgm:cxn modelId="{3871371F-1BC5-41FA-AEC7-A0CB22292B2C}" type="presOf" srcId="{1B87D587-D250-41CC-951F-C89EACB3E252}" destId="{41F63F4C-5E91-48BB-B57E-ABDE27F71E2D}" srcOrd="0" destOrd="0" presId="urn:microsoft.com/office/officeart/2005/8/layout/hierarchy6"/>
    <dgm:cxn modelId="{DAB9691F-A04B-447B-B0F2-716AE1D32F06}" srcId="{17389A7A-76C1-454A-BF28-04645D3652BF}" destId="{358A50C6-2D8D-447E-A3B9-0CCF8ACB4356}" srcOrd="1" destOrd="0" parTransId="{81F8EE2D-59BA-4E21-9F6C-75BC276D19F1}" sibTransId="{005A572E-A67A-43DB-A728-4DEF7158D4D2}"/>
    <dgm:cxn modelId="{96C16923-186E-4F59-BAD3-C9CFE3C89E60}" type="presOf" srcId="{17389A7A-76C1-454A-BF28-04645D3652BF}" destId="{07DC85C7-17D9-46B0-8963-3196C1DC1EF5}" srcOrd="0" destOrd="0" presId="urn:microsoft.com/office/officeart/2005/8/layout/hierarchy6"/>
    <dgm:cxn modelId="{7BCD673D-2AC5-44B8-8D84-481C68CE7707}" type="presOf" srcId="{5B4893BE-2A24-464F-A36C-58204A16740B}" destId="{6E151552-6AD5-4F49-87EF-8247F2476AFC}" srcOrd="0" destOrd="0" presId="urn:microsoft.com/office/officeart/2005/8/layout/hierarchy6"/>
    <dgm:cxn modelId="{9276E564-AAE0-4D9E-AEDB-608CD4DE47B3}" srcId="{17389A7A-76C1-454A-BF28-04645D3652BF}" destId="{3C648208-D4FA-4F09-8360-465085013F58}" srcOrd="0" destOrd="0" parTransId="{400AABBE-06D7-4727-AD7B-8E894185F6AF}" sibTransId="{D7C948B0-D565-4E13-9CC0-474A903636EF}"/>
    <dgm:cxn modelId="{0FDFFB69-918E-40CD-9D77-551E6899CCBB}" srcId="{3C648208-D4FA-4F09-8360-465085013F58}" destId="{1B87D587-D250-41CC-951F-C89EACB3E252}" srcOrd="1" destOrd="0" parTransId="{4404578D-10A2-42DA-BC46-315E44343630}" sibTransId="{2B7634D8-E91E-4200-B2E7-0730E70DE6D7}"/>
    <dgm:cxn modelId="{F7546550-3E12-4585-895B-2FD34B4B7DBA}" srcId="{358A50C6-2D8D-447E-A3B9-0CCF8ACB4356}" destId="{5585DF5A-2A72-41F7-844C-C59C9C1756E1}" srcOrd="0" destOrd="0" parTransId="{D1687803-DC1C-4705-B14E-CC5C251B6796}" sibTransId="{A5BB2E03-6F3D-49D5-BBFB-8E4E05973942}"/>
    <dgm:cxn modelId="{A0F90451-4935-40F4-A490-062E6C4C85F0}" type="presOf" srcId="{5585DF5A-2A72-41F7-844C-C59C9C1756E1}" destId="{9F762235-EA80-4E76-AD5A-1F705BC8DBDC}" srcOrd="0" destOrd="0" presId="urn:microsoft.com/office/officeart/2005/8/layout/hierarchy6"/>
    <dgm:cxn modelId="{A8CCD952-9A12-464B-9C30-285F16DE2BD6}" type="presOf" srcId="{3C648208-D4FA-4F09-8360-465085013F58}" destId="{1F2D2363-A4A7-4CC2-810D-3586D4D2EC90}" srcOrd="0" destOrd="0" presId="urn:microsoft.com/office/officeart/2005/8/layout/hierarchy6"/>
    <dgm:cxn modelId="{0F967555-0662-48B7-B2B0-C911AA935249}" srcId="{3C648208-D4FA-4F09-8360-465085013F58}" destId="{5B4893BE-2A24-464F-A36C-58204A16740B}" srcOrd="0" destOrd="0" parTransId="{FD71BBB7-F3FE-47A9-81DC-A164BD84981F}" sibTransId="{45E343CF-29B7-4B3C-BFBC-0029E75F22E6}"/>
    <dgm:cxn modelId="{D4C77178-E110-48FD-9BA8-4E732C767A5C}" type="presOf" srcId="{377C5AE2-90BC-4C48-A95E-2441D476E329}" destId="{11033118-03AE-4E4A-BCB5-CBE0A9B3ACDC}" srcOrd="0" destOrd="0" presId="urn:microsoft.com/office/officeart/2005/8/layout/hierarchy6"/>
    <dgm:cxn modelId="{09B0EC7D-81B2-4094-A5CE-1F051A3D247A}" type="presOf" srcId="{358A50C6-2D8D-447E-A3B9-0CCF8ACB4356}" destId="{3BCF4EA3-475E-47CF-8635-379526FF197F}" srcOrd="0" destOrd="0" presId="urn:microsoft.com/office/officeart/2005/8/layout/hierarchy6"/>
    <dgm:cxn modelId="{6D139E87-6528-455E-9C38-09BF190C5586}" srcId="{52E61820-B882-4630-B1BA-BAE63BDEEADF}" destId="{377C5AE2-90BC-4C48-A95E-2441D476E329}" srcOrd="1" destOrd="0" parTransId="{D3211D15-5E12-4DDB-88F6-904E15FA5414}" sibTransId="{380A9DBD-5533-4CAC-80A3-6CFDADD3D025}"/>
    <dgm:cxn modelId="{AA5D03A3-BAA7-490A-B7B3-DDD74C7D728A}" type="presOf" srcId="{D1687803-DC1C-4705-B14E-CC5C251B6796}" destId="{1A1935E4-0FB1-47A5-B492-247E3BF3CF0F}" srcOrd="0" destOrd="0" presId="urn:microsoft.com/office/officeart/2005/8/layout/hierarchy6"/>
    <dgm:cxn modelId="{D30181A9-4404-4399-94BA-42E240B594E3}" srcId="{52E61820-B882-4630-B1BA-BAE63BDEEADF}" destId="{17389A7A-76C1-454A-BF28-04645D3652BF}" srcOrd="0" destOrd="0" parTransId="{9E633BB5-5CCA-4361-8208-F8FAB06566C4}" sibTransId="{C3F9291F-A61B-4180-900F-B203FFBB2700}"/>
    <dgm:cxn modelId="{3ED2CFB4-3CD7-46B8-83F2-00222AD1FE63}" type="presOf" srcId="{81F8EE2D-59BA-4E21-9F6C-75BC276D19F1}" destId="{82B86540-2AA2-43C8-856D-5AB2154D83AC}" srcOrd="0" destOrd="0" presId="urn:microsoft.com/office/officeart/2005/8/layout/hierarchy6"/>
    <dgm:cxn modelId="{CC8A85D8-54C7-4BC3-A547-4EC93CBEE90F}" type="presOf" srcId="{4404578D-10A2-42DA-BC46-315E44343630}" destId="{30EE8CF9-95EA-4D70-B7BF-1A69CCBCF412}" srcOrd="0" destOrd="0" presId="urn:microsoft.com/office/officeart/2005/8/layout/hierarchy6"/>
    <dgm:cxn modelId="{560CB7DA-744A-4506-8B38-01D8C8156691}" type="presOf" srcId="{FD71BBB7-F3FE-47A9-81DC-A164BD84981F}" destId="{BE78180C-CF84-430B-BBF1-BA3FDD8D2484}" srcOrd="0" destOrd="0" presId="urn:microsoft.com/office/officeart/2005/8/layout/hierarchy6"/>
    <dgm:cxn modelId="{0E8308FF-232B-43DD-BF63-19FEFD400B11}" type="presOf" srcId="{400AABBE-06D7-4727-AD7B-8E894185F6AF}" destId="{7F539D3A-C813-41F3-9FF4-792D162245AC}" srcOrd="0" destOrd="0" presId="urn:microsoft.com/office/officeart/2005/8/layout/hierarchy6"/>
    <dgm:cxn modelId="{03735F03-BC11-45D0-89EB-3C1023C31032}" type="presParOf" srcId="{52A77298-6E83-4C09-A73A-33C7AA484A66}" destId="{CD870214-7FC0-4A8D-8B79-9D3ACCF879E3}" srcOrd="0" destOrd="0" presId="urn:microsoft.com/office/officeart/2005/8/layout/hierarchy6"/>
    <dgm:cxn modelId="{4000648B-F979-4D93-9890-F51922186C5B}" type="presParOf" srcId="{CD870214-7FC0-4A8D-8B79-9D3ACCF879E3}" destId="{EE63FF55-54B0-43D9-8339-BA9EFBDECF61}" srcOrd="0" destOrd="0" presId="urn:microsoft.com/office/officeart/2005/8/layout/hierarchy6"/>
    <dgm:cxn modelId="{FF322D59-0043-4E17-A1E0-E007DABE6382}" type="presParOf" srcId="{CD870214-7FC0-4A8D-8B79-9D3ACCF879E3}" destId="{B200AC8C-9114-4A2A-8212-99690DC0D110}" srcOrd="1" destOrd="0" presId="urn:microsoft.com/office/officeart/2005/8/layout/hierarchy6"/>
    <dgm:cxn modelId="{3309E852-30C5-4180-A8ED-60C256FB00EE}" type="presParOf" srcId="{B200AC8C-9114-4A2A-8212-99690DC0D110}" destId="{9AA1971B-CE23-410C-85E7-EE34F4CAEB99}" srcOrd="0" destOrd="0" presId="urn:microsoft.com/office/officeart/2005/8/layout/hierarchy6"/>
    <dgm:cxn modelId="{E9A0A07E-5163-4ED0-9D9C-57018908304C}" type="presParOf" srcId="{9AA1971B-CE23-410C-85E7-EE34F4CAEB99}" destId="{07DC85C7-17D9-46B0-8963-3196C1DC1EF5}" srcOrd="0" destOrd="0" presId="urn:microsoft.com/office/officeart/2005/8/layout/hierarchy6"/>
    <dgm:cxn modelId="{1D9E493E-4B54-4209-8D32-A920E543D04E}" type="presParOf" srcId="{9AA1971B-CE23-410C-85E7-EE34F4CAEB99}" destId="{60E28E14-BCB0-4E60-A5C6-60FBEB93A1FE}" srcOrd="1" destOrd="0" presId="urn:microsoft.com/office/officeart/2005/8/layout/hierarchy6"/>
    <dgm:cxn modelId="{F216D116-55E9-4666-A17C-657F62A1F0E5}" type="presParOf" srcId="{60E28E14-BCB0-4E60-A5C6-60FBEB93A1FE}" destId="{7F539D3A-C813-41F3-9FF4-792D162245AC}" srcOrd="0" destOrd="0" presId="urn:microsoft.com/office/officeart/2005/8/layout/hierarchy6"/>
    <dgm:cxn modelId="{94273798-0747-40E1-B904-F205217ADD0E}" type="presParOf" srcId="{60E28E14-BCB0-4E60-A5C6-60FBEB93A1FE}" destId="{EB8CFB6D-6253-4429-8911-478AAA2BAA61}" srcOrd="1" destOrd="0" presId="urn:microsoft.com/office/officeart/2005/8/layout/hierarchy6"/>
    <dgm:cxn modelId="{6EBC4F57-1A3E-47B9-9201-3274EC6C88AA}" type="presParOf" srcId="{EB8CFB6D-6253-4429-8911-478AAA2BAA61}" destId="{1F2D2363-A4A7-4CC2-810D-3586D4D2EC90}" srcOrd="0" destOrd="0" presId="urn:microsoft.com/office/officeart/2005/8/layout/hierarchy6"/>
    <dgm:cxn modelId="{6DB2430A-9C5E-4B01-AB52-85F021ACB1F7}" type="presParOf" srcId="{EB8CFB6D-6253-4429-8911-478AAA2BAA61}" destId="{00A9F80E-C739-47C3-B242-98278CFD7DF6}" srcOrd="1" destOrd="0" presId="urn:microsoft.com/office/officeart/2005/8/layout/hierarchy6"/>
    <dgm:cxn modelId="{E50DCDA3-4717-49B2-958D-C5E59CA9FEF2}" type="presParOf" srcId="{00A9F80E-C739-47C3-B242-98278CFD7DF6}" destId="{BE78180C-CF84-430B-BBF1-BA3FDD8D2484}" srcOrd="0" destOrd="0" presId="urn:microsoft.com/office/officeart/2005/8/layout/hierarchy6"/>
    <dgm:cxn modelId="{5B533D2C-CE0C-4B64-8751-A16C28C3408F}" type="presParOf" srcId="{00A9F80E-C739-47C3-B242-98278CFD7DF6}" destId="{B5BAA6B1-F2BC-4B45-9C26-7355B6E7B4A0}" srcOrd="1" destOrd="0" presId="urn:microsoft.com/office/officeart/2005/8/layout/hierarchy6"/>
    <dgm:cxn modelId="{D848AD19-E91F-4716-AF34-B24AE735268D}" type="presParOf" srcId="{B5BAA6B1-F2BC-4B45-9C26-7355B6E7B4A0}" destId="{6E151552-6AD5-4F49-87EF-8247F2476AFC}" srcOrd="0" destOrd="0" presId="urn:microsoft.com/office/officeart/2005/8/layout/hierarchy6"/>
    <dgm:cxn modelId="{515A4083-91ED-422A-B1E8-165FBCCD27BC}" type="presParOf" srcId="{B5BAA6B1-F2BC-4B45-9C26-7355B6E7B4A0}" destId="{6CD660BA-B269-492C-8785-DC7A83596FF2}" srcOrd="1" destOrd="0" presId="urn:microsoft.com/office/officeart/2005/8/layout/hierarchy6"/>
    <dgm:cxn modelId="{1692C133-0307-42BB-A633-7A622FC82905}" type="presParOf" srcId="{00A9F80E-C739-47C3-B242-98278CFD7DF6}" destId="{30EE8CF9-95EA-4D70-B7BF-1A69CCBCF412}" srcOrd="2" destOrd="0" presId="urn:microsoft.com/office/officeart/2005/8/layout/hierarchy6"/>
    <dgm:cxn modelId="{AACAAC7E-AF66-4069-996F-8106FA14DE9A}" type="presParOf" srcId="{00A9F80E-C739-47C3-B242-98278CFD7DF6}" destId="{58788138-380A-4C4B-BAFE-F86A9925D23D}" srcOrd="3" destOrd="0" presId="urn:microsoft.com/office/officeart/2005/8/layout/hierarchy6"/>
    <dgm:cxn modelId="{F878B4E1-AFCB-426A-9CD8-0F0FD1CE8530}" type="presParOf" srcId="{58788138-380A-4C4B-BAFE-F86A9925D23D}" destId="{41F63F4C-5E91-48BB-B57E-ABDE27F71E2D}" srcOrd="0" destOrd="0" presId="urn:microsoft.com/office/officeart/2005/8/layout/hierarchy6"/>
    <dgm:cxn modelId="{BEB35D72-B737-47EB-9FBB-6D514DEB31AD}" type="presParOf" srcId="{58788138-380A-4C4B-BAFE-F86A9925D23D}" destId="{2FC59075-6BDE-43B9-90B7-8014DAE70B8B}" srcOrd="1" destOrd="0" presId="urn:microsoft.com/office/officeart/2005/8/layout/hierarchy6"/>
    <dgm:cxn modelId="{39DE9384-4E98-47C2-9C87-7F0AE29C537B}" type="presParOf" srcId="{60E28E14-BCB0-4E60-A5C6-60FBEB93A1FE}" destId="{82B86540-2AA2-43C8-856D-5AB2154D83AC}" srcOrd="2" destOrd="0" presId="urn:microsoft.com/office/officeart/2005/8/layout/hierarchy6"/>
    <dgm:cxn modelId="{857EA685-A646-43C8-9E15-E7E638991409}" type="presParOf" srcId="{60E28E14-BCB0-4E60-A5C6-60FBEB93A1FE}" destId="{EE2EE56F-9F08-43F4-ABA1-35EC723A56D7}" srcOrd="3" destOrd="0" presId="urn:microsoft.com/office/officeart/2005/8/layout/hierarchy6"/>
    <dgm:cxn modelId="{A57DF06C-A345-4A34-B248-F414C131F154}" type="presParOf" srcId="{EE2EE56F-9F08-43F4-ABA1-35EC723A56D7}" destId="{3BCF4EA3-475E-47CF-8635-379526FF197F}" srcOrd="0" destOrd="0" presId="urn:microsoft.com/office/officeart/2005/8/layout/hierarchy6"/>
    <dgm:cxn modelId="{FA9CE904-24B7-49E1-B150-01C1CD3940CB}" type="presParOf" srcId="{EE2EE56F-9F08-43F4-ABA1-35EC723A56D7}" destId="{3051CECD-EBFB-450E-9270-30404AA9AD9C}" srcOrd="1" destOrd="0" presId="urn:microsoft.com/office/officeart/2005/8/layout/hierarchy6"/>
    <dgm:cxn modelId="{538B2E7A-9E51-4240-AABD-7BE664DC0519}" type="presParOf" srcId="{3051CECD-EBFB-450E-9270-30404AA9AD9C}" destId="{1A1935E4-0FB1-47A5-B492-247E3BF3CF0F}" srcOrd="0" destOrd="0" presId="urn:microsoft.com/office/officeart/2005/8/layout/hierarchy6"/>
    <dgm:cxn modelId="{1EE0F8B0-38D3-475B-A0AE-C6F4F9B808CF}" type="presParOf" srcId="{3051CECD-EBFB-450E-9270-30404AA9AD9C}" destId="{3A21E21E-E9FE-471E-857C-C801182E406C}" srcOrd="1" destOrd="0" presId="urn:microsoft.com/office/officeart/2005/8/layout/hierarchy6"/>
    <dgm:cxn modelId="{B111AD8F-8AA2-464E-BA70-E927673FC6A5}" type="presParOf" srcId="{3A21E21E-E9FE-471E-857C-C801182E406C}" destId="{9F762235-EA80-4E76-AD5A-1F705BC8DBDC}" srcOrd="0" destOrd="0" presId="urn:microsoft.com/office/officeart/2005/8/layout/hierarchy6"/>
    <dgm:cxn modelId="{FA665A4D-8382-44A9-9784-5B4F245535ED}" type="presParOf" srcId="{3A21E21E-E9FE-471E-857C-C801182E406C}" destId="{24969DB7-C251-4959-A737-5741815953DA}" srcOrd="1" destOrd="0" presId="urn:microsoft.com/office/officeart/2005/8/layout/hierarchy6"/>
    <dgm:cxn modelId="{78E4096B-8999-419E-8250-32AD17E2B578}" type="presParOf" srcId="{52A77298-6E83-4C09-A73A-33C7AA484A66}" destId="{689DCBBE-29D4-4236-A261-8576ECA0D74E}" srcOrd="1" destOrd="0" presId="urn:microsoft.com/office/officeart/2005/8/layout/hierarchy6"/>
    <dgm:cxn modelId="{E3BFD9DF-DCA1-43C9-B65B-786A311CAB42}" type="presParOf" srcId="{689DCBBE-29D4-4236-A261-8576ECA0D74E}" destId="{27D3DB14-45E5-4630-95F7-DAF3B2FEAD3F}" srcOrd="0" destOrd="0" presId="urn:microsoft.com/office/officeart/2005/8/layout/hierarchy6"/>
    <dgm:cxn modelId="{A6F81DCD-2EBA-4796-B7AA-1AC99E9CEC66}" type="presParOf" srcId="{27D3DB14-45E5-4630-95F7-DAF3B2FEAD3F}" destId="{11033118-03AE-4E4A-BCB5-CBE0A9B3ACDC}" srcOrd="0" destOrd="0" presId="urn:microsoft.com/office/officeart/2005/8/layout/hierarchy6"/>
    <dgm:cxn modelId="{5DD20279-78A8-4D8E-9DD2-17BF2573FA99}" type="presParOf" srcId="{27D3DB14-45E5-4630-95F7-DAF3B2FEAD3F}" destId="{9D6BA45D-0914-4321-B54B-0F41E9678C4E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86F764-DD9B-4DFF-9C48-423F228323FD}">
      <dsp:nvSpPr>
        <dsp:cNvPr id="0" name=""/>
        <dsp:cNvSpPr/>
      </dsp:nvSpPr>
      <dsp:spPr>
        <a:xfrm>
          <a:off x="151536" y="910559"/>
          <a:ext cx="2731678" cy="273167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E97203-87A1-4DA0-A945-2FB9C1569618}">
      <dsp:nvSpPr>
        <dsp:cNvPr id="0" name=""/>
        <dsp:cNvSpPr/>
      </dsp:nvSpPr>
      <dsp:spPr>
        <a:xfrm>
          <a:off x="697872" y="1456895"/>
          <a:ext cx="1639007" cy="163900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C65F60-A4B1-41C0-A62C-A5C256A24333}">
      <dsp:nvSpPr>
        <dsp:cNvPr id="0" name=""/>
        <dsp:cNvSpPr/>
      </dsp:nvSpPr>
      <dsp:spPr>
        <a:xfrm>
          <a:off x="1244208" y="2003230"/>
          <a:ext cx="546335" cy="54633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BA9C21-5264-4A91-827B-5AF09E187F9F}">
      <dsp:nvSpPr>
        <dsp:cNvPr id="0" name=""/>
        <dsp:cNvSpPr/>
      </dsp:nvSpPr>
      <dsp:spPr>
        <a:xfrm>
          <a:off x="2965238" y="0"/>
          <a:ext cx="2112352" cy="796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Uni tests</a:t>
          </a:r>
          <a:endParaRPr lang="en-GB" sz="2800" kern="1200" dirty="0"/>
        </a:p>
      </dsp:txBody>
      <dsp:txXfrm>
        <a:off x="2965238" y="0"/>
        <a:ext cx="2112352" cy="796739"/>
      </dsp:txXfrm>
    </dsp:sp>
    <dsp:sp modelId="{D43880FC-9EC8-4302-9A06-71D8688DE6B7}">
      <dsp:nvSpPr>
        <dsp:cNvPr id="0" name=""/>
        <dsp:cNvSpPr/>
      </dsp:nvSpPr>
      <dsp:spPr>
        <a:xfrm>
          <a:off x="2997035" y="398369"/>
          <a:ext cx="34145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236A35-DE09-4882-AF50-C478DEFDD185}">
      <dsp:nvSpPr>
        <dsp:cNvPr id="0" name=""/>
        <dsp:cNvSpPr/>
      </dsp:nvSpPr>
      <dsp:spPr>
        <a:xfrm rot="5400000">
          <a:off x="1317735" y="598465"/>
          <a:ext cx="1877573" cy="1478293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3F2798-7FB1-4366-BA81-90A0E0E52C37}">
      <dsp:nvSpPr>
        <dsp:cNvPr id="0" name=""/>
        <dsp:cNvSpPr/>
      </dsp:nvSpPr>
      <dsp:spPr>
        <a:xfrm>
          <a:off x="2954188" y="796739"/>
          <a:ext cx="2134451" cy="796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API tests</a:t>
          </a:r>
          <a:endParaRPr lang="en-GB" sz="2700" kern="1200" dirty="0"/>
        </a:p>
      </dsp:txBody>
      <dsp:txXfrm>
        <a:off x="2954188" y="796739"/>
        <a:ext cx="2134451" cy="796739"/>
      </dsp:txXfrm>
    </dsp:sp>
    <dsp:sp modelId="{9BC2518A-2F4E-4945-A1A9-670145D6C924}">
      <dsp:nvSpPr>
        <dsp:cNvPr id="0" name=""/>
        <dsp:cNvSpPr/>
      </dsp:nvSpPr>
      <dsp:spPr>
        <a:xfrm>
          <a:off x="2997035" y="1195109"/>
          <a:ext cx="34145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7FC8A2-7017-4F36-A37E-DBB0D11C3681}">
      <dsp:nvSpPr>
        <dsp:cNvPr id="0" name=""/>
        <dsp:cNvSpPr/>
      </dsp:nvSpPr>
      <dsp:spPr>
        <a:xfrm rot="5400000">
          <a:off x="1720749" y="1382775"/>
          <a:ext cx="1463087" cy="1086752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99392E-3F05-4FF5-A722-FFBBE7C0960B}">
      <dsp:nvSpPr>
        <dsp:cNvPr id="0" name=""/>
        <dsp:cNvSpPr/>
      </dsp:nvSpPr>
      <dsp:spPr>
        <a:xfrm>
          <a:off x="2990636" y="1593479"/>
          <a:ext cx="2061556" cy="796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33020" rIns="33020" bIns="33020" numCol="1" spcCol="1270" anchor="ctr" anchorCtr="0">
          <a:noAutofit/>
        </a:bodyPr>
        <a:lstStyle/>
        <a:p>
          <a:pPr marL="0" lvl="0" indent="0" algn="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System tests</a:t>
          </a:r>
          <a:endParaRPr lang="en-GB" sz="2600" kern="1200" dirty="0"/>
        </a:p>
      </dsp:txBody>
      <dsp:txXfrm>
        <a:off x="2990636" y="1593479"/>
        <a:ext cx="2061556" cy="796739"/>
      </dsp:txXfrm>
    </dsp:sp>
    <dsp:sp modelId="{38DE213B-506C-43F0-BF56-B821555532B7}">
      <dsp:nvSpPr>
        <dsp:cNvPr id="0" name=""/>
        <dsp:cNvSpPr/>
      </dsp:nvSpPr>
      <dsp:spPr>
        <a:xfrm>
          <a:off x="2997035" y="1991848"/>
          <a:ext cx="34145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9A6871-B29E-4761-B3F8-F51CDB6839FA}">
      <dsp:nvSpPr>
        <dsp:cNvPr id="0" name=""/>
        <dsp:cNvSpPr/>
      </dsp:nvSpPr>
      <dsp:spPr>
        <a:xfrm rot="5400000">
          <a:off x="2124263" y="2166448"/>
          <a:ext cx="1045322" cy="695212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033118-03AE-4E4A-BCB5-CBE0A9B3ACDC}">
      <dsp:nvSpPr>
        <dsp:cNvPr id="0" name=""/>
        <dsp:cNvSpPr/>
      </dsp:nvSpPr>
      <dsp:spPr>
        <a:xfrm>
          <a:off x="1163605" y="0"/>
          <a:ext cx="4311147" cy="346223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5168" tIns="455168" rIns="455168" bIns="455168" numCol="1" spcCol="1270" anchor="ctr" anchorCtr="0">
          <a:noAutofit/>
        </a:bodyPr>
        <a:lstStyle/>
        <a:p>
          <a:pPr marL="0" lvl="0" indent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400" kern="1200" dirty="0"/>
        </a:p>
      </dsp:txBody>
      <dsp:txXfrm>
        <a:off x="1163605" y="0"/>
        <a:ext cx="1293344" cy="3462236"/>
      </dsp:txXfrm>
    </dsp:sp>
    <dsp:sp modelId="{07DC85C7-17D9-46B0-8963-3196C1DC1EF5}">
      <dsp:nvSpPr>
        <dsp:cNvPr id="0" name=""/>
        <dsp:cNvSpPr/>
      </dsp:nvSpPr>
      <dsp:spPr>
        <a:xfrm>
          <a:off x="2990321" y="238495"/>
          <a:ext cx="1537266" cy="71168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Runner</a:t>
          </a:r>
          <a:br>
            <a:rPr lang="fr-FR" sz="1700" kern="1200" dirty="0"/>
          </a:br>
          <a:r>
            <a:rPr lang="fr-FR" sz="1700" kern="1200" dirty="0"/>
            <a:t>VM / container</a:t>
          </a:r>
          <a:endParaRPr lang="en-GB" sz="1700" kern="1200" dirty="0"/>
        </a:p>
      </dsp:txBody>
      <dsp:txXfrm>
        <a:off x="3011165" y="259339"/>
        <a:ext cx="1495578" cy="669994"/>
      </dsp:txXfrm>
    </dsp:sp>
    <dsp:sp modelId="{7F539D3A-C813-41F3-9FF4-792D162245AC}">
      <dsp:nvSpPr>
        <dsp:cNvPr id="0" name=""/>
        <dsp:cNvSpPr/>
      </dsp:nvSpPr>
      <dsp:spPr>
        <a:xfrm>
          <a:off x="2647406" y="950177"/>
          <a:ext cx="1111548" cy="266674"/>
        </a:xfrm>
        <a:custGeom>
          <a:avLst/>
          <a:gdLst/>
          <a:ahLst/>
          <a:cxnLst/>
          <a:rect l="0" t="0" r="0" b="0"/>
          <a:pathLst>
            <a:path>
              <a:moveTo>
                <a:pt x="1111548" y="0"/>
              </a:moveTo>
              <a:lnTo>
                <a:pt x="1111548" y="133337"/>
              </a:lnTo>
              <a:lnTo>
                <a:pt x="0" y="133337"/>
              </a:lnTo>
              <a:lnTo>
                <a:pt x="0" y="266674"/>
              </a:lnTo>
            </a:path>
          </a:pathLst>
        </a:custGeom>
        <a:noFill/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2D2363-A4A7-4CC2-810D-3586D4D2EC90}">
      <dsp:nvSpPr>
        <dsp:cNvPr id="0" name=""/>
        <dsp:cNvSpPr/>
      </dsp:nvSpPr>
      <dsp:spPr>
        <a:xfrm>
          <a:off x="2113644" y="1216852"/>
          <a:ext cx="1067523" cy="71168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Job</a:t>
          </a:r>
          <a:endParaRPr lang="en-GB" sz="1700" kern="1200" dirty="0"/>
        </a:p>
      </dsp:txBody>
      <dsp:txXfrm>
        <a:off x="2134488" y="1237696"/>
        <a:ext cx="1025835" cy="669994"/>
      </dsp:txXfrm>
    </dsp:sp>
    <dsp:sp modelId="{BE78180C-CF84-430B-BBF1-BA3FDD8D2484}">
      <dsp:nvSpPr>
        <dsp:cNvPr id="0" name=""/>
        <dsp:cNvSpPr/>
      </dsp:nvSpPr>
      <dsp:spPr>
        <a:xfrm>
          <a:off x="1953515" y="1928534"/>
          <a:ext cx="693890" cy="284673"/>
        </a:xfrm>
        <a:custGeom>
          <a:avLst/>
          <a:gdLst/>
          <a:ahLst/>
          <a:cxnLst/>
          <a:rect l="0" t="0" r="0" b="0"/>
          <a:pathLst>
            <a:path>
              <a:moveTo>
                <a:pt x="693890" y="0"/>
              </a:moveTo>
              <a:lnTo>
                <a:pt x="693890" y="142336"/>
              </a:lnTo>
              <a:lnTo>
                <a:pt x="0" y="142336"/>
              </a:lnTo>
              <a:lnTo>
                <a:pt x="0" y="284673"/>
              </a:lnTo>
            </a:path>
          </a:pathLst>
        </a:custGeom>
        <a:noFill/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151552-6AD5-4F49-87EF-8247F2476AFC}">
      <dsp:nvSpPr>
        <dsp:cNvPr id="0" name=""/>
        <dsp:cNvSpPr/>
      </dsp:nvSpPr>
      <dsp:spPr>
        <a:xfrm>
          <a:off x="1419753" y="2213207"/>
          <a:ext cx="1067523" cy="71168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 err="1"/>
            <a:t>Step</a:t>
          </a:r>
          <a:r>
            <a:rPr lang="fr-FR" sz="1700" kern="1200" dirty="0"/>
            <a:t> 1</a:t>
          </a:r>
          <a:endParaRPr lang="en-GB" sz="1700" kern="1200" dirty="0"/>
        </a:p>
      </dsp:txBody>
      <dsp:txXfrm>
        <a:off x="1440597" y="2234051"/>
        <a:ext cx="1025835" cy="669994"/>
      </dsp:txXfrm>
    </dsp:sp>
    <dsp:sp modelId="{30EE8CF9-95EA-4D70-B7BF-1A69CCBCF412}">
      <dsp:nvSpPr>
        <dsp:cNvPr id="0" name=""/>
        <dsp:cNvSpPr/>
      </dsp:nvSpPr>
      <dsp:spPr>
        <a:xfrm>
          <a:off x="2647406" y="1928534"/>
          <a:ext cx="693890" cy="2846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336"/>
              </a:lnTo>
              <a:lnTo>
                <a:pt x="693890" y="142336"/>
              </a:lnTo>
              <a:lnTo>
                <a:pt x="693890" y="284673"/>
              </a:lnTo>
            </a:path>
          </a:pathLst>
        </a:custGeom>
        <a:noFill/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F63F4C-5E91-48BB-B57E-ABDE27F71E2D}">
      <dsp:nvSpPr>
        <dsp:cNvPr id="0" name=""/>
        <dsp:cNvSpPr/>
      </dsp:nvSpPr>
      <dsp:spPr>
        <a:xfrm>
          <a:off x="2807534" y="2213207"/>
          <a:ext cx="1067523" cy="71168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 err="1"/>
            <a:t>Step</a:t>
          </a:r>
          <a:r>
            <a:rPr lang="fr-FR" sz="1700" kern="1200" dirty="0"/>
            <a:t> 2</a:t>
          </a:r>
          <a:endParaRPr lang="en-GB" sz="1700" kern="1200" dirty="0"/>
        </a:p>
      </dsp:txBody>
      <dsp:txXfrm>
        <a:off x="2828378" y="2234051"/>
        <a:ext cx="1025835" cy="669994"/>
      </dsp:txXfrm>
    </dsp:sp>
    <dsp:sp modelId="{82B86540-2AA2-43C8-856D-5AB2154D83AC}">
      <dsp:nvSpPr>
        <dsp:cNvPr id="0" name=""/>
        <dsp:cNvSpPr/>
      </dsp:nvSpPr>
      <dsp:spPr>
        <a:xfrm>
          <a:off x="3758954" y="950177"/>
          <a:ext cx="970123" cy="2666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337"/>
              </a:lnTo>
              <a:lnTo>
                <a:pt x="970123" y="133337"/>
              </a:lnTo>
              <a:lnTo>
                <a:pt x="970123" y="266674"/>
              </a:lnTo>
            </a:path>
          </a:pathLst>
        </a:custGeom>
        <a:noFill/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CF4EA3-475E-47CF-8635-379526FF197F}">
      <dsp:nvSpPr>
        <dsp:cNvPr id="0" name=""/>
        <dsp:cNvSpPr/>
      </dsp:nvSpPr>
      <dsp:spPr>
        <a:xfrm>
          <a:off x="4195315" y="1216852"/>
          <a:ext cx="1067523" cy="71168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Service</a:t>
          </a:r>
          <a:endParaRPr lang="en-GB" sz="1700" kern="1200" dirty="0"/>
        </a:p>
      </dsp:txBody>
      <dsp:txXfrm>
        <a:off x="4216159" y="1237696"/>
        <a:ext cx="1025835" cy="669994"/>
      </dsp:txXfrm>
    </dsp:sp>
    <dsp:sp modelId="{1A1935E4-0FB1-47A5-B492-247E3BF3CF0F}">
      <dsp:nvSpPr>
        <dsp:cNvPr id="0" name=""/>
        <dsp:cNvSpPr/>
      </dsp:nvSpPr>
      <dsp:spPr>
        <a:xfrm>
          <a:off x="4683357" y="1928534"/>
          <a:ext cx="91440" cy="28467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4673"/>
              </a:lnTo>
            </a:path>
          </a:pathLst>
        </a:custGeom>
        <a:noFill/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762235-EA80-4E76-AD5A-1F705BC8DBDC}">
      <dsp:nvSpPr>
        <dsp:cNvPr id="0" name=""/>
        <dsp:cNvSpPr/>
      </dsp:nvSpPr>
      <dsp:spPr>
        <a:xfrm>
          <a:off x="4195315" y="2213207"/>
          <a:ext cx="1067523" cy="71168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API server</a:t>
          </a:r>
          <a:endParaRPr lang="en-GB" sz="1700" kern="1200" dirty="0"/>
        </a:p>
      </dsp:txBody>
      <dsp:txXfrm>
        <a:off x="4216159" y="2234051"/>
        <a:ext cx="1025835" cy="6699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EF6789-4D93-43D8-B60D-0C5DEF3B64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D7B4A1-1589-4B83-9C22-DE251D95D0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75488-675E-48BA-A9A2-BA0F5A60D82B}" type="datetime1">
              <a:rPr lang="en-GB" smtClean="0"/>
              <a:t>18/07/2024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724B-3C88-4DC9-855B-56F49D64A6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42BBB-95F1-40A0-9691-67EFE9D0B7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577BD-BE37-474B-8112-471F6F640A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08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BC9F49-C6C7-4BCF-B5B6-94EE3C9CB663}" type="datetime1">
              <a:rPr lang="en-GB" smtClean="0"/>
              <a:pPr/>
              <a:t>18/07/2024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B474-4500-4CA8-A4FE-2423436EBB0B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965424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EB474-4500-4CA8-A4FE-2423436EBB0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083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EB474-4500-4CA8-A4FE-2423436EBB0B}" type="slidenum">
              <a:rPr lang="en-GB" noProof="0" smtClean="0"/>
              <a:t>11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17375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 rtlCol="0"/>
          <a:lstStyle/>
          <a:p>
            <a:pPr rtl="0"/>
            <a:fld id="{20EB6F31-46FF-4378-AD2F-B0202579A16F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496D72D-012B-414A-BA9B-B09FD8FB2C0E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rtlCol="0" anchor="b"/>
          <a:lstStyle>
            <a:lvl1pPr algn="l">
              <a:defRPr sz="4000" b="0" cap="all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9A7C7E1-C3BA-4F9C-9AA9-A8C8EF630546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6AE549-7457-465A-A17C-C880CFA36D3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4528C0-5DCD-4232-972B-92660DD6DA5A}" type="datetime1">
              <a:rPr lang="en-GB" noProof="0" smtClean="0"/>
              <a:pPr rtl="0"/>
              <a:t>18/07/2024</a:t>
            </a:fld>
            <a:r>
              <a:rPr lang="en-GB" noProof="0"/>
              <a:t>9/11/2014</a:t>
            </a:r>
            <a:fld id="{B61BEF0D-F0BB-DE4B-95CE-6DB70DBA9567}" type="datetimeFigureOut">
              <a:rPr lang="en-GB" noProof="0" smtClean="0"/>
              <a:pPr rtl="0"/>
              <a:t>18/07/2024</a:t>
            </a:fld>
            <a:endParaRPr lang="en-GB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r>
              <a:rPr lang="en-GB" noProof="0"/>
              <a:t>‹#›</a:t>
            </a:r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888FE8-E837-4E92-9E6B-F828D8FC42D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AEFC04D-1873-46D6-99CB-4614417A9244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rtlCol="0" anchor="ctr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57BA5E-DA1B-42A3-B8BF-159DA407E301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rtlCol="0" anchor="b">
            <a:normAutofit/>
          </a:bodyPr>
          <a:lstStyle>
            <a:lvl1pPr algn="l">
              <a:defRPr sz="28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1AC465C-DC72-4783-A79E-5E0F119FB6B9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ABDB91-EF8B-471F-8BB1-BA6322193C3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rtlCol="0" anchor="ctr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8D8D3C-C929-4B22-B432-C18E6107316B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rtlCol="0"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5DF9645-F524-4AE1-BFDA-2F246537BA79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rtlCol="0" anchor="b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700F84-3F48-4B42-B164-450168F2F264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en-GB" noProof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C43A55-3D5F-4695-8A29-DD635B46B36E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en-GB" noProof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37FE856-2262-41C5-9189-227EE103247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E071FF-0DEB-4E9E-A043-C4D47ED3FA8B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rtlCol="0" anchor="t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E25212-35E3-4110-813C-88383A66A108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 rtlCol="0"/>
          <a:lstStyle/>
          <a:p>
            <a:pPr rtl="0"/>
            <a:fld id="{20EB6F31-46FF-4378-AD2F-B0202579A16F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496D72D-012B-414A-BA9B-B09FD8FB2C0E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rtlCol="0" anchor="b"/>
          <a:lstStyle>
            <a:lvl1pPr algn="l">
              <a:defRPr sz="4000" b="0" cap="all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9A7C7E1-C3BA-4F9C-9AA9-A8C8EF630546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6AE549-7457-465A-A17C-C880CFA36D3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4528C0-5DCD-4232-972B-92660DD6DA5A}" type="datetime1">
              <a:rPr lang="en-GB" noProof="0" smtClean="0"/>
              <a:pPr rtl="0"/>
              <a:t>18/07/2024</a:t>
            </a:fld>
            <a:r>
              <a:rPr lang="en-GB" noProof="0"/>
              <a:t>9/11/2014</a:t>
            </a:r>
            <a:fld id="{B61BEF0D-F0BB-DE4B-95CE-6DB70DBA9567}" type="datetimeFigureOut">
              <a:rPr lang="en-GB" noProof="0" smtClean="0"/>
              <a:pPr rtl="0"/>
              <a:t>18/07/2024</a:t>
            </a:fld>
            <a:endParaRPr lang="en-GB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r>
              <a:rPr lang="en-GB" noProof="0"/>
              <a:t>‹#›</a:t>
            </a:r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888FE8-E837-4E92-9E6B-F828D8FC42D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AEFC04D-1873-46D6-99CB-4614417A9244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rtlCol="0" anchor="ctr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57BA5E-DA1B-42A3-B8BF-159DA407E301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rtlCol="0" anchor="b">
            <a:normAutofit/>
          </a:bodyPr>
          <a:lstStyle>
            <a:lvl1pPr algn="l">
              <a:defRPr sz="28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1AC465C-DC72-4783-A79E-5E0F119FB6B9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ABDB91-EF8B-471F-8BB1-BA6322193C3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rtlCol="0" anchor="ctr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8D8D3C-C929-4B22-B432-C18E6107316B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rtlCol="0"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5DF9645-F524-4AE1-BFDA-2F246537BA79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rtlCol="0" anchor="b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700F84-3F48-4B42-B164-450168F2F264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en-GB" noProof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C43A55-3D5F-4695-8A29-DD635B46B36E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en-GB" noProof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37FE856-2262-41C5-9189-227EE103247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E071FF-0DEB-4E9E-A043-C4D47ED3FA8B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rtlCol="0" anchor="t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E25212-35E3-4110-813C-88383A66A108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7358E855-6A6B-4C73-BEF0-001599AEF361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  <p:sp>
        <p:nvSpPr>
          <p:cNvPr id="7" name="Rectangle : avec coin arrondi 6">
            <a:extLst>
              <a:ext uri="{FF2B5EF4-FFF2-40B4-BE49-F238E27FC236}">
                <a16:creationId xmlns:a16="http://schemas.microsoft.com/office/drawing/2014/main" id="{6AA074AB-766A-76FA-FB34-4471F2AFCDAA}"/>
              </a:ext>
            </a:extLst>
          </p:cNvPr>
          <p:cNvSpPr/>
          <p:nvPr userDrawn="1"/>
        </p:nvSpPr>
        <p:spPr>
          <a:xfrm flipH="1">
            <a:off x="10974705" y="6196965"/>
            <a:ext cx="1217295" cy="661035"/>
          </a:xfrm>
          <a:prstGeom prst="round1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Image 8" descr="Une image contenant Graphique, capture d’écran, conception&#10;&#10;Description générée automatiquement">
            <a:extLst>
              <a:ext uri="{FF2B5EF4-FFF2-40B4-BE49-F238E27FC236}">
                <a16:creationId xmlns:a16="http://schemas.microsoft.com/office/drawing/2014/main" id="{2C6B33F3-733F-89B1-872D-AA751F65B9D6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015602" y="6227445"/>
            <a:ext cx="1176398" cy="609600"/>
          </a:xfrm>
          <a:prstGeom prst="rect">
            <a:avLst/>
          </a:prstGeom>
          <a:ln>
            <a:noFill/>
          </a:ln>
          <a:effectLst/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7358E855-6A6B-4C73-BEF0-001599AEF361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  <p:sp>
        <p:nvSpPr>
          <p:cNvPr id="7" name="Rectangle : avec coin arrondi 6">
            <a:extLst>
              <a:ext uri="{FF2B5EF4-FFF2-40B4-BE49-F238E27FC236}">
                <a16:creationId xmlns:a16="http://schemas.microsoft.com/office/drawing/2014/main" id="{E96F11E8-A326-51EB-DE33-4822A181AB5A}"/>
              </a:ext>
            </a:extLst>
          </p:cNvPr>
          <p:cNvSpPr/>
          <p:nvPr userDrawn="1"/>
        </p:nvSpPr>
        <p:spPr>
          <a:xfrm flipH="1">
            <a:off x="10974705" y="6196965"/>
            <a:ext cx="1217295" cy="661035"/>
          </a:xfrm>
          <a:prstGeom prst="round1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Image 8" descr="Une image contenant Graphique, capture d’écran, conception&#10;&#10;Description générée automatiquement">
            <a:extLst>
              <a:ext uri="{FF2B5EF4-FFF2-40B4-BE49-F238E27FC236}">
                <a16:creationId xmlns:a16="http://schemas.microsoft.com/office/drawing/2014/main" id="{9850B2AE-A99D-169E-85CF-6A0FD36326C7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015602" y="6227445"/>
            <a:ext cx="1176398" cy="609600"/>
          </a:xfrm>
          <a:prstGeom prst="rect">
            <a:avLst/>
          </a:prstGeom>
          <a:ln>
            <a:noFill/>
          </a:ln>
          <a:effectLst/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upload.wikimedia.org/wikipedia/commons/e/ee/Android_historical_version_distribution_-_vector.svg" TargetMode="Externa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owasp.org/www-community/Threat_Modeling" TargetMode="Externa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etailed History of Crash Test Dummies">
            <a:extLst>
              <a:ext uri="{FF2B5EF4-FFF2-40B4-BE49-F238E27FC236}">
                <a16:creationId xmlns:a16="http://schemas.microsoft.com/office/drawing/2014/main" id="{5D97DC5B-D821-7019-5D64-FC59F2E78DC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091" t="21430" b="1961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5F67A4-7428-47F3-AE14-8CA43D976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1" name="Freeform 5">
            <a:extLst>
              <a:ext uri="{FF2B5EF4-FFF2-40B4-BE49-F238E27FC236}">
                <a16:creationId xmlns:a16="http://schemas.microsoft.com/office/drawing/2014/main" id="{F4A20210-FA90-4B6D-8D2E-1B90054E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827529" y="660400"/>
            <a:ext cx="6381405" cy="6214533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13" name="Freeform 14">
            <a:extLst>
              <a:ext uri="{FF2B5EF4-FFF2-40B4-BE49-F238E27FC236}">
                <a16:creationId xmlns:a16="http://schemas.microsoft.com/office/drawing/2014/main" id="{39213B44-68B7-47E7-B506-5C79FCF80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1603" y="104899"/>
            <a:ext cx="6896713" cy="6005491"/>
          </a:xfrm>
          <a:custGeom>
            <a:avLst/>
            <a:gdLst>
              <a:gd name="connsiteX0" fmla="*/ 3912717 w 6896713"/>
              <a:gd name="connsiteY0" fmla="*/ 0 h 6005491"/>
              <a:gd name="connsiteX1" fmla="*/ 6679426 w 6896713"/>
              <a:gd name="connsiteY1" fmla="*/ 1146008 h 6005491"/>
              <a:gd name="connsiteX2" fmla="*/ 6896713 w 6896713"/>
              <a:gd name="connsiteY2" fmla="*/ 1385085 h 6005491"/>
              <a:gd name="connsiteX3" fmla="*/ 6896713 w 6896713"/>
              <a:gd name="connsiteY3" fmla="*/ 1431256 h 6005491"/>
              <a:gd name="connsiteX4" fmla="*/ 6657442 w 6896713"/>
              <a:gd name="connsiteY4" fmla="*/ 1167992 h 6005491"/>
              <a:gd name="connsiteX5" fmla="*/ 3912717 w 6896713"/>
              <a:gd name="connsiteY5" fmla="*/ 31089 h 6005491"/>
              <a:gd name="connsiteX6" fmla="*/ 31089 w 6896713"/>
              <a:gd name="connsiteY6" fmla="*/ 3912717 h 6005491"/>
              <a:gd name="connsiteX7" fmla="*/ 593046 w 6896713"/>
              <a:gd name="connsiteY7" fmla="*/ 5925483 h 6005491"/>
              <a:gd name="connsiteX8" fmla="*/ 633874 w 6896713"/>
              <a:gd name="connsiteY8" fmla="*/ 5989169 h 6005491"/>
              <a:gd name="connsiteX9" fmla="*/ 607415 w 6896713"/>
              <a:gd name="connsiteY9" fmla="*/ 6005491 h 6005491"/>
              <a:gd name="connsiteX10" fmla="*/ 566458 w 6896713"/>
              <a:gd name="connsiteY10" fmla="*/ 5941603 h 6005491"/>
              <a:gd name="connsiteX11" fmla="*/ 0 w 6896713"/>
              <a:gd name="connsiteY11" fmla="*/ 3912717 h 6005491"/>
              <a:gd name="connsiteX12" fmla="*/ 3912717 w 6896713"/>
              <a:gd name="connsiteY12" fmla="*/ 0 h 600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6713" h="6005491">
                <a:moveTo>
                  <a:pt x="3912717" y="0"/>
                </a:moveTo>
                <a:cubicBezTo>
                  <a:pt x="4993184" y="0"/>
                  <a:pt x="5971363" y="437946"/>
                  <a:pt x="6679426" y="1146008"/>
                </a:cubicBezTo>
                <a:lnTo>
                  <a:pt x="6896713" y="1385085"/>
                </a:lnTo>
                <a:lnTo>
                  <a:pt x="6896713" y="1431256"/>
                </a:lnTo>
                <a:lnTo>
                  <a:pt x="6657442" y="1167992"/>
                </a:lnTo>
                <a:cubicBezTo>
                  <a:pt x="5955006" y="465555"/>
                  <a:pt x="4984599" y="31089"/>
                  <a:pt x="3912717" y="31089"/>
                </a:cubicBezTo>
                <a:cubicBezTo>
                  <a:pt x="1768953" y="31089"/>
                  <a:pt x="31089" y="1768953"/>
                  <a:pt x="31089" y="3912717"/>
                </a:cubicBezTo>
                <a:cubicBezTo>
                  <a:pt x="31089" y="4649636"/>
                  <a:pt x="236442" y="5338592"/>
                  <a:pt x="593046" y="5925483"/>
                </a:cubicBezTo>
                <a:lnTo>
                  <a:pt x="633874" y="5989169"/>
                </a:lnTo>
                <a:lnTo>
                  <a:pt x="607415" y="6005491"/>
                </a:lnTo>
                <a:lnTo>
                  <a:pt x="566458" y="5941603"/>
                </a:lnTo>
                <a:cubicBezTo>
                  <a:pt x="206998" y="5350013"/>
                  <a:pt x="0" y="4655538"/>
                  <a:pt x="0" y="3912717"/>
                </a:cubicBezTo>
                <a:cubicBezTo>
                  <a:pt x="0" y="1751783"/>
                  <a:pt x="1751783" y="0"/>
                  <a:pt x="3912717" y="0"/>
                </a:cubicBezTo>
                <a:close/>
              </a:path>
            </a:pathLst>
          </a:custGeom>
          <a:solidFill>
            <a:srgbClr val="FFFFFF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9084D60-65A6-45F8-8C17-3529E43F1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16018" y="331504"/>
            <a:ext cx="6675982" cy="5235326"/>
            <a:chOff x="5516018" y="331504"/>
            <a:chExt cx="6675982" cy="5235326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44A2572-2BF1-4C8E-AF59-F3AD411D89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66830" y="3315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5DF3485-B455-470C-8FA8-A1BDE087B8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" flipH="1">
              <a:off x="9408861" y="3383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5E9DCD0-EE49-4CB4-89B6-C25F9861C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" flipH="1">
              <a:off x="9551700" y="34763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13CF62-C96C-44E9-8C28-E3F2C6E7C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60000" flipH="1">
              <a:off x="9688748" y="36808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06558F-07E9-4D78-A6F3-8BCFA9E73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540000" flipH="1">
              <a:off x="9824866" y="38922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12D8773-83C0-4D51-9E1F-046DA7DA0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660000" flipH="1">
              <a:off x="9966867" y="41754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880C3FB-3E2E-4054-A6D1-38176D6E2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780000" flipH="1">
              <a:off x="10104425" y="4458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505591A-6112-4B84-8E9E-923E43C4E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900000" flipH="1">
              <a:off x="10240513" y="47948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4884290-8E39-4425-BB4F-48D955C1F8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080000" flipH="1">
              <a:off x="10373882" y="52435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0C383A3-6D77-41CE-8121-498BC3BA5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0" flipH="1">
              <a:off x="10505632" y="570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120A319-4A10-4542-B48C-5FB2714C4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320000" flipH="1">
              <a:off x="10637382" y="62134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B15B038-50ED-419D-B142-C96EE418B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440000" flipH="1">
              <a:off x="10760965" y="69043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BAFF2F4-75B2-4498-8559-BAE80D89B4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" flipH="1">
              <a:off x="10888991" y="755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56AE167-8087-4A4B-B41D-5658EEBA6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740000" flipH="1">
              <a:off x="11010193" y="81974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D353E8A-CBA6-44F9-9C00-D0AD27C96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860000" flipH="1">
              <a:off x="11129014" y="89566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A2C318A-A79F-4CAD-BA7A-51427BF9ED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980000" flipH="1">
              <a:off x="11249872" y="968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F2996E3-5E01-4F22-B23C-7CD0CF72C4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160000" flipH="1">
              <a:off x="11366875" y="10480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60F6BC4-AB51-4DE7-B83C-E71FE4EC86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280000" flipH="1">
              <a:off x="11474058" y="11315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F65FC1C-93BF-4ACA-BF17-17372DD10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0" flipH="1">
              <a:off x="11583303" y="122179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9F9913C-8CCE-4D56-9D2A-0C2D68667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520000" flipH="1">
              <a:off x="11685344" y="132177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0EDD18C-1AAD-48E5-AAAD-73F4B5643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700000" flipH="1">
              <a:off x="11787704" y="14176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2D7A5C4-18C8-43E9-A50A-F87A362C85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820000" flipH="1">
              <a:off x="11880859" y="15179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A0C484E-A224-4DB0-8C34-89BE54BD1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940000" flipH="1">
              <a:off x="11969252" y="162743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9BB438E-A25F-4A7F-B209-8899B7CEC4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060000" flipH="1">
              <a:off x="12062016" y="173601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F8BA6DC-B1E9-4F32-A5CC-8F61976B69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074680" y="1910249"/>
              <a:ext cx="117320" cy="82912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F6D95B2-1C8D-4156-AB05-523619B4F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149943" y="2083594"/>
              <a:ext cx="39676" cy="21436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88409AD-A77F-4304-9E8B-08A4891C7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" flipH="1">
              <a:off x="9127990" y="33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62AD08A-B385-4D18-B948-8D53B3918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" flipH="1">
              <a:off x="8987576" y="33663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32A413E-FF1A-46B1-BF8B-3C1C408B3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" flipH="1">
              <a:off x="8844859" y="35117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CFF4E44-2BEB-4FAE-97C9-BC6E8296D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" flipH="1">
              <a:off x="8706904" y="3657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0486C0A-9B93-46B8-932F-876BE26CE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20000" flipH="1">
              <a:off x="8568008" y="3878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429BF5D-8D5B-4A48-89EE-8B779826E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840000" flipH="1">
              <a:off x="8429112" y="4100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DC996EE-5EB1-4943-A1E8-70810CBD67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960000" flipH="1">
              <a:off x="8294968" y="4462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2F833C8-E3CE-4399-B78B-9DD0EEA6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080000" flipH="1">
              <a:off x="8160824" y="48237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7C92DB2-78F1-4872-B9C7-C658A78869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260000" flipH="1">
              <a:off x="8027689" y="53184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F8A2FAA-05E1-448E-A606-FA9D67036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380000" flipH="1">
              <a:off x="7894554" y="58132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E5AAB5D1-1672-4825-88A7-D93923475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500000" flipH="1">
              <a:off x="7761419" y="63079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2CAAFDB-2BA2-4D04-8B8B-1241D5EC09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620000" flipH="1">
              <a:off x="7636645" y="6898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C381B3C-0009-451B-BCB3-48F7810C1B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0" flipH="1">
              <a:off x="7511871" y="75119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A10544C-1EAD-47FB-A17E-52C622282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920000" flipH="1">
              <a:off x="7387899" y="81977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2540B37-D854-4525-93F8-410685438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040000" flipH="1">
              <a:off x="7268530" y="8931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450DFE8-D07F-435C-B5A2-47D126FD9F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160000" flipH="1">
              <a:off x="7152030" y="9765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6C1A6513-2D5D-458C-B841-D5DD9844B8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340000" flipH="1">
              <a:off x="7041695" y="10600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931CF18-850E-41CD-823E-D311BD5CC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460000" flipH="1">
              <a:off x="6931360" y="114346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4497A09-1B1C-4EB6-B728-6FC3A1C125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580000" flipH="1">
              <a:off x="6819070" y="123586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A60DE04-F3E8-437E-A2E4-A8A7BA01CB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700000" flipH="1">
              <a:off x="6721359" y="133274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DBBA541-852C-4AE6-82E8-6BD13AFB4F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880000" flipH="1">
              <a:off x="6617467" y="1429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FC3362F-AD7E-45D7-BE85-7C8DD81347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0" flipH="1">
              <a:off x="6520032" y="15272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CD83E0F-C8AF-4D52-94DB-CD949A2B1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120000" flipH="1">
              <a:off x="6429579" y="16416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60D5F865-890F-483F-B407-516CE6D22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240000" flipH="1">
              <a:off x="6340532" y="1750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E6A2505-E617-4419-AB05-10B779B5C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420000" flipH="1">
              <a:off x="6261757" y="18601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DFF0D66-52FC-4F64-B67F-72D9EFEED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540000" flipH="1">
              <a:off x="6184144" y="19796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CC72040-7945-4051-989C-2B728F6D50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660000" flipH="1">
              <a:off x="6106531" y="20990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6EB6302-2333-45D4-AE20-B0F6D45CC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780000" flipH="1">
              <a:off x="6043206" y="222255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EECC1105-D16E-411D-B4B7-80BF039BF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960000" flipH="1">
              <a:off x="5978913" y="234430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7D2F518-4540-44DE-BC62-7D598EC99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080000" flipH="1">
              <a:off x="5912438" y="24706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F19566BC-880A-4113-A9C4-0017E5184C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0" flipH="1">
              <a:off x="5858875" y="260092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18E7D73-F4E4-4F5D-AFF9-EE491954A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320000" flipH="1">
              <a:off x="5808182" y="273404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D0988A2-3571-4C16-BDEF-58254F04E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500000" flipH="1">
              <a:off x="5773263" y="28668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4550BAC8-41FE-4300-910B-EE7BBD7A0C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620000" flipH="1">
              <a:off x="5735963" y="300206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8CD175C-18A7-4589-8C46-A61FEF6D9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740000" flipH="1">
              <a:off x="5700105" y="31389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B6BE3031-FD1C-443C-9889-243CEEAEDF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860000" flipH="1">
              <a:off x="5665939" y="327548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7E37BF5D-3732-41F2-B9AF-A56C9214D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040000" flipH="1">
              <a:off x="5644476" y="341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077B6718-917A-4A01-BCF8-5C6E1217B2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160000" flipH="1">
              <a:off x="5626530" y="3554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1C23AB5B-98FB-43F1-B590-BBA79814F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280000" flipH="1">
              <a:off x="5616429" y="36918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D6EEC146-226B-4C83-9C1B-DD5495DE16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0" flipH="1">
              <a:off x="5611319" y="38353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9C24D094-41EF-4CA2-9834-B04793FA1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580000" flipH="1">
              <a:off x="5608540" y="397572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8DA46AD8-674F-46C3-8A22-280F78F91A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700000" flipH="1">
              <a:off x="5605761" y="41160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AE9D757B-CD9D-447C-8780-79F2FF8751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820000" flipH="1">
              <a:off x="5624195" y="425421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276B76E9-7342-43BC-B629-9180ABF57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940000" flipH="1">
              <a:off x="5642629" y="43923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3F25F68A-2DCB-4183-86F1-3428326E59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120000" flipH="1">
              <a:off x="5654818" y="45363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BA5FA913-066C-4504-A753-026056454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240000" flipH="1">
              <a:off x="5684446" y="467136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6A6E50AC-CA1E-4DD3-B85F-1720C019E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360000" flipH="1">
              <a:off x="5714074" y="48087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1224B2B1-DBD8-4BA8-8CEB-BFAC8A15D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480000" flipH="1">
              <a:off x="5748464" y="49484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4DEFE1E7-69A3-47F5-B8B8-C0898281B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660000" flipH="1">
              <a:off x="5792091" y="507760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6F1F489-762E-4979-9EBC-50A62330B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780000" flipH="1">
              <a:off x="5847441" y="52112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927DF22C-20E6-4DED-B405-1B26C5218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900000" flipH="1">
              <a:off x="5900410" y="53424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236FD8D7-6E0F-468E-B8C4-F4E6707112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020000" flipH="1">
              <a:off x="5955760" y="547369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798" y="1624168"/>
            <a:ext cx="3172243" cy="2014469"/>
          </a:xfrm>
        </p:spPr>
        <p:txBody>
          <a:bodyPr rtlCol="0">
            <a:normAutofit/>
          </a:bodyPr>
          <a:lstStyle/>
          <a:p>
            <a:pPr rtl="0"/>
            <a:r>
              <a:rPr lang="en-GB" sz="5400" dirty="0">
                <a:cs typeface="Calibri Light"/>
              </a:rPr>
              <a:t>DEVOPS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65910" y="4046469"/>
            <a:ext cx="4513792" cy="914401"/>
          </a:xfrm>
        </p:spPr>
        <p:txBody>
          <a:bodyPr rtlCol="0">
            <a:normAutofit/>
          </a:bodyPr>
          <a:lstStyle/>
          <a:p>
            <a:pPr algn="l"/>
            <a:r>
              <a:rPr lang="en-GB" sz="3200" dirty="0">
                <a:cs typeface="Calibri"/>
              </a:rPr>
              <a:t>Testing Strategies</a:t>
            </a:r>
            <a:endParaRPr lang="en-US" sz="32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659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err="1"/>
              <a:t>Overview</a:t>
            </a:r>
            <a:endParaRPr lang="en-US" err="1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5620FEA-FA3C-B3F6-C2FC-F9D51C3D46CB}"/>
              </a:ext>
            </a:extLst>
          </p:cNvPr>
          <p:cNvSpPr txBox="1"/>
          <p:nvPr/>
        </p:nvSpPr>
        <p:spPr>
          <a:xfrm>
            <a:off x="499355" y="1059830"/>
            <a:ext cx="5836346" cy="32762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ea typeface="Calibri"/>
                <a:cs typeface="Calibri"/>
              </a:rPr>
              <a:t>Some popular testing strategies</a:t>
            </a:r>
          </a:p>
          <a:p>
            <a:pPr>
              <a:lnSpc>
                <a:spcPct val="150000"/>
              </a:lnSpc>
            </a:pPr>
            <a:endParaRPr lang="en-US" sz="20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ea typeface="Calibri"/>
                <a:cs typeface="Calibri"/>
              </a:rPr>
              <a:t>Reviewing those most fitting </a:t>
            </a:r>
            <a:r>
              <a:rPr lang="en-US" sz="2000" dirty="0" err="1">
                <a:ea typeface="Calibri"/>
                <a:cs typeface="Calibri"/>
              </a:rPr>
              <a:t>devops</a:t>
            </a:r>
            <a:r>
              <a:rPr lang="en-US" sz="2000" dirty="0">
                <a:ea typeface="Calibri"/>
                <a:cs typeface="Calibri"/>
              </a:rPr>
              <a:t> needs</a:t>
            </a:r>
          </a:p>
          <a:p>
            <a:pPr>
              <a:lnSpc>
                <a:spcPct val="150000"/>
              </a:lnSpc>
            </a:pPr>
            <a:endParaRPr lang="en-US" sz="20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/>
                <a:ea typeface="Calibri"/>
                <a:cs typeface="Calibri"/>
              </a:rPr>
              <a:t>Implementing tests at different levels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/>
                <a:ea typeface="Calibri"/>
                <a:cs typeface="Calibri"/>
              </a:rPr>
              <a:t>Preparing for CI/CD automation</a:t>
            </a:r>
          </a:p>
        </p:txBody>
      </p:sp>
      <p:pic>
        <p:nvPicPr>
          <p:cNvPr id="4" name="Espace réservé du contenu 4" descr="devops infinite logo&#10;">
            <a:extLst>
              <a:ext uri="{FF2B5EF4-FFF2-40B4-BE49-F238E27FC236}">
                <a16:creationId xmlns:a16="http://schemas.microsoft.com/office/drawing/2014/main" id="{C76545A6-7767-C8CC-4CA3-607E4E2EB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226" y="27459"/>
            <a:ext cx="5080202" cy="2857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6FC2A128-1F70-3E6A-C629-D84FACA0066B}"/>
              </a:ext>
            </a:extLst>
          </p:cNvPr>
          <p:cNvSpPr/>
          <p:nvPr/>
        </p:nvSpPr>
        <p:spPr>
          <a:xfrm>
            <a:off x="7814929" y="1747726"/>
            <a:ext cx="1098697" cy="101009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E1B39EC-EDE0-1A9A-4E38-97F8D7E2166B}"/>
              </a:ext>
            </a:extLst>
          </p:cNvPr>
          <p:cNvSpPr/>
          <p:nvPr/>
        </p:nvSpPr>
        <p:spPr>
          <a:xfrm>
            <a:off x="7593417" y="108540"/>
            <a:ext cx="1098697" cy="1010093"/>
          </a:xfrm>
          <a:prstGeom prst="ellipse">
            <a:avLst/>
          </a:prstGeom>
          <a:noFill/>
          <a:ln w="571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A81EA13-CBCC-947A-51EF-35597D1DA04E}"/>
              </a:ext>
            </a:extLst>
          </p:cNvPr>
          <p:cNvSpPr/>
          <p:nvPr/>
        </p:nvSpPr>
        <p:spPr>
          <a:xfrm>
            <a:off x="9861696" y="1712283"/>
            <a:ext cx="1098697" cy="1010093"/>
          </a:xfrm>
          <a:prstGeom prst="ellipse">
            <a:avLst/>
          </a:prstGeom>
          <a:noFill/>
          <a:ln w="571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1B02244B-B6CD-5308-AC4D-915F0C8E9E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3203030"/>
              </p:ext>
            </p:extLst>
          </p:nvPr>
        </p:nvGraphicFramePr>
        <p:xfrm>
          <a:off x="5522676" y="2912531"/>
          <a:ext cx="5240177" cy="3642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78BE014D-713F-E74C-0649-F3C5EEC82304}"/>
              </a:ext>
            </a:extLst>
          </p:cNvPr>
          <p:cNvSpPr txBox="1"/>
          <p:nvPr/>
        </p:nvSpPr>
        <p:spPr>
          <a:xfrm>
            <a:off x="8077200" y="6117357"/>
            <a:ext cx="2540000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i="1" dirty="0">
                <a:ea typeface="Calibri"/>
                <a:cs typeface="Calibri"/>
              </a:rPr>
              <a:t>Multilayer approach</a:t>
            </a:r>
            <a:endParaRPr lang="en-US" sz="1800" i="1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0953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dirty="0">
                <a:ea typeface="Calibri Light"/>
                <a:cs typeface="Calibri Light"/>
              </a:rPr>
              <a:t>Unit tests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E68E50-1F8D-C6EF-3F0A-17CAC14C946D}"/>
              </a:ext>
            </a:extLst>
          </p:cNvPr>
          <p:cNvSpPr txBox="1"/>
          <p:nvPr/>
        </p:nvSpPr>
        <p:spPr>
          <a:xfrm>
            <a:off x="499355" y="1306675"/>
            <a:ext cx="8669697" cy="48459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>
                <a:ea typeface="Calibri"/>
                <a:cs typeface="Calibri"/>
              </a:rPr>
              <a:t>Able to check many corner-cases, easy and fast</a:t>
            </a:r>
            <a:endParaRPr lang="en-US" sz="2000" dirty="0">
              <a:cs typeface="Calibri"/>
            </a:endParaRPr>
          </a:p>
          <a:p>
            <a:r>
              <a:rPr lang="en-US" sz="2000" dirty="0">
                <a:cs typeface="Calibri"/>
              </a:rPr>
              <a:t>Heavily bound to the implementation, reserved for most complex functions</a:t>
            </a:r>
          </a:p>
          <a:p>
            <a:r>
              <a:rPr lang="en-US" sz="2000" dirty="0">
                <a:cs typeface="Calibri"/>
              </a:rPr>
              <a:t>Far away from business use-cases</a:t>
            </a:r>
          </a:p>
          <a:p>
            <a:pPr>
              <a:lnSpc>
                <a:spcPct val="150000"/>
              </a:lnSpc>
            </a:pPr>
            <a:endParaRPr lang="en-US" sz="2000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cs typeface="Calibri"/>
              </a:rPr>
              <a:t>How to write them ?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Create a new file ending with </a:t>
            </a:r>
            <a:r>
              <a:rPr lang="en-US" sz="2000" dirty="0">
                <a:latin typeface="Consolas" panose="020B0609020204030204" pitchFamily="49" charset="0"/>
                <a:cs typeface="Calibri"/>
              </a:rPr>
              <a:t>_</a:t>
            </a:r>
            <a:r>
              <a:rPr lang="en-US" sz="2000" dirty="0" err="1">
                <a:latin typeface="Consolas" panose="020B0609020204030204" pitchFamily="49" charset="0"/>
                <a:cs typeface="Calibri"/>
              </a:rPr>
              <a:t>test.go</a:t>
            </a:r>
            <a:r>
              <a:rPr lang="en-US" sz="2000" dirty="0">
                <a:cs typeface="Calibri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Test structure: </a:t>
            </a:r>
            <a:r>
              <a:rPr lang="en-US" sz="2000" b="1" dirty="0">
                <a:solidFill>
                  <a:srgbClr val="FFC000"/>
                </a:solidFill>
                <a:cs typeface="Calibri"/>
              </a:rPr>
              <a:t>input preparation</a:t>
            </a:r>
            <a:r>
              <a:rPr lang="en-US" sz="2000" dirty="0">
                <a:cs typeface="Calibri"/>
              </a:rPr>
              <a:t>, </a:t>
            </a:r>
            <a:r>
              <a:rPr lang="en-US" sz="2000" b="1" dirty="0">
                <a:solidFill>
                  <a:srgbClr val="00B0F0"/>
                </a:solidFill>
                <a:cs typeface="Calibri"/>
              </a:rPr>
              <a:t>tested function call</a:t>
            </a:r>
            <a:r>
              <a:rPr lang="en-US" sz="2000" dirty="0">
                <a:cs typeface="Calibri"/>
              </a:rPr>
              <a:t>, </a:t>
            </a:r>
            <a:r>
              <a:rPr lang="en-US" sz="2000" b="1" dirty="0">
                <a:solidFill>
                  <a:srgbClr val="92D050"/>
                </a:solidFill>
                <a:cs typeface="Calibri"/>
              </a:rPr>
              <a:t>output verification</a:t>
            </a:r>
          </a:p>
          <a:p>
            <a:pPr>
              <a:lnSpc>
                <a:spcPct val="150000"/>
              </a:lnSpc>
            </a:pPr>
            <a:endParaRPr lang="en-US" sz="2000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400" dirty="0"/>
              <a:t>How to run them ?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Command: </a:t>
            </a:r>
            <a:r>
              <a:rPr lang="en-US" sz="2000" dirty="0">
                <a:latin typeface="Consolas" panose="020B0609020204030204" pitchFamily="49" charset="0"/>
              </a:rPr>
              <a:t>go test</a:t>
            </a:r>
          </a:p>
          <a:p>
            <a:pPr>
              <a:lnSpc>
                <a:spcPct val="150000"/>
              </a:lnSpc>
            </a:pPr>
            <a:endParaRPr lang="en-US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8048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dirty="0">
                <a:ea typeface="Calibri Light"/>
                <a:cs typeface="Calibri Light"/>
              </a:rPr>
              <a:t>API tests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E68E50-1F8D-C6EF-3F0A-17CAC14C946D}"/>
              </a:ext>
            </a:extLst>
          </p:cNvPr>
          <p:cNvSpPr txBox="1"/>
          <p:nvPr/>
        </p:nvSpPr>
        <p:spPr>
          <a:xfrm>
            <a:off x="499355" y="1306675"/>
            <a:ext cx="10253312" cy="53076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ea typeface="Calibri"/>
                <a:cs typeface="Calibri"/>
              </a:rPr>
              <a:t>Verifies the contract is fulfilled (API working as documented)</a:t>
            </a:r>
          </a:p>
          <a:p>
            <a:pPr>
              <a:lnSpc>
                <a:spcPct val="150000"/>
              </a:lnSpc>
            </a:pPr>
            <a:endParaRPr lang="en-US" sz="2000" dirty="0">
              <a:cs typeface="Calibri"/>
            </a:endParaRPr>
          </a:p>
          <a:p>
            <a:r>
              <a:rPr lang="en-US" sz="2000" dirty="0">
                <a:cs typeface="Calibri"/>
              </a:rPr>
              <a:t>Independent of the implementation</a:t>
            </a:r>
            <a:endParaRPr lang="en-US" dirty="0"/>
          </a:p>
          <a:p>
            <a:r>
              <a:rPr lang="en-US" sz="2000" dirty="0">
                <a:ea typeface="Calibri"/>
                <a:cs typeface="Calibri"/>
              </a:rPr>
              <a:t>Requires a running instance of the server</a:t>
            </a:r>
          </a:p>
          <a:p>
            <a:r>
              <a:rPr lang="en-US" sz="2000" dirty="0">
                <a:ea typeface="Calibri"/>
                <a:cs typeface="Calibri"/>
              </a:rPr>
              <a:t>More representative than the Unit Tests</a:t>
            </a:r>
          </a:p>
          <a:p>
            <a:pPr>
              <a:lnSpc>
                <a:spcPct val="150000"/>
              </a:lnSpc>
            </a:pPr>
            <a:endParaRPr lang="en-US" sz="20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cs typeface="Calibri"/>
              </a:rPr>
              <a:t>How to write them ?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Test structure: </a:t>
            </a:r>
            <a:r>
              <a:rPr lang="en-US" sz="2000" b="1" dirty="0">
                <a:solidFill>
                  <a:srgbClr val="FFC000"/>
                </a:solidFill>
                <a:cs typeface="Calibri"/>
              </a:rPr>
              <a:t>HTTP request preparation</a:t>
            </a:r>
            <a:r>
              <a:rPr lang="en-US" sz="2000" dirty="0">
                <a:cs typeface="Calibri"/>
              </a:rPr>
              <a:t>, </a:t>
            </a:r>
            <a:r>
              <a:rPr lang="en-US" sz="2000" b="1" dirty="0">
                <a:solidFill>
                  <a:srgbClr val="00B0F0"/>
                </a:solidFill>
                <a:cs typeface="Calibri"/>
              </a:rPr>
              <a:t>tested endpoint call</a:t>
            </a:r>
            <a:r>
              <a:rPr lang="en-US" sz="2000" dirty="0">
                <a:cs typeface="Calibri"/>
              </a:rPr>
              <a:t>, </a:t>
            </a:r>
            <a:r>
              <a:rPr lang="en-US" sz="2000" b="1" dirty="0">
                <a:solidFill>
                  <a:srgbClr val="92D050"/>
                </a:solidFill>
                <a:cs typeface="Calibri"/>
              </a:rPr>
              <a:t>response verification</a:t>
            </a:r>
          </a:p>
          <a:p>
            <a:pPr>
              <a:lnSpc>
                <a:spcPct val="150000"/>
              </a:lnSpc>
            </a:pPr>
            <a:endParaRPr lang="en-US" sz="2000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400" dirty="0"/>
              <a:t>How to run them ?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Run the server in the background then launch the tests (depends on the chosen techno)</a:t>
            </a:r>
            <a:endParaRPr lang="en-US" sz="20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2000" dirty="0">
              <a:ea typeface="Calibri"/>
              <a:cs typeface="Calibri"/>
            </a:endParaRPr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EA63EA5E-0F11-826B-9ED0-8B8A8530B8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158517"/>
              </p:ext>
            </p:extLst>
          </p:nvPr>
        </p:nvGraphicFramePr>
        <p:xfrm>
          <a:off x="6255277" y="426719"/>
          <a:ext cx="5656634" cy="37608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1823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dirty="0">
                <a:ea typeface="Calibri Light"/>
                <a:cs typeface="Calibri Light"/>
              </a:rPr>
              <a:t>System tests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E68E50-1F8D-C6EF-3F0A-17CAC14C946D}"/>
              </a:ext>
            </a:extLst>
          </p:cNvPr>
          <p:cNvSpPr txBox="1"/>
          <p:nvPr/>
        </p:nvSpPr>
        <p:spPr>
          <a:xfrm>
            <a:off x="499355" y="1086539"/>
            <a:ext cx="11337045" cy="51516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dirty="0">
                <a:ea typeface="Calibri"/>
                <a:cs typeface="Calibri"/>
              </a:rPr>
              <a:t>Verifies a set of applications work well together, high-level</a:t>
            </a:r>
            <a:endParaRPr lang="en-GB" dirty="0"/>
          </a:p>
          <a:p>
            <a:endParaRPr lang="en-GB" sz="2000" dirty="0">
              <a:ea typeface="Calibri"/>
              <a:cs typeface="Calibri"/>
            </a:endParaRPr>
          </a:p>
          <a:p>
            <a:r>
              <a:rPr lang="en-GB" sz="2000" dirty="0">
                <a:ea typeface="Calibri"/>
                <a:cs typeface="Calibri"/>
              </a:rPr>
              <a:t>Prone to breaking often as they are maintained on a different lifecycle, possibly by many teams</a:t>
            </a:r>
          </a:p>
          <a:p>
            <a:r>
              <a:rPr lang="en-GB" sz="2000" dirty="0">
                <a:ea typeface="Calibri"/>
                <a:cs typeface="Calibri"/>
              </a:rPr>
              <a:t>Many scenarios, long to run all</a:t>
            </a:r>
          </a:p>
          <a:p>
            <a:r>
              <a:rPr lang="en-GB" sz="2000" dirty="0">
                <a:ea typeface="Calibri"/>
                <a:cs typeface="Calibri"/>
              </a:rPr>
              <a:t>Long to setup to be representative of production</a:t>
            </a:r>
          </a:p>
          <a:p>
            <a:pPr>
              <a:lnSpc>
                <a:spcPct val="150000"/>
              </a:lnSpc>
            </a:pPr>
            <a:endParaRPr lang="en-GB" sz="20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GB" sz="2400" dirty="0">
                <a:cs typeface="Calibri"/>
              </a:rPr>
              <a:t>How to write them ?</a:t>
            </a:r>
          </a:p>
          <a:p>
            <a:pPr>
              <a:lnSpc>
                <a:spcPct val="150000"/>
              </a:lnSpc>
            </a:pPr>
            <a:r>
              <a:rPr lang="en-GB" sz="2000" dirty="0">
                <a:cs typeface="Calibri"/>
              </a:rPr>
              <a:t>Act as a system end user, i.e. a customer</a:t>
            </a:r>
          </a:p>
          <a:p>
            <a:pPr>
              <a:lnSpc>
                <a:spcPct val="150000"/>
              </a:lnSpc>
            </a:pPr>
            <a:r>
              <a:rPr lang="en-GB" sz="2000" dirty="0">
                <a:cs typeface="Calibri"/>
              </a:rPr>
              <a:t>Test structure: </a:t>
            </a:r>
            <a:r>
              <a:rPr lang="en-GB" sz="2000" b="1" dirty="0">
                <a:solidFill>
                  <a:srgbClr val="FFC000"/>
                </a:solidFill>
                <a:cs typeface="Calibri"/>
              </a:rPr>
              <a:t>Environment preparation</a:t>
            </a:r>
            <a:r>
              <a:rPr lang="en-GB" sz="2000" dirty="0">
                <a:cs typeface="Calibri"/>
              </a:rPr>
              <a:t>, </a:t>
            </a:r>
            <a:r>
              <a:rPr lang="en-GB" sz="2000" b="1" dirty="0">
                <a:solidFill>
                  <a:srgbClr val="00B0F0"/>
                </a:solidFill>
                <a:cs typeface="Calibri"/>
              </a:rPr>
              <a:t>sequence of actions</a:t>
            </a:r>
            <a:r>
              <a:rPr lang="en-GB" sz="2000" dirty="0">
                <a:cs typeface="Calibri"/>
              </a:rPr>
              <a:t>, </a:t>
            </a:r>
            <a:r>
              <a:rPr lang="en-GB" sz="2000" b="1" dirty="0">
                <a:solidFill>
                  <a:srgbClr val="92D050"/>
                </a:solidFill>
                <a:cs typeface="Calibri"/>
              </a:rPr>
              <a:t>behaviour verification</a:t>
            </a:r>
          </a:p>
          <a:p>
            <a:pPr>
              <a:lnSpc>
                <a:spcPct val="150000"/>
              </a:lnSpc>
            </a:pPr>
            <a:endParaRPr lang="en-GB" sz="2000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GB" sz="2400" dirty="0"/>
              <a:t>How to run them ?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Install all the components with their appropriate versions </a:t>
            </a:r>
            <a:r>
              <a:rPr lang="fr-FR" sz="2000" dirty="0"/>
              <a:t>➡️</a:t>
            </a:r>
            <a:r>
              <a:rPr lang="fr-FR" sz="2000" b="1" dirty="0">
                <a:solidFill>
                  <a:srgbClr val="92D050"/>
                </a:solidFill>
              </a:rPr>
              <a:t>the Qualification test </a:t>
            </a:r>
            <a:r>
              <a:rPr lang="fr-FR" sz="2000" b="1" dirty="0" err="1">
                <a:solidFill>
                  <a:srgbClr val="92D050"/>
                </a:solidFill>
              </a:rPr>
              <a:t>environment</a:t>
            </a:r>
            <a:r>
              <a:rPr lang="fr-FR" sz="2000" b="1" dirty="0">
                <a:solidFill>
                  <a:srgbClr val="92D050"/>
                </a:solidFill>
              </a:rPr>
              <a:t> (QA)</a:t>
            </a:r>
            <a:endParaRPr lang="en-GB" sz="2000" b="1" dirty="0">
              <a:solidFill>
                <a:srgbClr val="92D05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7329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dirty="0">
                <a:ea typeface="Calibri Light"/>
                <a:cs typeface="Calibri Light"/>
              </a:rPr>
              <a:t>A/B tests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E68E50-1F8D-C6EF-3F0A-17CAC14C946D}"/>
              </a:ext>
            </a:extLst>
          </p:cNvPr>
          <p:cNvSpPr txBox="1"/>
          <p:nvPr/>
        </p:nvSpPr>
        <p:spPr>
          <a:xfrm>
            <a:off x="499355" y="1306675"/>
            <a:ext cx="9724092" cy="48239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ea typeface="Calibri"/>
                <a:cs typeface="Calibri"/>
              </a:rPr>
              <a:t>Verifies the new version behaves as expected on a small fraction of production traffic.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ea typeface="Calibri"/>
                <a:cs typeface="Calibri"/>
              </a:rPr>
              <a:t>Increase the level of confidence on the new version.</a:t>
            </a:r>
          </a:p>
          <a:p>
            <a:pPr>
              <a:lnSpc>
                <a:spcPct val="150000"/>
              </a:lnSpc>
            </a:pPr>
            <a:endParaRPr lang="en-US" sz="20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ea typeface="Calibri"/>
                <a:cs typeface="Calibri"/>
              </a:rPr>
              <a:t>Good for: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a typeface="Calibri"/>
                <a:cs typeface="Calibri"/>
              </a:rPr>
              <a:t>Getting usage data (is the UI easier to use ?)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a typeface="Calibri"/>
                <a:cs typeface="Calibri"/>
              </a:rPr>
              <a:t>Monitoring new error logs / new performance</a:t>
            </a:r>
          </a:p>
          <a:p>
            <a:pPr>
              <a:lnSpc>
                <a:spcPct val="150000"/>
              </a:lnSpc>
            </a:pPr>
            <a:endParaRPr lang="en-US" sz="20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ea typeface="Calibri"/>
                <a:cs typeface="Calibri"/>
              </a:rPr>
              <a:t>Can trigger real production problems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ea typeface="Calibri"/>
                <a:cs typeface="Calibri"/>
              </a:rPr>
              <a:t>S-curve deployment</a:t>
            </a:r>
            <a:br>
              <a:rPr lang="en-US" sz="2000" dirty="0">
                <a:cs typeface="Calibri"/>
              </a:rPr>
            </a:br>
            <a:r>
              <a:rPr lang="en-US" sz="2800" dirty="0">
                <a:cs typeface="Calibri"/>
              </a:rPr>
              <a:t>✨</a:t>
            </a:r>
            <a:r>
              <a:rPr lang="en-US" sz="2800" dirty="0">
                <a:solidFill>
                  <a:schemeClr val="tx2"/>
                </a:solidFill>
                <a:cs typeface="Calibri"/>
              </a:rPr>
              <a:t> </a:t>
            </a:r>
            <a:r>
              <a:rPr lang="en-US" sz="2800" dirty="0">
                <a:solidFill>
                  <a:schemeClr val="tx2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 of Android OS versions</a:t>
            </a:r>
            <a:endParaRPr lang="en-US" sz="2800" dirty="0">
              <a:solidFill>
                <a:schemeClr val="tx2"/>
              </a:solidFill>
              <a:cs typeface="Calibri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1573690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dirty="0">
                <a:ea typeface="Calibri Light"/>
                <a:cs typeface="Calibri Light"/>
              </a:rPr>
              <a:t>Focus on </a:t>
            </a:r>
            <a:r>
              <a:rPr lang="fr-FR" dirty="0" err="1">
                <a:ea typeface="Calibri Light"/>
                <a:cs typeface="Calibri Light"/>
              </a:rPr>
              <a:t>CYbersecurity</a:t>
            </a:r>
            <a:endParaRPr lang="fr-FR" dirty="0">
              <a:ea typeface="Calibri Light"/>
              <a:cs typeface="Calibri Ligh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E68E50-1F8D-C6EF-3F0A-17CAC14C946D}"/>
              </a:ext>
            </a:extLst>
          </p:cNvPr>
          <p:cNvSpPr txBox="1"/>
          <p:nvPr/>
        </p:nvSpPr>
        <p:spPr>
          <a:xfrm>
            <a:off x="516288" y="1068510"/>
            <a:ext cx="3962578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dirty="0">
                <a:cs typeface="Calibri"/>
              </a:rPr>
              <a:t>One way to hack a system</a:t>
            </a:r>
          </a:p>
        </p:txBody>
      </p:sp>
      <p:pic>
        <p:nvPicPr>
          <p:cNvPr id="4" name="Image 3" descr="Une image contenant symbole, logo, Emblème, Marque&#10;&#10;Description générée automatiquement">
            <a:extLst>
              <a:ext uri="{FF2B5EF4-FFF2-40B4-BE49-F238E27FC236}">
                <a16:creationId xmlns:a16="http://schemas.microsoft.com/office/drawing/2014/main" id="{5EE02515-351D-DD2F-53B3-98765C260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713" y="143377"/>
            <a:ext cx="1494818" cy="18063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320DA29C-B0F4-3F85-137A-928A0CA1762E}"/>
              </a:ext>
            </a:extLst>
          </p:cNvPr>
          <p:cNvSpPr/>
          <p:nvPr/>
        </p:nvSpPr>
        <p:spPr>
          <a:xfrm>
            <a:off x="8339667" y="2336799"/>
            <a:ext cx="3467047" cy="3564467"/>
          </a:xfrm>
          <a:prstGeom prst="roundRect">
            <a:avLst>
              <a:gd name="adj" fmla="val 3709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dirty="0"/>
              <a:t>System </a:t>
            </a:r>
            <a:r>
              <a:rPr lang="fr-FR" dirty="0" err="1"/>
              <a:t>seen</a:t>
            </a:r>
            <a:r>
              <a:rPr lang="fr-FR" dirty="0"/>
              <a:t> as a black box</a:t>
            </a:r>
            <a:endParaRPr lang="en-GB" dirty="0"/>
          </a:p>
        </p:txBody>
      </p:sp>
      <p:pic>
        <p:nvPicPr>
          <p:cNvPr id="1026" name="Picture 2" descr="Hacker - Free security icons">
            <a:extLst>
              <a:ext uri="{FF2B5EF4-FFF2-40B4-BE49-F238E27FC236}">
                <a16:creationId xmlns:a16="http://schemas.microsoft.com/office/drawing/2014/main" id="{B54710C4-F2F0-47A9-5FA8-70B7DD174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377" y="2071811"/>
            <a:ext cx="2946399" cy="2946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67672716-5D1D-7840-8B5D-39B5F61A8FFC}"/>
              </a:ext>
            </a:extLst>
          </p:cNvPr>
          <p:cNvCxnSpPr>
            <a:cxnSpLocks/>
          </p:cNvCxnSpPr>
          <p:nvPr/>
        </p:nvCxnSpPr>
        <p:spPr>
          <a:xfrm>
            <a:off x="3852334" y="3096277"/>
            <a:ext cx="4487333" cy="23689"/>
          </a:xfrm>
          <a:prstGeom prst="straightConnector1">
            <a:avLst/>
          </a:prstGeom>
          <a:ln w="5715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F06B8FC7-FCDA-FB3E-A7ED-0C5F47BC71D2}"/>
              </a:ext>
            </a:extLst>
          </p:cNvPr>
          <p:cNvSpPr txBox="1"/>
          <p:nvPr/>
        </p:nvSpPr>
        <p:spPr>
          <a:xfrm>
            <a:off x="3970776" y="2471450"/>
            <a:ext cx="4224957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dirty="0">
                <a:cs typeface="Calibri"/>
              </a:rPr>
              <a:t>Get server info (techno, versions, …)</a:t>
            </a:r>
          </a:p>
        </p:txBody>
      </p:sp>
      <p:sp>
        <p:nvSpPr>
          <p:cNvPr id="9" name="Cylindre 8">
            <a:extLst>
              <a:ext uri="{FF2B5EF4-FFF2-40B4-BE49-F238E27FC236}">
                <a16:creationId xmlns:a16="http://schemas.microsoft.com/office/drawing/2014/main" id="{03FF4A0F-8CA6-2C60-DD55-7E3CC96193BF}"/>
              </a:ext>
            </a:extLst>
          </p:cNvPr>
          <p:cNvSpPr/>
          <p:nvPr/>
        </p:nvSpPr>
        <p:spPr>
          <a:xfrm>
            <a:off x="1591642" y="5177366"/>
            <a:ext cx="1811867" cy="1224248"/>
          </a:xfrm>
          <a:prstGeom prst="can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Zero-day</a:t>
            </a:r>
            <a:r>
              <a:rPr lang="fr-FR" dirty="0"/>
              <a:t> exploits</a:t>
            </a:r>
            <a:endParaRPr lang="en-GB" dirty="0"/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85C54BF4-8145-DFA2-0FD2-EF41329B00E3}"/>
              </a:ext>
            </a:extLst>
          </p:cNvPr>
          <p:cNvCxnSpPr>
            <a:cxnSpLocks/>
          </p:cNvCxnSpPr>
          <p:nvPr/>
        </p:nvCxnSpPr>
        <p:spPr>
          <a:xfrm>
            <a:off x="3852334" y="4020445"/>
            <a:ext cx="4487333" cy="23689"/>
          </a:xfrm>
          <a:prstGeom prst="straightConnector1">
            <a:avLst/>
          </a:prstGeom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EDC13F02-49DC-77C6-963B-E67AB5080500}"/>
              </a:ext>
            </a:extLst>
          </p:cNvPr>
          <p:cNvSpPr txBox="1"/>
          <p:nvPr/>
        </p:nvSpPr>
        <p:spPr>
          <a:xfrm>
            <a:off x="4233155" y="3395618"/>
            <a:ext cx="3962578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dirty="0">
                <a:cs typeface="Calibri"/>
              </a:rPr>
              <a:t>Exploit unpatched vulnerability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6FB7BEF-71DC-FEE9-BCDE-FD91A16752DF}"/>
              </a:ext>
            </a:extLst>
          </p:cNvPr>
          <p:cNvSpPr txBox="1"/>
          <p:nvPr/>
        </p:nvSpPr>
        <p:spPr>
          <a:xfrm>
            <a:off x="5096755" y="4152975"/>
            <a:ext cx="2370845" cy="14296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dirty="0">
                <a:cs typeface="Calibri"/>
              </a:rPr>
              <a:t>Get control</a:t>
            </a:r>
          </a:p>
          <a:p>
            <a:pPr>
              <a:lnSpc>
                <a:spcPct val="150000"/>
              </a:lnSpc>
            </a:pPr>
            <a:r>
              <a:rPr lang="en-US" sz="2000" i="1" dirty="0">
                <a:cs typeface="Calibri"/>
              </a:rPr>
              <a:t>Exfiltrate data</a:t>
            </a:r>
          </a:p>
          <a:p>
            <a:pPr>
              <a:lnSpc>
                <a:spcPct val="150000"/>
              </a:lnSpc>
            </a:pPr>
            <a:r>
              <a:rPr lang="en-US" sz="2000" i="1" dirty="0">
                <a:cs typeface="Calibri"/>
              </a:rPr>
              <a:t>Wreak havoc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2E47F41-2900-853D-0F2C-C7A62806B422}"/>
              </a:ext>
            </a:extLst>
          </p:cNvPr>
          <p:cNvSpPr txBox="1"/>
          <p:nvPr/>
        </p:nvSpPr>
        <p:spPr>
          <a:xfrm>
            <a:off x="1951300" y="1245184"/>
            <a:ext cx="1219378" cy="34651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42768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dirty="0">
                <a:ea typeface="Calibri Light"/>
                <a:cs typeface="Calibri Light"/>
              </a:rPr>
              <a:t>Focus on </a:t>
            </a:r>
            <a:r>
              <a:rPr lang="fr-FR" dirty="0" err="1">
                <a:ea typeface="Calibri Light"/>
                <a:cs typeface="Calibri Light"/>
              </a:rPr>
              <a:t>CYbersecurity</a:t>
            </a:r>
            <a:endParaRPr lang="fr-FR" dirty="0">
              <a:ea typeface="Calibri Light"/>
              <a:cs typeface="Calibri Ligh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E68E50-1F8D-C6EF-3F0A-17CAC14C946D}"/>
              </a:ext>
            </a:extLst>
          </p:cNvPr>
          <p:cNvSpPr txBox="1"/>
          <p:nvPr/>
        </p:nvSpPr>
        <p:spPr>
          <a:xfrm>
            <a:off x="516287" y="1068510"/>
            <a:ext cx="5952245" cy="9679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dirty="0">
                <a:cs typeface="Calibri"/>
              </a:rPr>
              <a:t>Who wants to hack you ?</a:t>
            </a:r>
            <a:br>
              <a:rPr lang="en-US" sz="2000" i="1" dirty="0">
                <a:cs typeface="Calibri"/>
              </a:rPr>
            </a:br>
            <a:r>
              <a:rPr lang="fr-FR" sz="2000" i="1" dirty="0">
                <a:cs typeface="Calibri"/>
              </a:rPr>
              <a:t>➡️ </a:t>
            </a:r>
            <a:r>
              <a:rPr lang="en-US" sz="2000" i="1" dirty="0">
                <a:cs typeface="Calibri"/>
              </a:rPr>
              <a:t>Part of the threat modeling (</a:t>
            </a:r>
            <a:r>
              <a:rPr lang="en-US" sz="2000" i="1" dirty="0">
                <a:cs typeface="Calibri"/>
                <a:hlinkClick r:id="rId2"/>
              </a:rPr>
              <a:t>OWASP</a:t>
            </a:r>
            <a:r>
              <a:rPr lang="en-US" sz="2000" i="1" dirty="0">
                <a:cs typeface="Calibri"/>
              </a:rPr>
              <a:t>)</a:t>
            </a:r>
          </a:p>
        </p:txBody>
      </p:sp>
      <p:pic>
        <p:nvPicPr>
          <p:cNvPr id="4" name="Image 3" descr="Une image contenant symbole, logo, Emblème, Marque&#10;&#10;Description générée automatiquement">
            <a:extLst>
              <a:ext uri="{FF2B5EF4-FFF2-40B4-BE49-F238E27FC236}">
                <a16:creationId xmlns:a16="http://schemas.microsoft.com/office/drawing/2014/main" id="{5EE02515-351D-DD2F-53B3-98765C260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713" y="143377"/>
            <a:ext cx="1494818" cy="18063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26" name="Picture 2" descr="Hacker - Free security icons">
            <a:extLst>
              <a:ext uri="{FF2B5EF4-FFF2-40B4-BE49-F238E27FC236}">
                <a16:creationId xmlns:a16="http://schemas.microsoft.com/office/drawing/2014/main" id="{B54710C4-F2F0-47A9-5FA8-70B7DD174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377" y="2071811"/>
            <a:ext cx="2946399" cy="2946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F2E47F41-2900-853D-0F2C-C7A62806B422}"/>
              </a:ext>
            </a:extLst>
          </p:cNvPr>
          <p:cNvSpPr txBox="1"/>
          <p:nvPr/>
        </p:nvSpPr>
        <p:spPr>
          <a:xfrm>
            <a:off x="1951300" y="1245184"/>
            <a:ext cx="1219378" cy="34651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pic>
        <p:nvPicPr>
          <p:cNvPr id="2050" name="Picture 2" descr="Red Teaming Guide | Part 1 | White Oak Cyber Security">
            <a:extLst>
              <a:ext uri="{FF2B5EF4-FFF2-40B4-BE49-F238E27FC236}">
                <a16:creationId xmlns:a16="http://schemas.microsoft.com/office/drawing/2014/main" id="{30992643-0B71-FBBB-C2A7-58A989DBF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9062" y="1837266"/>
            <a:ext cx="4984327" cy="4419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3339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dirty="0">
                <a:ea typeface="Calibri Light"/>
                <a:cs typeface="Calibri Light"/>
              </a:rPr>
              <a:t>CYBERSECURITY tests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E68E50-1F8D-C6EF-3F0A-17CAC14C946D}"/>
              </a:ext>
            </a:extLst>
          </p:cNvPr>
          <p:cNvSpPr txBox="1"/>
          <p:nvPr/>
        </p:nvSpPr>
        <p:spPr>
          <a:xfrm>
            <a:off x="499355" y="1306675"/>
            <a:ext cx="10735912" cy="4659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cs typeface="Calibri"/>
              </a:rPr>
              <a:t>Vulnerability scanners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cs typeface="Calibri"/>
              </a:rPr>
              <a:t>@Unittests </a:t>
            </a:r>
            <a:r>
              <a:rPr lang="en-US" sz="2000" dirty="0">
                <a:cs typeface="Calibri"/>
              </a:rPr>
              <a:t>level</a:t>
            </a:r>
            <a:br>
              <a:rPr lang="en-US" sz="2000" dirty="0">
                <a:cs typeface="Calibri"/>
              </a:rPr>
            </a:br>
            <a:r>
              <a:rPr lang="fr-FR" sz="2000" dirty="0">
                <a:cs typeface="Calibri"/>
              </a:rPr>
              <a:t>➡️</a:t>
            </a:r>
            <a:r>
              <a:rPr lang="fr-FR" sz="2000" dirty="0" err="1">
                <a:cs typeface="Calibri"/>
              </a:rPr>
              <a:t>Golang</a:t>
            </a:r>
            <a:r>
              <a:rPr lang="fr-FR" sz="2000" dirty="0">
                <a:cs typeface="Calibri"/>
              </a:rPr>
              <a:t> </a:t>
            </a:r>
            <a:r>
              <a:rPr lang="fr-FR" sz="2000" dirty="0" err="1">
                <a:cs typeface="Calibri"/>
              </a:rPr>
              <a:t>built-in</a:t>
            </a:r>
            <a:r>
              <a:rPr lang="fr-FR" sz="2000" dirty="0">
                <a:cs typeface="Calibri"/>
              </a:rPr>
              <a:t> fuzzing for unit tests, AFL</a:t>
            </a:r>
            <a:br>
              <a:rPr lang="fr-FR" sz="2000" dirty="0">
                <a:cs typeface="Calibri"/>
              </a:rPr>
            </a:br>
            <a:endParaRPr lang="en-US" sz="2000" dirty="0">
              <a:cs typeface="Calibri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@API level: generate REST API calls with random / malicious inputs</a:t>
            </a:r>
            <a:br>
              <a:rPr lang="en-US" sz="2000" dirty="0">
                <a:cs typeface="Calibri"/>
              </a:rPr>
            </a:br>
            <a:r>
              <a:rPr lang="fr-FR" sz="2000" dirty="0">
                <a:cs typeface="Calibri"/>
              </a:rPr>
              <a:t>➡️ </a:t>
            </a:r>
            <a:r>
              <a:rPr lang="en-US" sz="2000" dirty="0">
                <a:cs typeface="Calibri"/>
              </a:rPr>
              <a:t>OWASP’s ZAP tool</a:t>
            </a:r>
            <a:br>
              <a:rPr lang="en-US" sz="2000" dirty="0">
                <a:cs typeface="Calibri"/>
              </a:rPr>
            </a:br>
            <a:endParaRPr lang="en-US" sz="2000" dirty="0">
              <a:cs typeface="Calibri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@package level: OCI image, library, … does your package include vulnerable dependencies ?</a:t>
            </a:r>
            <a:br>
              <a:rPr lang="en-US" sz="2000" dirty="0">
                <a:cs typeface="Calibri"/>
              </a:rPr>
            </a:br>
            <a:r>
              <a:rPr lang="fr-FR" sz="2000" dirty="0">
                <a:cs typeface="Calibri"/>
              </a:rPr>
              <a:t>➡️ Trivy image scanner</a:t>
            </a:r>
            <a:br>
              <a:rPr lang="fr-FR" sz="2000" dirty="0">
                <a:cs typeface="Calibri"/>
              </a:rPr>
            </a:br>
            <a:r>
              <a:rPr lang="fr-FR" sz="2000" dirty="0">
                <a:cs typeface="Calibri"/>
              </a:rPr>
              <a:t>➡️ </a:t>
            </a:r>
            <a:r>
              <a:rPr lang="fr-FR" sz="2000" dirty="0" err="1">
                <a:cs typeface="Calibri"/>
              </a:rPr>
              <a:t>Gosec</a:t>
            </a:r>
            <a:r>
              <a:rPr lang="fr-FR" sz="2000" dirty="0">
                <a:cs typeface="Calibri"/>
              </a:rPr>
              <a:t>, Sonar, </a:t>
            </a:r>
            <a:r>
              <a:rPr lang="fr-FR" sz="2000" dirty="0" err="1">
                <a:cs typeface="Calibri"/>
              </a:rPr>
              <a:t>Npm</a:t>
            </a:r>
            <a:r>
              <a:rPr lang="fr-FR" sz="2000" dirty="0">
                <a:cs typeface="Calibri"/>
              </a:rPr>
              <a:t> audit, …</a:t>
            </a:r>
            <a:endParaRPr lang="en-US" sz="2000" dirty="0">
              <a:cs typeface="Calibri"/>
            </a:endParaRPr>
          </a:p>
        </p:txBody>
      </p:sp>
      <p:pic>
        <p:nvPicPr>
          <p:cNvPr id="4" name="Image 3" descr="Une image contenant symbole, logo, Emblème, Marque&#10;&#10;Description générée automatiquement">
            <a:extLst>
              <a:ext uri="{FF2B5EF4-FFF2-40B4-BE49-F238E27FC236}">
                <a16:creationId xmlns:a16="http://schemas.microsoft.com/office/drawing/2014/main" id="{5EE02515-351D-DD2F-53B3-98765C260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713" y="143377"/>
            <a:ext cx="1494818" cy="18063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2200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dirty="0">
                <a:ea typeface="Calibri Light"/>
                <a:cs typeface="Calibri Light"/>
              </a:rPr>
              <a:t>CYBERSECURITY tests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E68E50-1F8D-C6EF-3F0A-17CAC14C946D}"/>
              </a:ext>
            </a:extLst>
          </p:cNvPr>
          <p:cNvSpPr txBox="1"/>
          <p:nvPr/>
        </p:nvSpPr>
        <p:spPr>
          <a:xfrm>
            <a:off x="499355" y="1306675"/>
            <a:ext cx="10735912" cy="32762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2"/>
            </a:pPr>
            <a:r>
              <a:rPr lang="en-US" sz="2000">
                <a:cs typeface="Calibri"/>
              </a:rPr>
              <a:t>Penetration </a:t>
            </a:r>
            <a:r>
              <a:rPr lang="en-US" sz="2000" dirty="0">
                <a:cs typeface="Calibri"/>
              </a:rPr>
              <a:t>tests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A team of cybersecurity experts tries to hack you</a:t>
            </a:r>
            <a:br>
              <a:rPr lang="en-US" sz="2000" dirty="0">
                <a:cs typeface="Calibri"/>
              </a:rPr>
            </a:br>
            <a:r>
              <a:rPr lang="fr-FR" sz="2000" dirty="0">
                <a:cs typeface="Calibri"/>
              </a:rPr>
              <a:t>➡️ </a:t>
            </a:r>
            <a:r>
              <a:rPr lang="en-US" sz="2000" dirty="0">
                <a:cs typeface="Calibri"/>
              </a:rPr>
              <a:t>provides a vulnerability/compliance report</a:t>
            </a:r>
            <a:br>
              <a:rPr lang="en-US" sz="2000" dirty="0">
                <a:cs typeface="Calibri"/>
              </a:rPr>
            </a:br>
            <a:endParaRPr lang="en-US" sz="2000" dirty="0">
              <a:cs typeface="Calibri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Blackbox: done with no prior knowledge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Whitebox: access to all documentation &amp; code, connection to internal servers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cs typeface="Calibri"/>
              </a:rPr>
              <a:t>Greybox</a:t>
            </a:r>
            <a:r>
              <a:rPr lang="en-US" sz="2000" dirty="0">
                <a:cs typeface="Calibri"/>
              </a:rPr>
              <a:t>: a mix, some documentation, some accesses</a:t>
            </a:r>
          </a:p>
        </p:txBody>
      </p:sp>
      <p:pic>
        <p:nvPicPr>
          <p:cNvPr id="4" name="Image 3" descr="Une image contenant symbole, logo, Emblème, Marque&#10;&#10;Description générée automatiquement">
            <a:extLst>
              <a:ext uri="{FF2B5EF4-FFF2-40B4-BE49-F238E27FC236}">
                <a16:creationId xmlns:a16="http://schemas.microsoft.com/office/drawing/2014/main" id="{5EE02515-351D-DD2F-53B3-98765C260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713" y="143377"/>
            <a:ext cx="1494818" cy="18063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48406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dirty="0"/>
              <a:t>Next </a:t>
            </a:r>
            <a:r>
              <a:rPr lang="fr-FR" dirty="0" err="1"/>
              <a:t>step</a:t>
            </a:r>
            <a:r>
              <a:rPr lang="fr-FR" dirty="0"/>
              <a:t>: TP</a:t>
            </a:r>
            <a:endParaRPr lang="en-US" dirty="0" err="1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E68E50-1F8D-C6EF-3F0A-17CAC14C946D}"/>
              </a:ext>
            </a:extLst>
          </p:cNvPr>
          <p:cNvSpPr txBox="1"/>
          <p:nvPr/>
        </p:nvSpPr>
        <p:spPr>
          <a:xfrm>
            <a:off x="499355" y="1306675"/>
            <a:ext cx="8669697" cy="46612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Let’s implement the unit tests and the API tests</a:t>
            </a:r>
          </a:p>
          <a:p>
            <a:pPr>
              <a:lnSpc>
                <a:spcPct val="150000"/>
              </a:lnSpc>
            </a:pPr>
            <a:endParaRPr lang="en-US" sz="2000" dirty="0">
              <a:cs typeface="Calibri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dirty="0">
                <a:cs typeface="Calibri"/>
              </a:rPr>
              <a:t>Identify the key functions to cover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dirty="0">
                <a:ea typeface="Calibri" panose="020F0502020204030204"/>
                <a:cs typeface="Calibri"/>
              </a:rPr>
              <a:t>Get the code coverage report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sz="2000" dirty="0">
                <a:ea typeface="Calibri" panose="020F0502020204030204"/>
                <a:cs typeface="Calibri"/>
              </a:rPr>
              <a:t>Analyse the HTML report to spot functions to cover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dirty="0">
                <a:ea typeface="Calibri" panose="020F0502020204030204"/>
                <a:cs typeface="Calibri"/>
              </a:rPr>
              <a:t>Test all API endpoints with HTTP requests</a:t>
            </a:r>
            <a:br>
              <a:rPr lang="en-US" sz="2000" dirty="0">
                <a:ea typeface="Calibri" panose="020F0502020204030204"/>
                <a:cs typeface="Calibri"/>
              </a:rPr>
            </a:br>
            <a:r>
              <a:rPr lang="en-US" sz="2000" i="1" dirty="0">
                <a:ea typeface="Calibri" panose="020F0502020204030204"/>
                <a:cs typeface="Calibri"/>
              </a:rPr>
              <a:t>The test skeleton is provided in test/</a:t>
            </a:r>
            <a:r>
              <a:rPr lang="en-US" sz="2000" i="1" dirty="0" err="1">
                <a:ea typeface="Calibri" panose="020F0502020204030204"/>
                <a:cs typeface="Calibri"/>
              </a:rPr>
              <a:t>apitests</a:t>
            </a:r>
            <a:r>
              <a:rPr lang="en-US" sz="2000" i="1" dirty="0">
                <a:ea typeface="Calibri" panose="020F0502020204030204"/>
                <a:cs typeface="Calibri"/>
              </a:rPr>
              <a:t>, Utils are provided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dirty="0">
                <a:ea typeface="Calibri" panose="020F0502020204030204"/>
                <a:cs typeface="Calibri"/>
              </a:rPr>
              <a:t>Put the command to run the unit tests and the one for the API tests in a file named </a:t>
            </a:r>
            <a:r>
              <a:rPr lang="en-US" sz="2000" b="1" dirty="0">
                <a:ea typeface="Calibri" panose="020F0502020204030204"/>
                <a:cs typeface="Calibri"/>
              </a:rPr>
              <a:t>tp-tests.txt</a:t>
            </a:r>
            <a:r>
              <a:rPr lang="en-US" sz="2000" dirty="0">
                <a:ea typeface="Calibri" panose="020F0502020204030204"/>
                <a:cs typeface="Calibri"/>
              </a:rPr>
              <a:t> and commit/push it</a:t>
            </a:r>
            <a:endParaRPr lang="en-US" dirty="0"/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US" sz="2000" dirty="0">
              <a:ea typeface="Calibri" panose="020F0502020204030204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59168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37B3D09BE24CA6704E1731033FD6" ma:contentTypeVersion="3" ma:contentTypeDescription="Crée un document." ma:contentTypeScope="" ma:versionID="b5c46fb8abb7cd7b45c605fc29fc369a">
  <xsd:schema xmlns:xsd="http://www.w3.org/2001/XMLSchema" xmlns:xs="http://www.w3.org/2001/XMLSchema" xmlns:p="http://schemas.microsoft.com/office/2006/metadata/properties" xmlns:ns2="859ef32d-54dd-4f3d-88f4-5252b60136fa" targetNamespace="http://schemas.microsoft.com/office/2006/metadata/properties" ma:root="true" ma:fieldsID="f8ae823866e9695407dc4c2ef66278e2" ns2:_="">
    <xsd:import namespace="859ef32d-54dd-4f3d-88f4-5252b60136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ef32d-54dd-4f3d-88f4-5252b6013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F85FBE-66F6-4845-8A9C-D2FEF221AD2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76E620B-EAB7-4A76-A732-2A4D195CAD7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6729A-90F5-4A67-AE7A-C1E0C77037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9ef32d-54dd-4f3d-88f4-5252b60136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687</TotalTime>
  <Words>587</Words>
  <Application>Microsoft Office PowerPoint</Application>
  <PresentationFormat>Widescreen</PresentationFormat>
  <Paragraphs>100</Paragraphs>
  <Slides>11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Celestial</vt:lpstr>
      <vt:lpstr>Celestial</vt:lpstr>
      <vt:lpstr>DEVOPS</vt:lpstr>
      <vt:lpstr>Overview</vt:lpstr>
      <vt:lpstr>Unit tests</vt:lpstr>
      <vt:lpstr>API tests</vt:lpstr>
      <vt:lpstr>System tests</vt:lpstr>
      <vt:lpstr>A/B tests</vt:lpstr>
      <vt:lpstr>Focus on CYbersecurity</vt:lpstr>
      <vt:lpstr>Focus on CYbersecurity</vt:lpstr>
      <vt:lpstr>CYBERSECURITY tests</vt:lpstr>
      <vt:lpstr>CYBERSECURITY tests</vt:lpstr>
      <vt:lpstr>Next step: TP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</dc:title>
  <dc:creator/>
  <cp:lastModifiedBy>Georges MATHIO</cp:lastModifiedBy>
  <cp:revision>163</cp:revision>
  <dcterms:created xsi:type="dcterms:W3CDTF">2023-10-26T12:54:23Z</dcterms:created>
  <dcterms:modified xsi:type="dcterms:W3CDTF">2024-07-18T12:17:11Z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0x010100752737B3D09BE24CA6704E1731033FD6</vt:lpwstr>
  </property>
  <property fmtid="{D5CDD505-2E9C-101B-9397-08002B2CF9AE}" pid="3" name="Order">
    <vt:r8>26200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</Properties>
</file>