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1" r:id="rId6"/>
    <p:sldId id="264" r:id="rId7"/>
    <p:sldId id="266" r:id="rId8"/>
    <p:sldId id="265" r:id="rId9"/>
    <p:sldId id="268" r:id="rId10"/>
    <p:sldId id="269" r:id="rId11"/>
    <p:sldId id="270" r:id="rId12"/>
    <p:sldId id="271" r:id="rId13"/>
    <p:sldId id="273" r:id="rId14"/>
    <p:sldId id="274" r:id="rId15"/>
    <p:sldId id="276" r:id="rId16"/>
    <p:sldId id="277" r:id="rId17"/>
    <p:sldId id="278" r:id="rId18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35E"/>
    <a:srgbClr val="64161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9266C-6DB9-4D8E-BB1A-A09E3E11BDAE}" v="95" dt="2024-07-19T13:38:59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BF3DCD0B-8554-21D1-BDC5-CA368B439303}"/>
    <pc:docChg chg="modSld">
      <pc:chgData name="Georges MATHIO" userId="S::georges.mathio@estia.fr::1057b68d-d9cf-4cd5-bc4c-3fe68ec33e97" providerId="AD" clId="Web-{BF3DCD0B-8554-21D1-BDC5-CA368B439303}" dt="2023-12-05T09:31:31.058" v="42" actId="20577"/>
      <pc:docMkLst>
        <pc:docMk/>
      </pc:docMkLst>
      <pc:sldChg chg="modSp">
        <pc:chgData name="Georges MATHIO" userId="S::georges.mathio@estia.fr::1057b68d-d9cf-4cd5-bc4c-3fe68ec33e97" providerId="AD" clId="Web-{BF3DCD0B-8554-21D1-BDC5-CA368B439303}" dt="2023-12-05T09:31:31.058" v="42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BF3DCD0B-8554-21D1-BDC5-CA368B439303}" dt="2023-12-05T09:31:31.058" v="42" actId="20577"/>
          <ac:spMkLst>
            <pc:docMk/>
            <pc:sldMk cId="1018468898" sldId="261"/>
            <ac:spMk id="3" creationId="{B5620FEA-FA3C-B3F6-C2FC-F9D51C3D46CB}"/>
          </ac:spMkLst>
        </pc:spChg>
      </pc:sldChg>
    </pc:docChg>
  </pc:docChgLst>
  <pc:docChgLst>
    <pc:chgData name="Georges MATHIO" userId="S::georges.mathio@estia.fr::1057b68d-d9cf-4cd5-bc4c-3fe68ec33e97" providerId="AD" clId="Web-{58B42F6C-803E-0FF5-4E54-D487772A5D07}"/>
    <pc:docChg chg="addSld delSld modSld">
      <pc:chgData name="Georges MATHIO" userId="S::georges.mathio@estia.fr::1057b68d-d9cf-4cd5-bc4c-3fe68ec33e97" providerId="AD" clId="Web-{58B42F6C-803E-0FF5-4E54-D487772A5D07}" dt="2024-07-18T13:12:37.600" v="217" actId="20577"/>
      <pc:docMkLst>
        <pc:docMk/>
      </pc:docMkLst>
      <pc:sldChg chg="modSp">
        <pc:chgData name="Georges MATHIO" userId="S::georges.mathio@estia.fr::1057b68d-d9cf-4cd5-bc4c-3fe68ec33e97" providerId="AD" clId="Web-{58B42F6C-803E-0FF5-4E54-D487772A5D07}" dt="2024-07-18T12:40:04.508" v="20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58B42F6C-803E-0FF5-4E54-D487772A5D07}" dt="2024-07-18T12:40:04.508" v="20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58B42F6C-803E-0FF5-4E54-D487772A5D07}" dt="2024-07-18T12:45:15.989" v="37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58B42F6C-803E-0FF5-4E54-D487772A5D07}" dt="2024-07-18T12:45:15.989" v="37" actId="20577"/>
          <ac:spMkLst>
            <pc:docMk/>
            <pc:sldMk cId="4167943880" sldId="264"/>
            <ac:spMk id="14" creationId="{7E30C4D4-D051-74FE-764D-C642BFBB0D1E}"/>
          </ac:spMkLst>
        </pc:spChg>
      </pc:sldChg>
      <pc:sldChg chg="modSp">
        <pc:chgData name="Georges MATHIO" userId="S::georges.mathio@estia.fr::1057b68d-d9cf-4cd5-bc4c-3fe68ec33e97" providerId="AD" clId="Web-{58B42F6C-803E-0FF5-4E54-D487772A5D07}" dt="2024-07-18T12:59:57.461" v="49" actId="20577"/>
        <pc:sldMkLst>
          <pc:docMk/>
          <pc:sldMk cId="94987525" sldId="269"/>
        </pc:sldMkLst>
        <pc:spChg chg="mod">
          <ac:chgData name="Georges MATHIO" userId="S::georges.mathio@estia.fr::1057b68d-d9cf-4cd5-bc4c-3fe68ec33e97" providerId="AD" clId="Web-{58B42F6C-803E-0FF5-4E54-D487772A5D07}" dt="2024-07-18T12:59:57.461" v="49" actId="20577"/>
          <ac:spMkLst>
            <pc:docMk/>
            <pc:sldMk cId="94987525" sldId="269"/>
            <ac:spMk id="14" creationId="{7E30C4D4-D051-74FE-764D-C642BFBB0D1E}"/>
          </ac:spMkLst>
        </pc:spChg>
      </pc:sldChg>
      <pc:sldChg chg="del">
        <pc:chgData name="Georges MATHIO" userId="S::georges.mathio@estia.fr::1057b68d-d9cf-4cd5-bc4c-3fe68ec33e97" providerId="AD" clId="Web-{58B42F6C-803E-0FF5-4E54-D487772A5D07}" dt="2024-07-18T13:01:31.730" v="50"/>
        <pc:sldMkLst>
          <pc:docMk/>
          <pc:sldMk cId="3449888130" sldId="275"/>
        </pc:sldMkLst>
      </pc:sldChg>
      <pc:sldChg chg="addSp modSp">
        <pc:chgData name="Georges MATHIO" userId="S::georges.mathio@estia.fr::1057b68d-d9cf-4cd5-bc4c-3fe68ec33e97" providerId="AD" clId="Web-{58B42F6C-803E-0FF5-4E54-D487772A5D07}" dt="2024-07-18T13:08:03.464" v="67" actId="20577"/>
        <pc:sldMkLst>
          <pc:docMk/>
          <pc:sldMk cId="2311720607" sldId="276"/>
        </pc:sldMkLst>
        <pc:spChg chg="mod">
          <ac:chgData name="Georges MATHIO" userId="S::georges.mathio@estia.fr::1057b68d-d9cf-4cd5-bc4c-3fe68ec33e97" providerId="AD" clId="Web-{58B42F6C-803E-0FF5-4E54-D487772A5D07}" dt="2024-07-18T13:08:03.464" v="67" actId="20577"/>
          <ac:spMkLst>
            <pc:docMk/>
            <pc:sldMk cId="2311720607" sldId="276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58B42F6C-803E-0FF5-4E54-D487772A5D07}" dt="2024-07-18T13:07:56.589" v="63" actId="1076"/>
          <ac:picMkLst>
            <pc:docMk/>
            <pc:sldMk cId="2311720607" sldId="276"/>
            <ac:picMk id="3" creationId="{BAF1C96C-775A-BEDE-B5D1-7C6C4D5DD8F9}"/>
          </ac:picMkLst>
        </pc:picChg>
        <pc:picChg chg="add mod">
          <ac:chgData name="Georges MATHIO" userId="S::georges.mathio@estia.fr::1057b68d-d9cf-4cd5-bc4c-3fe68ec33e97" providerId="AD" clId="Web-{58B42F6C-803E-0FF5-4E54-D487772A5D07}" dt="2024-07-18T13:07:58.683" v="64" actId="1076"/>
          <ac:picMkLst>
            <pc:docMk/>
            <pc:sldMk cId="2311720607" sldId="276"/>
            <ac:picMk id="4" creationId="{57BF6732-C793-2CC9-37F6-F8E096B12E54}"/>
          </ac:picMkLst>
        </pc:picChg>
      </pc:sldChg>
      <pc:sldChg chg="modSp">
        <pc:chgData name="Georges MATHIO" userId="S::georges.mathio@estia.fr::1057b68d-d9cf-4cd5-bc4c-3fe68ec33e97" providerId="AD" clId="Web-{58B42F6C-803E-0FF5-4E54-D487772A5D07}" dt="2024-07-18T13:09:29.921" v="79" actId="20577"/>
        <pc:sldMkLst>
          <pc:docMk/>
          <pc:sldMk cId="3314162822" sldId="277"/>
        </pc:sldMkLst>
        <pc:spChg chg="mod">
          <ac:chgData name="Georges MATHIO" userId="S::georges.mathio@estia.fr::1057b68d-d9cf-4cd5-bc4c-3fe68ec33e97" providerId="AD" clId="Web-{58B42F6C-803E-0FF5-4E54-D487772A5D07}" dt="2024-07-18T13:09:29.921" v="79" actId="20577"/>
          <ac:spMkLst>
            <pc:docMk/>
            <pc:sldMk cId="3314162822" sldId="277"/>
            <ac:spMk id="14" creationId="{7E30C4D4-D051-74FE-764D-C642BFBB0D1E}"/>
          </ac:spMkLst>
        </pc:spChg>
      </pc:sldChg>
      <pc:sldChg chg="addSp delSp modSp add replId">
        <pc:chgData name="Georges MATHIO" userId="S::georges.mathio@estia.fr::1057b68d-d9cf-4cd5-bc4c-3fe68ec33e97" providerId="AD" clId="Web-{58B42F6C-803E-0FF5-4E54-D487772A5D07}" dt="2024-07-18T13:12:37.600" v="217" actId="20577"/>
        <pc:sldMkLst>
          <pc:docMk/>
          <pc:sldMk cId="283860182" sldId="278"/>
        </pc:sldMkLst>
        <pc:spChg chg="mod">
          <ac:chgData name="Georges MATHIO" userId="S::georges.mathio@estia.fr::1057b68d-d9cf-4cd5-bc4c-3fe68ec33e97" providerId="AD" clId="Web-{58B42F6C-803E-0FF5-4E54-D487772A5D07}" dt="2024-07-18T13:10:08.235" v="93" actId="20577"/>
          <ac:spMkLst>
            <pc:docMk/>
            <pc:sldMk cId="283860182" sldId="278"/>
            <ac:spMk id="2" creationId="{8AE1D70E-C040-1542-B36E-7DDF82084F61}"/>
          </ac:spMkLst>
        </pc:spChg>
        <pc:spChg chg="del">
          <ac:chgData name="Georges MATHIO" userId="S::georges.mathio@estia.fr::1057b68d-d9cf-4cd5-bc4c-3fe68ec33e97" providerId="AD" clId="Web-{58B42F6C-803E-0FF5-4E54-D487772A5D07}" dt="2024-07-18T13:09:59.375" v="83"/>
          <ac:spMkLst>
            <pc:docMk/>
            <pc:sldMk cId="283860182" sldId="278"/>
            <ac:spMk id="3" creationId="{FA072BCE-DFCD-C688-26A9-8956AF597378}"/>
          </ac:spMkLst>
        </pc:spChg>
        <pc:spChg chg="add mod">
          <ac:chgData name="Georges MATHIO" userId="S::georges.mathio@estia.fr::1057b68d-d9cf-4cd5-bc4c-3fe68ec33e97" providerId="AD" clId="Web-{58B42F6C-803E-0FF5-4E54-D487772A5D07}" dt="2024-07-18T13:12:37.600" v="217" actId="20577"/>
          <ac:spMkLst>
            <pc:docMk/>
            <pc:sldMk cId="283860182" sldId="278"/>
            <ac:spMk id="5" creationId="{37BD6448-27F0-8E2B-1376-C71B468DE2EC}"/>
          </ac:spMkLst>
        </pc:spChg>
        <pc:spChg chg="del">
          <ac:chgData name="Georges MATHIO" userId="S::georges.mathio@estia.fr::1057b68d-d9cf-4cd5-bc4c-3fe68ec33e97" providerId="AD" clId="Web-{58B42F6C-803E-0FF5-4E54-D487772A5D07}" dt="2024-07-18T13:09:46.749" v="82"/>
          <ac:spMkLst>
            <pc:docMk/>
            <pc:sldMk cId="283860182" sldId="278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DC58AAC2-FC36-4E20-BE8D-D91E2DA2F2D1}"/>
    <pc:docChg chg="undo redo custSel addSld delSld modSld sldOrd">
      <pc:chgData name="Georges MATHIO" userId="1057b68d-d9cf-4cd5-bc4c-3fe68ec33e97" providerId="ADAL" clId="{DC58AAC2-FC36-4E20-BE8D-D91E2DA2F2D1}" dt="2023-12-05T15:02:09.522" v="3191" actId="20577"/>
      <pc:docMkLst>
        <pc:docMk/>
      </pc:docMkLst>
      <pc:sldChg chg="addSp delSp modSp mod">
        <pc:chgData name="Georges MATHIO" userId="1057b68d-d9cf-4cd5-bc4c-3fe68ec33e97" providerId="ADAL" clId="{DC58AAC2-FC36-4E20-BE8D-D91E2DA2F2D1}" dt="2023-12-05T10:17:25.998" v="1325" actId="1440"/>
        <pc:sldMkLst>
          <pc:docMk/>
          <pc:sldMk cId="2526593619" sldId="256"/>
        </pc:sldMkLst>
        <pc:picChg chg="add del mod">
          <ac:chgData name="Georges MATHIO" userId="1057b68d-d9cf-4cd5-bc4c-3fe68ec33e97" providerId="ADAL" clId="{DC58AAC2-FC36-4E20-BE8D-D91E2DA2F2D1}" dt="2023-12-05T10:15:28.474" v="1315" actId="478"/>
          <ac:picMkLst>
            <pc:docMk/>
            <pc:sldMk cId="2526593619" sldId="256"/>
            <ac:picMk id="4" creationId="{C0E0D807-E3EB-1B6A-C176-5ADECB10B599}"/>
          </ac:picMkLst>
        </pc:picChg>
        <pc:picChg chg="add mod">
          <ac:chgData name="Georges MATHIO" userId="1057b68d-d9cf-4cd5-bc4c-3fe68ec33e97" providerId="ADAL" clId="{DC58AAC2-FC36-4E20-BE8D-D91E2DA2F2D1}" dt="2023-12-05T10:17:25.998" v="1325" actId="1440"/>
          <ac:picMkLst>
            <pc:docMk/>
            <pc:sldMk cId="2526593619" sldId="256"/>
            <ac:picMk id="6" creationId="{6AC8DE01-76A6-B52B-C7E1-B4A7BBF6A5AE}"/>
          </ac:picMkLst>
        </pc:picChg>
        <pc:picChg chg="add del">
          <ac:chgData name="Georges MATHIO" userId="1057b68d-d9cf-4cd5-bc4c-3fe68ec33e97" providerId="ADAL" clId="{DC58AAC2-FC36-4E20-BE8D-D91E2DA2F2D1}" dt="2023-12-05T10:15:30.709" v="1317"/>
          <ac:picMkLst>
            <pc:docMk/>
            <pc:sldMk cId="2526593619" sldId="256"/>
            <ac:picMk id="7170" creationId="{0ED51963-CCE1-1705-B711-E58F534DB0D9}"/>
          </ac:picMkLst>
        </pc:picChg>
      </pc:sldChg>
      <pc:sldChg chg="addSp delSp modSp mod">
        <pc:chgData name="Georges MATHIO" userId="1057b68d-d9cf-4cd5-bc4c-3fe68ec33e97" providerId="ADAL" clId="{DC58AAC2-FC36-4E20-BE8D-D91E2DA2F2D1}" dt="2023-12-05T10:19:19.173" v="1380" actId="1036"/>
        <pc:sldMkLst>
          <pc:docMk/>
          <pc:sldMk cId="1018468898" sldId="261"/>
        </pc:sldMkLst>
        <pc:spChg chg="mod">
          <ac:chgData name="Georges MATHIO" userId="1057b68d-d9cf-4cd5-bc4c-3fe68ec33e97" providerId="ADAL" clId="{DC58AAC2-FC36-4E20-BE8D-D91E2DA2F2D1}" dt="2023-12-05T10:14:33.583" v="1291" actId="1076"/>
          <ac:spMkLst>
            <pc:docMk/>
            <pc:sldMk cId="1018468898" sldId="261"/>
            <ac:spMk id="3" creationId="{B5620FEA-FA3C-B3F6-C2FC-F9D51C3D46CB}"/>
          </ac:spMkLst>
        </pc:spChg>
        <pc:spChg chg="mod">
          <ac:chgData name="Georges MATHIO" userId="1057b68d-d9cf-4cd5-bc4c-3fe68ec33e97" providerId="ADAL" clId="{DC58AAC2-FC36-4E20-BE8D-D91E2DA2F2D1}" dt="2023-12-05T10:19:03.044" v="1367" actId="1076"/>
          <ac:spMkLst>
            <pc:docMk/>
            <pc:sldMk cId="1018468898" sldId="261"/>
            <ac:spMk id="12" creationId="{29653E2C-D912-81DB-1716-75E4746FF989}"/>
          </ac:spMkLst>
        </pc:spChg>
        <pc:picChg chg="add mod">
          <ac:chgData name="Georges MATHIO" userId="1057b68d-d9cf-4cd5-bc4c-3fe68ec33e97" providerId="ADAL" clId="{DC58AAC2-FC36-4E20-BE8D-D91E2DA2F2D1}" dt="2023-12-05T10:19:15.418" v="1371" actId="1076"/>
          <ac:picMkLst>
            <pc:docMk/>
            <pc:sldMk cId="1018468898" sldId="261"/>
            <ac:picMk id="4" creationId="{A00B7EBA-BEB1-D174-4C9E-DC4537AAFB8B}"/>
          </ac:picMkLst>
        </pc:picChg>
        <pc:picChg chg="add del mod">
          <ac:chgData name="Georges MATHIO" userId="1057b68d-d9cf-4cd5-bc4c-3fe68ec33e97" providerId="ADAL" clId="{DC58AAC2-FC36-4E20-BE8D-D91E2DA2F2D1}" dt="2023-12-05T09:32:00.749" v="280" actId="478"/>
          <ac:picMkLst>
            <pc:docMk/>
            <pc:sldMk cId="1018468898" sldId="261"/>
            <ac:picMk id="1026" creationId="{446D12DA-46F4-C31B-1FFB-7473DB414A01}"/>
          </ac:picMkLst>
        </pc:picChg>
        <pc:picChg chg="add del mod">
          <ac:chgData name="Georges MATHIO" userId="1057b68d-d9cf-4cd5-bc4c-3fe68ec33e97" providerId="ADAL" clId="{DC58AAC2-FC36-4E20-BE8D-D91E2DA2F2D1}" dt="2023-12-05T10:12:04.506" v="1279" actId="21"/>
          <ac:picMkLst>
            <pc:docMk/>
            <pc:sldMk cId="1018468898" sldId="261"/>
            <ac:picMk id="1028" creationId="{B8F0BF22-8D66-E97C-AEBE-5D0BAACC9EAB}"/>
          </ac:picMkLst>
        </pc:picChg>
        <pc:picChg chg="add del">
          <ac:chgData name="Georges MATHIO" userId="1057b68d-d9cf-4cd5-bc4c-3fe68ec33e97" providerId="ADAL" clId="{DC58AAC2-FC36-4E20-BE8D-D91E2DA2F2D1}" dt="2023-12-05T10:13:23.865" v="1283"/>
          <ac:picMkLst>
            <pc:docMk/>
            <pc:sldMk cId="1018468898" sldId="261"/>
            <ac:picMk id="1030" creationId="{4478005F-0D0D-6417-6BE0-7383786E8616}"/>
          </ac:picMkLst>
        </pc:picChg>
        <pc:picChg chg="add mod">
          <ac:chgData name="Georges MATHIO" userId="1057b68d-d9cf-4cd5-bc4c-3fe68ec33e97" providerId="ADAL" clId="{DC58AAC2-FC36-4E20-BE8D-D91E2DA2F2D1}" dt="2023-12-05T10:19:19.173" v="1380" actId="1036"/>
          <ac:picMkLst>
            <pc:docMk/>
            <pc:sldMk cId="1018468898" sldId="261"/>
            <ac:picMk id="1032" creationId="{40E52AD0-1231-A5E3-F825-BCFAD276E630}"/>
          </ac:picMkLst>
        </pc:picChg>
        <pc:picChg chg="add mod">
          <ac:chgData name="Georges MATHIO" userId="1057b68d-d9cf-4cd5-bc4c-3fe68ec33e97" providerId="ADAL" clId="{DC58AAC2-FC36-4E20-BE8D-D91E2DA2F2D1}" dt="2023-12-05T10:17:45.465" v="1361" actId="1035"/>
          <ac:picMkLst>
            <pc:docMk/>
            <pc:sldMk cId="1018468898" sldId="261"/>
            <ac:picMk id="1034" creationId="{330BC075-03EE-6710-B8C9-380C9FF71A2A}"/>
          </ac:picMkLst>
        </pc:picChg>
        <pc:picChg chg="add mod">
          <ac:chgData name="Georges MATHIO" userId="1057b68d-d9cf-4cd5-bc4c-3fe68ec33e97" providerId="ADAL" clId="{DC58AAC2-FC36-4E20-BE8D-D91E2DA2F2D1}" dt="2023-12-05T10:19:13.851" v="1370" actId="1076"/>
          <ac:picMkLst>
            <pc:docMk/>
            <pc:sldMk cId="1018468898" sldId="261"/>
            <ac:picMk id="1036" creationId="{E6110031-7B52-277B-3859-C1EEB07948E9}"/>
          </ac:picMkLst>
        </pc:picChg>
      </pc:sldChg>
      <pc:sldChg chg="addSp delSp modSp add del mod">
        <pc:chgData name="Georges MATHIO" userId="1057b68d-d9cf-4cd5-bc4c-3fe68ec33e97" providerId="ADAL" clId="{DC58AAC2-FC36-4E20-BE8D-D91E2DA2F2D1}" dt="2023-12-05T09:38:16.874" v="500" actId="1076"/>
        <pc:sldMkLst>
          <pc:docMk/>
          <pc:sldMk cId="4167943880" sldId="264"/>
        </pc:sldMkLst>
        <pc:spChg chg="mod">
          <ac:chgData name="Georges MATHIO" userId="1057b68d-d9cf-4cd5-bc4c-3fe68ec33e97" providerId="ADAL" clId="{DC58AAC2-FC36-4E20-BE8D-D91E2DA2F2D1}" dt="2023-12-05T09:32:41.313" v="294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DC58AAC2-FC36-4E20-BE8D-D91E2DA2F2D1}" dt="2023-12-05T09:36:35.794" v="494" actId="20577"/>
          <ac:spMkLst>
            <pc:docMk/>
            <pc:sldMk cId="4167943880" sldId="264"/>
            <ac:spMk id="14" creationId="{7E30C4D4-D051-74FE-764D-C642BFBB0D1E}"/>
          </ac:spMkLst>
        </pc:spChg>
        <pc:picChg chg="add del mod">
          <ac:chgData name="Georges MATHIO" userId="1057b68d-d9cf-4cd5-bc4c-3fe68ec33e97" providerId="ADAL" clId="{DC58AAC2-FC36-4E20-BE8D-D91E2DA2F2D1}" dt="2023-12-04T16:13:47.311" v="220"/>
          <ac:picMkLst>
            <pc:docMk/>
            <pc:sldMk cId="4167943880" sldId="264"/>
            <ac:picMk id="3" creationId="{074E013F-EDB5-CEFE-8D5D-2C12A736F051}"/>
          </ac:picMkLst>
        </pc:picChg>
        <pc:picChg chg="add del mod">
          <ac:chgData name="Georges MATHIO" userId="1057b68d-d9cf-4cd5-bc4c-3fe68ec33e97" providerId="ADAL" clId="{DC58AAC2-FC36-4E20-BE8D-D91E2DA2F2D1}" dt="2023-12-05T09:37:54.196" v="495" actId="478"/>
          <ac:picMkLst>
            <pc:docMk/>
            <pc:sldMk cId="4167943880" sldId="264"/>
            <ac:picMk id="3" creationId="{516BBF7F-B85C-1F0A-0CE8-E3EDE8DBBB15}"/>
          </ac:picMkLst>
        </pc:picChg>
        <pc:picChg chg="add del mod">
          <ac:chgData name="Georges MATHIO" userId="1057b68d-d9cf-4cd5-bc4c-3fe68ec33e97" providerId="ADAL" clId="{DC58AAC2-FC36-4E20-BE8D-D91E2DA2F2D1}" dt="2023-12-05T09:32:43.052" v="295" actId="478"/>
          <ac:picMkLst>
            <pc:docMk/>
            <pc:sldMk cId="4167943880" sldId="264"/>
            <ac:picMk id="1026" creationId="{6AB5E897-9C77-3A7E-A193-131F290D5E86}"/>
          </ac:picMkLst>
        </pc:picChg>
        <pc:picChg chg="add mod">
          <ac:chgData name="Georges MATHIO" userId="1057b68d-d9cf-4cd5-bc4c-3fe68ec33e97" providerId="ADAL" clId="{DC58AAC2-FC36-4E20-BE8D-D91E2DA2F2D1}" dt="2023-12-05T09:38:16.874" v="500" actId="1076"/>
          <ac:picMkLst>
            <pc:docMk/>
            <pc:sldMk cId="4167943880" sldId="264"/>
            <ac:picMk id="2050" creationId="{A3AD40DE-A3C2-7659-7357-CE3758AC60EB}"/>
          </ac:picMkLst>
        </pc:picChg>
      </pc:sldChg>
      <pc:sldChg chg="addSp delSp modSp add mod">
        <pc:chgData name="Georges MATHIO" userId="1057b68d-d9cf-4cd5-bc4c-3fe68ec33e97" providerId="ADAL" clId="{DC58AAC2-FC36-4E20-BE8D-D91E2DA2F2D1}" dt="2023-12-05T09:56:25.136" v="858" actId="20577"/>
        <pc:sldMkLst>
          <pc:docMk/>
          <pc:sldMk cId="4274095052" sldId="265"/>
        </pc:sldMkLst>
        <pc:spChg chg="mod">
          <ac:chgData name="Georges MATHIO" userId="1057b68d-d9cf-4cd5-bc4c-3fe68ec33e97" providerId="ADAL" clId="{DC58AAC2-FC36-4E20-BE8D-D91E2DA2F2D1}" dt="2023-12-04T16:14:03.477" v="238" actId="20577"/>
          <ac:spMkLst>
            <pc:docMk/>
            <pc:sldMk cId="4274095052" sldId="265"/>
            <ac:spMk id="2" creationId="{8AE1D70E-C040-1542-B36E-7DDF82084F61}"/>
          </ac:spMkLst>
        </pc:spChg>
        <pc:spChg chg="mod">
          <ac:chgData name="Georges MATHIO" userId="1057b68d-d9cf-4cd5-bc4c-3fe68ec33e97" providerId="ADAL" clId="{DC58AAC2-FC36-4E20-BE8D-D91E2DA2F2D1}" dt="2023-12-05T09:56:25.136" v="858" actId="20577"/>
          <ac:spMkLst>
            <pc:docMk/>
            <pc:sldMk cId="4274095052" sldId="265"/>
            <ac:spMk id="14" creationId="{7E30C4D4-D051-74FE-764D-C642BFBB0D1E}"/>
          </ac:spMkLst>
        </pc:spChg>
        <pc:picChg chg="del">
          <ac:chgData name="Georges MATHIO" userId="1057b68d-d9cf-4cd5-bc4c-3fe68ec33e97" providerId="ADAL" clId="{DC58AAC2-FC36-4E20-BE8D-D91E2DA2F2D1}" dt="2023-12-05T09:41:40.962" v="585" actId="478"/>
          <ac:picMkLst>
            <pc:docMk/>
            <pc:sldMk cId="4274095052" sldId="265"/>
            <ac:picMk id="1026" creationId="{6AB5E897-9C77-3A7E-A193-131F290D5E86}"/>
          </ac:picMkLst>
        </pc:picChg>
        <pc:picChg chg="add mod">
          <ac:chgData name="Georges MATHIO" userId="1057b68d-d9cf-4cd5-bc4c-3fe68ec33e97" providerId="ADAL" clId="{DC58AAC2-FC36-4E20-BE8D-D91E2DA2F2D1}" dt="2023-12-05T09:49:48.256" v="743" actId="1076"/>
          <ac:picMkLst>
            <pc:docMk/>
            <pc:sldMk cId="4274095052" sldId="265"/>
            <ac:picMk id="3074" creationId="{124C68C4-AC74-ADF6-6D9E-D6B7DA65CE0F}"/>
          </ac:picMkLst>
        </pc:picChg>
      </pc:sldChg>
      <pc:sldChg chg="modSp add mod">
        <pc:chgData name="Georges MATHIO" userId="1057b68d-d9cf-4cd5-bc4c-3fe68ec33e97" providerId="ADAL" clId="{DC58AAC2-FC36-4E20-BE8D-D91E2DA2F2D1}" dt="2023-12-05T09:58:03.462" v="943" actId="20577"/>
        <pc:sldMkLst>
          <pc:docMk/>
          <pc:sldMk cId="2373733268" sldId="266"/>
        </pc:sldMkLst>
        <pc:spChg chg="mod">
          <ac:chgData name="Georges MATHIO" userId="1057b68d-d9cf-4cd5-bc4c-3fe68ec33e97" providerId="ADAL" clId="{DC58AAC2-FC36-4E20-BE8D-D91E2DA2F2D1}" dt="2023-12-05T09:58:03.462" v="943" actId="20577"/>
          <ac:spMkLst>
            <pc:docMk/>
            <pc:sldMk cId="2373733268" sldId="266"/>
            <ac:spMk id="14" creationId="{7E30C4D4-D051-74FE-764D-C642BFBB0D1E}"/>
          </ac:spMkLst>
        </pc:spChg>
        <pc:picChg chg="mod">
          <ac:chgData name="Georges MATHIO" userId="1057b68d-d9cf-4cd5-bc4c-3fe68ec33e97" providerId="ADAL" clId="{DC58AAC2-FC36-4E20-BE8D-D91E2DA2F2D1}" dt="2023-12-05T09:41:16.050" v="577" actId="1076"/>
          <ac:picMkLst>
            <pc:docMk/>
            <pc:sldMk cId="2373733268" sldId="266"/>
            <ac:picMk id="1026" creationId="{6AB5E897-9C77-3A7E-A193-131F290D5E86}"/>
          </ac:picMkLst>
        </pc:picChg>
      </pc:sldChg>
      <pc:sldChg chg="addSp delSp new del">
        <pc:chgData name="Georges MATHIO" userId="1057b68d-d9cf-4cd5-bc4c-3fe68ec33e97" providerId="ADAL" clId="{DC58AAC2-FC36-4E20-BE8D-D91E2DA2F2D1}" dt="2023-12-05T10:03:08.539" v="1108" actId="47"/>
        <pc:sldMkLst>
          <pc:docMk/>
          <pc:sldMk cId="167493851" sldId="267"/>
        </pc:sldMkLst>
        <pc:picChg chg="add del">
          <ac:chgData name="Georges MATHIO" userId="1057b68d-d9cf-4cd5-bc4c-3fe68ec33e97" providerId="ADAL" clId="{DC58AAC2-FC36-4E20-BE8D-D91E2DA2F2D1}" dt="2023-12-05T09:56:49.456" v="877" actId="21"/>
          <ac:picMkLst>
            <pc:docMk/>
            <pc:sldMk cId="167493851" sldId="267"/>
            <ac:picMk id="4098" creationId="{AC7A7B5F-9383-F3C5-52F2-3F336B4CA67D}"/>
          </ac:picMkLst>
        </pc:picChg>
      </pc:sldChg>
      <pc:sldChg chg="addSp delSp modSp add mod">
        <pc:chgData name="Georges MATHIO" userId="1057b68d-d9cf-4cd5-bc4c-3fe68ec33e97" providerId="ADAL" clId="{DC58AAC2-FC36-4E20-BE8D-D91E2DA2F2D1}" dt="2023-12-05T15:02:09.522" v="3191" actId="20577"/>
        <pc:sldMkLst>
          <pc:docMk/>
          <pc:sldMk cId="3898250113" sldId="268"/>
        </pc:sldMkLst>
        <pc:spChg chg="mod">
          <ac:chgData name="Georges MATHIO" userId="1057b68d-d9cf-4cd5-bc4c-3fe68ec33e97" providerId="ADAL" clId="{DC58AAC2-FC36-4E20-BE8D-D91E2DA2F2D1}" dt="2023-12-05T15:02:09.522" v="3191" actId="20577"/>
          <ac:spMkLst>
            <pc:docMk/>
            <pc:sldMk cId="3898250113" sldId="268"/>
            <ac:spMk id="14" creationId="{7E30C4D4-D051-74FE-764D-C642BFBB0D1E}"/>
          </ac:spMkLst>
        </pc:spChg>
        <pc:picChg chg="add mod">
          <ac:chgData name="Georges MATHIO" userId="1057b68d-d9cf-4cd5-bc4c-3fe68ec33e97" providerId="ADAL" clId="{DC58AAC2-FC36-4E20-BE8D-D91E2DA2F2D1}" dt="2023-12-05T09:57:06.177" v="881" actId="1076"/>
          <ac:picMkLst>
            <pc:docMk/>
            <pc:sldMk cId="3898250113" sldId="268"/>
            <ac:picMk id="3" creationId="{9CECFB18-5279-036F-3533-B03EAA7682AA}"/>
          </ac:picMkLst>
        </pc:picChg>
        <pc:picChg chg="del">
          <ac:chgData name="Georges MATHIO" userId="1057b68d-d9cf-4cd5-bc4c-3fe68ec33e97" providerId="ADAL" clId="{DC58AAC2-FC36-4E20-BE8D-D91E2DA2F2D1}" dt="2023-12-05T09:56:35.419" v="862" actId="478"/>
          <ac:picMkLst>
            <pc:docMk/>
            <pc:sldMk cId="3898250113" sldId="268"/>
            <ac:picMk id="3074" creationId="{124C68C4-AC74-ADF6-6D9E-D6B7DA65CE0F}"/>
          </ac:picMkLst>
        </pc:picChg>
      </pc:sldChg>
      <pc:sldChg chg="addSp delSp modSp add mod ord">
        <pc:chgData name="Georges MATHIO" userId="1057b68d-d9cf-4cd5-bc4c-3fe68ec33e97" providerId="ADAL" clId="{DC58AAC2-FC36-4E20-BE8D-D91E2DA2F2D1}" dt="2023-12-05T10:52:30.361" v="1499" actId="20577"/>
        <pc:sldMkLst>
          <pc:docMk/>
          <pc:sldMk cId="94987525" sldId="269"/>
        </pc:sldMkLst>
        <pc:spChg chg="mod">
          <ac:chgData name="Georges MATHIO" userId="1057b68d-d9cf-4cd5-bc4c-3fe68ec33e97" providerId="ADAL" clId="{DC58AAC2-FC36-4E20-BE8D-D91E2DA2F2D1}" dt="2023-12-05T10:52:30.361" v="1499" actId="20577"/>
          <ac:spMkLst>
            <pc:docMk/>
            <pc:sldMk cId="94987525" sldId="269"/>
            <ac:spMk id="2" creationId="{8AE1D70E-C040-1542-B36E-7DDF82084F61}"/>
          </ac:spMkLst>
        </pc:spChg>
        <pc:spChg chg="mod">
          <ac:chgData name="Georges MATHIO" userId="1057b68d-d9cf-4cd5-bc4c-3fe68ec33e97" providerId="ADAL" clId="{DC58AAC2-FC36-4E20-BE8D-D91E2DA2F2D1}" dt="2023-12-05T10:07:36.150" v="1278" actId="113"/>
          <ac:spMkLst>
            <pc:docMk/>
            <pc:sldMk cId="94987525" sldId="269"/>
            <ac:spMk id="14" creationId="{7E30C4D4-D051-74FE-764D-C642BFBB0D1E}"/>
          </ac:spMkLst>
        </pc:spChg>
        <pc:picChg chg="del">
          <ac:chgData name="Georges MATHIO" userId="1057b68d-d9cf-4cd5-bc4c-3fe68ec33e97" providerId="ADAL" clId="{DC58AAC2-FC36-4E20-BE8D-D91E2DA2F2D1}" dt="2023-12-05T10:03:11.499" v="1109" actId="478"/>
          <ac:picMkLst>
            <pc:docMk/>
            <pc:sldMk cId="94987525" sldId="269"/>
            <ac:picMk id="3" creationId="{9CECFB18-5279-036F-3533-B03EAA7682AA}"/>
          </ac:picMkLst>
        </pc:picChg>
        <pc:picChg chg="add mod">
          <ac:chgData name="Georges MATHIO" userId="1057b68d-d9cf-4cd5-bc4c-3fe68ec33e97" providerId="ADAL" clId="{DC58AAC2-FC36-4E20-BE8D-D91E2DA2F2D1}" dt="2023-12-05T10:07:20.988" v="1273" actId="1076"/>
          <ac:picMkLst>
            <pc:docMk/>
            <pc:sldMk cId="94987525" sldId="269"/>
            <ac:picMk id="5122" creationId="{20B89178-C7C2-4A09-5629-B87EEF4BD54A}"/>
          </ac:picMkLst>
        </pc:picChg>
      </pc:sldChg>
      <pc:sldChg chg="addSp delSp modSp add mod modAnim">
        <pc:chgData name="Georges MATHIO" userId="1057b68d-d9cf-4cd5-bc4c-3fe68ec33e97" providerId="ADAL" clId="{DC58AAC2-FC36-4E20-BE8D-D91E2DA2F2D1}" dt="2023-12-05T10:53:30.319" v="1552" actId="115"/>
        <pc:sldMkLst>
          <pc:docMk/>
          <pc:sldMk cId="958423002" sldId="270"/>
        </pc:sldMkLst>
        <pc:spChg chg="mod">
          <ac:chgData name="Georges MATHIO" userId="1057b68d-d9cf-4cd5-bc4c-3fe68ec33e97" providerId="ADAL" clId="{DC58AAC2-FC36-4E20-BE8D-D91E2DA2F2D1}" dt="2023-12-05T10:52:37.379" v="1506" actId="20577"/>
          <ac:spMkLst>
            <pc:docMk/>
            <pc:sldMk cId="958423002" sldId="270"/>
            <ac:spMk id="2" creationId="{8AE1D70E-C040-1542-B36E-7DDF82084F61}"/>
          </ac:spMkLst>
        </pc:spChg>
        <pc:spChg chg="mod">
          <ac:chgData name="Georges MATHIO" userId="1057b68d-d9cf-4cd5-bc4c-3fe68ec33e97" providerId="ADAL" clId="{DC58AAC2-FC36-4E20-BE8D-D91E2DA2F2D1}" dt="2023-12-05T10:53:30.319" v="1552" actId="115"/>
          <ac:spMkLst>
            <pc:docMk/>
            <pc:sldMk cId="958423002" sldId="270"/>
            <ac:spMk id="14" creationId="{7E30C4D4-D051-74FE-764D-C642BFBB0D1E}"/>
          </ac:spMkLst>
        </pc:spChg>
        <pc:picChg chg="del">
          <ac:chgData name="Georges MATHIO" userId="1057b68d-d9cf-4cd5-bc4c-3fe68ec33e97" providerId="ADAL" clId="{DC58AAC2-FC36-4E20-BE8D-D91E2DA2F2D1}" dt="2023-12-05T10:20:01.140" v="1382" actId="478"/>
          <ac:picMkLst>
            <pc:docMk/>
            <pc:sldMk cId="958423002" sldId="270"/>
            <ac:picMk id="5122" creationId="{20B89178-C7C2-4A09-5629-B87EEF4BD54A}"/>
          </ac:picMkLst>
        </pc:picChg>
        <pc:picChg chg="add del mod">
          <ac:chgData name="Georges MATHIO" userId="1057b68d-d9cf-4cd5-bc4c-3fe68ec33e97" providerId="ADAL" clId="{DC58AAC2-FC36-4E20-BE8D-D91E2DA2F2D1}" dt="2023-12-05T10:28:34.078" v="1395" actId="478"/>
          <ac:picMkLst>
            <pc:docMk/>
            <pc:sldMk cId="958423002" sldId="270"/>
            <ac:picMk id="8194" creationId="{2990041A-D49B-C3EB-E7DB-567B6F0C5CD9}"/>
          </ac:picMkLst>
        </pc:picChg>
        <pc:picChg chg="add mod">
          <ac:chgData name="Georges MATHIO" userId="1057b68d-d9cf-4cd5-bc4c-3fe68ec33e97" providerId="ADAL" clId="{DC58AAC2-FC36-4E20-BE8D-D91E2DA2F2D1}" dt="2023-12-05T10:28:49.346" v="1398" actId="1076"/>
          <ac:picMkLst>
            <pc:docMk/>
            <pc:sldMk cId="958423002" sldId="270"/>
            <ac:picMk id="8196" creationId="{5F9B02A5-0563-5D15-7B01-7600AE7F8FBC}"/>
          </ac:picMkLst>
        </pc:picChg>
        <pc:picChg chg="add mod">
          <ac:chgData name="Georges MATHIO" userId="1057b68d-d9cf-4cd5-bc4c-3fe68ec33e97" providerId="ADAL" clId="{DC58AAC2-FC36-4E20-BE8D-D91E2DA2F2D1}" dt="2023-12-05T10:29:20.835" v="1401" actId="167"/>
          <ac:picMkLst>
            <pc:docMk/>
            <pc:sldMk cId="958423002" sldId="270"/>
            <ac:picMk id="8198" creationId="{19DAEB1D-5575-4333-5BED-B56EC7443C72}"/>
          </ac:picMkLst>
        </pc:picChg>
      </pc:sldChg>
      <pc:sldChg chg="delSp modSp add mod ord">
        <pc:chgData name="Georges MATHIO" userId="1057b68d-d9cf-4cd5-bc4c-3fe68ec33e97" providerId="ADAL" clId="{DC58AAC2-FC36-4E20-BE8D-D91E2DA2F2D1}" dt="2023-12-05T13:37:00.691" v="3175"/>
        <pc:sldMkLst>
          <pc:docMk/>
          <pc:sldMk cId="3401956397" sldId="271"/>
        </pc:sldMkLst>
        <pc:spChg chg="mod">
          <ac:chgData name="Georges MATHIO" userId="1057b68d-d9cf-4cd5-bc4c-3fe68ec33e97" providerId="ADAL" clId="{DC58AAC2-FC36-4E20-BE8D-D91E2DA2F2D1}" dt="2023-12-05T10:42:44.455" v="1474" actId="20577"/>
          <ac:spMkLst>
            <pc:docMk/>
            <pc:sldMk cId="3401956397" sldId="271"/>
            <ac:spMk id="2" creationId="{8AE1D70E-C040-1542-B36E-7DDF82084F61}"/>
          </ac:spMkLst>
        </pc:spChg>
        <pc:spChg chg="mod">
          <ac:chgData name="Georges MATHIO" userId="1057b68d-d9cf-4cd5-bc4c-3fe68ec33e97" providerId="ADAL" clId="{DC58AAC2-FC36-4E20-BE8D-D91E2DA2F2D1}" dt="2023-12-05T11:59:56.480" v="1693" actId="14100"/>
          <ac:spMkLst>
            <pc:docMk/>
            <pc:sldMk cId="3401956397" sldId="271"/>
            <ac:spMk id="14" creationId="{7E30C4D4-D051-74FE-764D-C642BFBB0D1E}"/>
          </ac:spMkLst>
        </pc:spChg>
        <pc:picChg chg="del">
          <ac:chgData name="Georges MATHIO" userId="1057b68d-d9cf-4cd5-bc4c-3fe68ec33e97" providerId="ADAL" clId="{DC58AAC2-FC36-4E20-BE8D-D91E2DA2F2D1}" dt="2023-12-05T10:42:36.548" v="1469" actId="478"/>
          <ac:picMkLst>
            <pc:docMk/>
            <pc:sldMk cId="3401956397" sldId="271"/>
            <ac:picMk id="5122" creationId="{20B89178-C7C2-4A09-5629-B87EEF4BD54A}"/>
          </ac:picMkLst>
        </pc:picChg>
      </pc:sldChg>
      <pc:sldChg chg="addSp delSp modSp add del mod">
        <pc:chgData name="Georges MATHIO" userId="1057b68d-d9cf-4cd5-bc4c-3fe68ec33e97" providerId="ADAL" clId="{DC58AAC2-FC36-4E20-BE8D-D91E2DA2F2D1}" dt="2023-12-05T12:38:15.070" v="2052" actId="47"/>
        <pc:sldMkLst>
          <pc:docMk/>
          <pc:sldMk cId="3172108513" sldId="272"/>
        </pc:sldMkLst>
        <pc:spChg chg="mod">
          <ac:chgData name="Georges MATHIO" userId="1057b68d-d9cf-4cd5-bc4c-3fe68ec33e97" providerId="ADAL" clId="{DC58AAC2-FC36-4E20-BE8D-D91E2DA2F2D1}" dt="2023-12-05T12:04:34.714" v="1708" actId="20577"/>
          <ac:spMkLst>
            <pc:docMk/>
            <pc:sldMk cId="3172108513" sldId="272"/>
            <ac:spMk id="2" creationId="{8AE1D70E-C040-1542-B36E-7DDF82084F61}"/>
          </ac:spMkLst>
        </pc:spChg>
        <pc:spChg chg="add mod">
          <ac:chgData name="Georges MATHIO" userId="1057b68d-d9cf-4cd5-bc4c-3fe68ec33e97" providerId="ADAL" clId="{DC58AAC2-FC36-4E20-BE8D-D91E2DA2F2D1}" dt="2023-12-05T12:17:45.038" v="2045" actId="20577"/>
          <ac:spMkLst>
            <pc:docMk/>
            <pc:sldMk cId="3172108513" sldId="272"/>
            <ac:spMk id="3" creationId="{709CB6D3-8489-0751-C9EA-BB25D10979C7}"/>
          </ac:spMkLst>
        </pc:spChg>
        <pc:spChg chg="add mod ord">
          <ac:chgData name="Georges MATHIO" userId="1057b68d-d9cf-4cd5-bc4c-3fe68ec33e97" providerId="ADAL" clId="{DC58AAC2-FC36-4E20-BE8D-D91E2DA2F2D1}" dt="2023-12-05T12:13:59.122" v="1940" actId="1076"/>
          <ac:spMkLst>
            <pc:docMk/>
            <pc:sldMk cId="3172108513" sldId="272"/>
            <ac:spMk id="8" creationId="{F56E657E-1D81-72B6-DCD9-C57C29FDAFF2}"/>
          </ac:spMkLst>
        </pc:spChg>
        <pc:spChg chg="add del mod">
          <ac:chgData name="Georges MATHIO" userId="1057b68d-d9cf-4cd5-bc4c-3fe68ec33e97" providerId="ADAL" clId="{DC58AAC2-FC36-4E20-BE8D-D91E2DA2F2D1}" dt="2023-12-05T12:12:50.472" v="1918"/>
          <ac:spMkLst>
            <pc:docMk/>
            <pc:sldMk cId="3172108513" sldId="272"/>
            <ac:spMk id="9" creationId="{CB9511AE-FE9D-845D-2D40-FEABFE40421F}"/>
          </ac:spMkLst>
        </pc:spChg>
        <pc:spChg chg="add mod">
          <ac:chgData name="Georges MATHIO" userId="1057b68d-d9cf-4cd5-bc4c-3fe68ec33e97" providerId="ADAL" clId="{DC58AAC2-FC36-4E20-BE8D-D91E2DA2F2D1}" dt="2023-12-05T12:13:51.831" v="1938" actId="164"/>
          <ac:spMkLst>
            <pc:docMk/>
            <pc:sldMk cId="3172108513" sldId="272"/>
            <ac:spMk id="10" creationId="{59AD9A66-3B68-68A3-7E18-A38D6C3906EB}"/>
          </ac:spMkLst>
        </pc:spChg>
        <pc:spChg chg="mod">
          <ac:chgData name="Georges MATHIO" userId="1057b68d-d9cf-4cd5-bc4c-3fe68ec33e97" providerId="ADAL" clId="{DC58AAC2-FC36-4E20-BE8D-D91E2DA2F2D1}" dt="2023-12-05T12:05:13.190" v="1732" actId="1076"/>
          <ac:spMkLst>
            <pc:docMk/>
            <pc:sldMk cId="3172108513" sldId="272"/>
            <ac:spMk id="14" creationId="{7E30C4D4-D051-74FE-764D-C642BFBB0D1E}"/>
          </ac:spMkLst>
        </pc:spChg>
        <pc:spChg chg="add mod">
          <ac:chgData name="Georges MATHIO" userId="1057b68d-d9cf-4cd5-bc4c-3fe68ec33e97" providerId="ADAL" clId="{DC58AAC2-FC36-4E20-BE8D-D91E2DA2F2D1}" dt="2023-12-05T12:17:28.936" v="2036" actId="20577"/>
          <ac:spMkLst>
            <pc:docMk/>
            <pc:sldMk cId="3172108513" sldId="272"/>
            <ac:spMk id="18" creationId="{38888C7B-6682-4950-5A23-BD7BA2A3FC8D}"/>
          </ac:spMkLst>
        </pc:spChg>
        <pc:spChg chg="add mod">
          <ac:chgData name="Georges MATHIO" userId="1057b68d-d9cf-4cd5-bc4c-3fe68ec33e97" providerId="ADAL" clId="{DC58AAC2-FC36-4E20-BE8D-D91E2DA2F2D1}" dt="2023-12-05T12:16:17.829" v="2002" actId="114"/>
          <ac:spMkLst>
            <pc:docMk/>
            <pc:sldMk cId="3172108513" sldId="272"/>
            <ac:spMk id="19" creationId="{4E8D42A1-1630-F53A-6F7E-FDEF790AB1EE}"/>
          </ac:spMkLst>
        </pc:spChg>
        <pc:spChg chg="add mod">
          <ac:chgData name="Georges MATHIO" userId="1057b68d-d9cf-4cd5-bc4c-3fe68ec33e97" providerId="ADAL" clId="{DC58AAC2-FC36-4E20-BE8D-D91E2DA2F2D1}" dt="2023-12-05T12:16:20.562" v="2003" actId="114"/>
          <ac:spMkLst>
            <pc:docMk/>
            <pc:sldMk cId="3172108513" sldId="272"/>
            <ac:spMk id="20" creationId="{8EF923DE-0597-35E1-A7FF-3136ABC7F3D2}"/>
          </ac:spMkLst>
        </pc:spChg>
        <pc:spChg chg="add mod">
          <ac:chgData name="Georges MATHIO" userId="1057b68d-d9cf-4cd5-bc4c-3fe68ec33e97" providerId="ADAL" clId="{DC58AAC2-FC36-4E20-BE8D-D91E2DA2F2D1}" dt="2023-12-05T12:16:10.510" v="2000" actId="114"/>
          <ac:spMkLst>
            <pc:docMk/>
            <pc:sldMk cId="3172108513" sldId="272"/>
            <ac:spMk id="21" creationId="{64DA916D-2A6D-6180-A11A-E82BF377F156}"/>
          </ac:spMkLst>
        </pc:spChg>
        <pc:spChg chg="add mod">
          <ac:chgData name="Georges MATHIO" userId="1057b68d-d9cf-4cd5-bc4c-3fe68ec33e97" providerId="ADAL" clId="{DC58AAC2-FC36-4E20-BE8D-D91E2DA2F2D1}" dt="2023-12-05T12:16:15.159" v="2001" actId="114"/>
          <ac:spMkLst>
            <pc:docMk/>
            <pc:sldMk cId="3172108513" sldId="272"/>
            <ac:spMk id="22" creationId="{7190A4C7-7216-3A07-399F-615309AB64DA}"/>
          </ac:spMkLst>
        </pc:spChg>
        <pc:spChg chg="add mod">
          <ac:chgData name="Georges MATHIO" userId="1057b68d-d9cf-4cd5-bc4c-3fe68ec33e97" providerId="ADAL" clId="{DC58AAC2-FC36-4E20-BE8D-D91E2DA2F2D1}" dt="2023-12-05T12:16:42.085" v="2016" actId="403"/>
          <ac:spMkLst>
            <pc:docMk/>
            <pc:sldMk cId="3172108513" sldId="272"/>
            <ac:spMk id="23" creationId="{4FD01E40-88BB-9A88-F32A-91F71DDCE970}"/>
          </ac:spMkLst>
        </pc:spChg>
        <pc:spChg chg="add mod">
          <ac:chgData name="Georges MATHIO" userId="1057b68d-d9cf-4cd5-bc4c-3fe68ec33e97" providerId="ADAL" clId="{DC58AAC2-FC36-4E20-BE8D-D91E2DA2F2D1}" dt="2023-12-05T12:17:33.335" v="2040" actId="20577"/>
          <ac:spMkLst>
            <pc:docMk/>
            <pc:sldMk cId="3172108513" sldId="272"/>
            <ac:spMk id="27" creationId="{153D6E70-5AC6-1281-0496-6CD5A1848040}"/>
          </ac:spMkLst>
        </pc:spChg>
        <pc:spChg chg="add mod">
          <ac:chgData name="Georges MATHIO" userId="1057b68d-d9cf-4cd5-bc4c-3fe68ec33e97" providerId="ADAL" clId="{DC58AAC2-FC36-4E20-BE8D-D91E2DA2F2D1}" dt="2023-12-05T12:17:52.092" v="2047" actId="1076"/>
          <ac:spMkLst>
            <pc:docMk/>
            <pc:sldMk cId="3172108513" sldId="272"/>
            <ac:spMk id="31" creationId="{79640029-7EE7-8364-A16F-716E87836A14}"/>
          </ac:spMkLst>
        </pc:spChg>
        <pc:grpChg chg="add mod">
          <ac:chgData name="Georges MATHIO" userId="1057b68d-d9cf-4cd5-bc4c-3fe68ec33e97" providerId="ADAL" clId="{DC58AAC2-FC36-4E20-BE8D-D91E2DA2F2D1}" dt="2023-12-05T12:15:08.639" v="1993" actId="1076"/>
          <ac:grpSpMkLst>
            <pc:docMk/>
            <pc:sldMk cId="3172108513" sldId="272"/>
            <ac:grpSpMk id="16" creationId="{A7157EDD-FBD6-E771-4E5B-D31D24E585F2}"/>
          </ac:grpSpMkLst>
        </pc:grpChg>
        <pc:picChg chg="add mod">
          <ac:chgData name="Georges MATHIO" userId="1057b68d-d9cf-4cd5-bc4c-3fe68ec33e97" providerId="ADAL" clId="{DC58AAC2-FC36-4E20-BE8D-D91E2DA2F2D1}" dt="2023-12-05T12:13:59.122" v="1940" actId="1076"/>
          <ac:picMkLst>
            <pc:docMk/>
            <pc:sldMk cId="3172108513" sldId="272"/>
            <ac:picMk id="5" creationId="{E395DAA3-5EF4-10CE-3C43-FD7A0A1CFE63}"/>
          </ac:picMkLst>
        </pc:picChg>
        <pc:picChg chg="add mod">
          <ac:chgData name="Georges MATHIO" userId="1057b68d-d9cf-4cd5-bc4c-3fe68ec33e97" providerId="ADAL" clId="{DC58AAC2-FC36-4E20-BE8D-D91E2DA2F2D1}" dt="2023-12-05T12:13:59.122" v="1940" actId="1076"/>
          <ac:picMkLst>
            <pc:docMk/>
            <pc:sldMk cId="3172108513" sldId="272"/>
            <ac:picMk id="7" creationId="{7764D8CA-E3DA-5D45-C94F-2B2D2ADA1E89}"/>
          </ac:picMkLst>
        </pc:picChg>
        <pc:picChg chg="add mod">
          <ac:chgData name="Georges MATHIO" userId="1057b68d-d9cf-4cd5-bc4c-3fe68ec33e97" providerId="ADAL" clId="{DC58AAC2-FC36-4E20-BE8D-D91E2DA2F2D1}" dt="2023-12-05T12:13:51.831" v="1938" actId="164"/>
          <ac:picMkLst>
            <pc:docMk/>
            <pc:sldMk cId="3172108513" sldId="272"/>
            <ac:picMk id="11" creationId="{7C0D8130-C411-1B6C-D8B5-D57A76C2E14B}"/>
          </ac:picMkLst>
        </pc:picChg>
        <pc:picChg chg="add mod">
          <ac:chgData name="Georges MATHIO" userId="1057b68d-d9cf-4cd5-bc4c-3fe68ec33e97" providerId="ADAL" clId="{DC58AAC2-FC36-4E20-BE8D-D91E2DA2F2D1}" dt="2023-12-05T12:13:51.831" v="1938" actId="164"/>
          <ac:picMkLst>
            <pc:docMk/>
            <pc:sldMk cId="3172108513" sldId="272"/>
            <ac:picMk id="12" creationId="{5E4C5031-05F0-C280-91CB-8C7D1133D62A}"/>
          </ac:picMkLst>
        </pc:picChg>
        <pc:picChg chg="add del mod">
          <ac:chgData name="Georges MATHIO" userId="1057b68d-d9cf-4cd5-bc4c-3fe68ec33e97" providerId="ADAL" clId="{DC58AAC2-FC36-4E20-BE8D-D91E2DA2F2D1}" dt="2023-12-05T12:10:53.061" v="1879" actId="478"/>
          <ac:picMkLst>
            <pc:docMk/>
            <pc:sldMk cId="3172108513" sldId="272"/>
            <ac:picMk id="9218" creationId="{E36FDF87-C662-C035-19F6-61DA373A0A8A}"/>
          </ac:picMkLst>
        </pc:picChg>
        <pc:picChg chg="add mod">
          <ac:chgData name="Georges MATHIO" userId="1057b68d-d9cf-4cd5-bc4c-3fe68ec33e97" providerId="ADAL" clId="{DC58AAC2-FC36-4E20-BE8D-D91E2DA2F2D1}" dt="2023-12-05T12:16:37.825" v="2014" actId="1076"/>
          <ac:picMkLst>
            <pc:docMk/>
            <pc:sldMk cId="3172108513" sldId="272"/>
            <ac:picMk id="9220" creationId="{CC9C502B-7E09-82E5-00A0-AEE0F9DD659F}"/>
          </ac:picMkLst>
        </pc:picChg>
        <pc:cxnChg chg="add mod">
          <ac:chgData name="Georges MATHIO" userId="1057b68d-d9cf-4cd5-bc4c-3fe68ec33e97" providerId="ADAL" clId="{DC58AAC2-FC36-4E20-BE8D-D91E2DA2F2D1}" dt="2023-12-05T12:15:08.639" v="1993" actId="1076"/>
          <ac:cxnSpMkLst>
            <pc:docMk/>
            <pc:sldMk cId="3172108513" sldId="272"/>
            <ac:cxnSpMk id="15" creationId="{95150FBF-4CE1-81E1-8FE2-C2EC09E71098}"/>
          </ac:cxnSpMkLst>
        </pc:cxnChg>
        <pc:cxnChg chg="add mod">
          <ac:chgData name="Georges MATHIO" userId="1057b68d-d9cf-4cd5-bc4c-3fe68ec33e97" providerId="ADAL" clId="{DC58AAC2-FC36-4E20-BE8D-D91E2DA2F2D1}" dt="2023-12-05T12:16:52.141" v="2019" actId="14100"/>
          <ac:cxnSpMkLst>
            <pc:docMk/>
            <pc:sldMk cId="3172108513" sldId="272"/>
            <ac:cxnSpMk id="24" creationId="{B8D2D4F9-0F95-1859-7261-FD5D17BBBDBC}"/>
          </ac:cxnSpMkLst>
        </pc:cxnChg>
        <pc:cxnChg chg="add mod">
          <ac:chgData name="Georges MATHIO" userId="1057b68d-d9cf-4cd5-bc4c-3fe68ec33e97" providerId="ADAL" clId="{DC58AAC2-FC36-4E20-BE8D-D91E2DA2F2D1}" dt="2023-12-05T12:17:23.295" v="2032" actId="14100"/>
          <ac:cxnSpMkLst>
            <pc:docMk/>
            <pc:sldMk cId="3172108513" sldId="272"/>
            <ac:cxnSpMk id="28" creationId="{45608AB4-20AC-635B-89EE-FAB08EBBF7F4}"/>
          </ac:cxnSpMkLst>
        </pc:cxnChg>
      </pc:sldChg>
      <pc:sldChg chg="add modAnim">
        <pc:chgData name="Georges MATHIO" userId="1057b68d-d9cf-4cd5-bc4c-3fe68ec33e97" providerId="ADAL" clId="{DC58AAC2-FC36-4E20-BE8D-D91E2DA2F2D1}" dt="2023-12-05T12:38:07.265" v="2051"/>
        <pc:sldMkLst>
          <pc:docMk/>
          <pc:sldMk cId="1813049403" sldId="273"/>
        </pc:sldMkLst>
      </pc:sldChg>
      <pc:sldChg chg="addSp delSp modSp add mod modAnim">
        <pc:chgData name="Georges MATHIO" userId="1057b68d-d9cf-4cd5-bc4c-3fe68ec33e97" providerId="ADAL" clId="{DC58AAC2-FC36-4E20-BE8D-D91E2DA2F2D1}" dt="2023-12-05T13:10:49.234" v="2758" actId="14100"/>
        <pc:sldMkLst>
          <pc:docMk/>
          <pc:sldMk cId="1950100562" sldId="274"/>
        </pc:sldMkLst>
        <pc:spChg chg="mod">
          <ac:chgData name="Georges MATHIO" userId="1057b68d-d9cf-4cd5-bc4c-3fe68ec33e97" providerId="ADAL" clId="{DC58AAC2-FC36-4E20-BE8D-D91E2DA2F2D1}" dt="2023-12-05T12:38:55.715" v="2072" actId="20577"/>
          <ac:spMkLst>
            <pc:docMk/>
            <pc:sldMk cId="1950100562" sldId="274"/>
            <ac:spMk id="2" creationId="{8AE1D70E-C040-1542-B36E-7DDF82084F61}"/>
          </ac:spMkLst>
        </pc:spChg>
        <pc:spChg chg="mod">
          <ac:chgData name="Georges MATHIO" userId="1057b68d-d9cf-4cd5-bc4c-3fe68ec33e97" providerId="ADAL" clId="{DC58AAC2-FC36-4E20-BE8D-D91E2DA2F2D1}" dt="2023-12-05T12:58:59.208" v="2550" actId="1076"/>
          <ac:spMkLst>
            <pc:docMk/>
            <pc:sldMk cId="1950100562" sldId="274"/>
            <ac:spMk id="3" creationId="{709CB6D3-8489-0751-C9EA-BB25D10979C7}"/>
          </ac:spMkLst>
        </pc:spChg>
        <pc:spChg chg="mod">
          <ac:chgData name="Georges MATHIO" userId="1057b68d-d9cf-4cd5-bc4c-3fe68ec33e97" providerId="ADAL" clId="{DC58AAC2-FC36-4E20-BE8D-D91E2DA2F2D1}" dt="2023-12-05T13:10:49.234" v="2758" actId="14100"/>
          <ac:spMkLst>
            <pc:docMk/>
            <pc:sldMk cId="1950100562" sldId="274"/>
            <ac:spMk id="8" creationId="{F56E657E-1D81-72B6-DCD9-C57C29FDAFF2}"/>
          </ac:spMkLst>
        </pc:spChg>
        <pc:spChg chg="del topLvl">
          <ac:chgData name="Georges MATHIO" userId="1057b68d-d9cf-4cd5-bc4c-3fe68ec33e97" providerId="ADAL" clId="{DC58AAC2-FC36-4E20-BE8D-D91E2DA2F2D1}" dt="2023-12-05T12:39:58.256" v="2126" actId="478"/>
          <ac:spMkLst>
            <pc:docMk/>
            <pc:sldMk cId="1950100562" sldId="274"/>
            <ac:spMk id="10" creationId="{59AD9A66-3B68-68A3-7E18-A38D6C3906EB}"/>
          </ac:spMkLst>
        </pc:spChg>
        <pc:spChg chg="mod">
          <ac:chgData name="Georges MATHIO" userId="1057b68d-d9cf-4cd5-bc4c-3fe68ec33e97" providerId="ADAL" clId="{DC58AAC2-FC36-4E20-BE8D-D91E2DA2F2D1}" dt="2023-12-05T12:39:05.830" v="2094" actId="14100"/>
          <ac:spMkLst>
            <pc:docMk/>
            <pc:sldMk cId="1950100562" sldId="274"/>
            <ac:spMk id="14" creationId="{7E30C4D4-D051-74FE-764D-C642BFBB0D1E}"/>
          </ac:spMkLst>
        </pc:spChg>
        <pc:spChg chg="del">
          <ac:chgData name="Georges MATHIO" userId="1057b68d-d9cf-4cd5-bc4c-3fe68ec33e97" providerId="ADAL" clId="{DC58AAC2-FC36-4E20-BE8D-D91E2DA2F2D1}" dt="2023-12-05T12:40:05.549" v="2128" actId="478"/>
          <ac:spMkLst>
            <pc:docMk/>
            <pc:sldMk cId="1950100562" sldId="274"/>
            <ac:spMk id="18" creationId="{38888C7B-6682-4950-5A23-BD7BA2A3FC8D}"/>
          </ac:spMkLst>
        </pc:spChg>
        <pc:spChg chg="mod">
          <ac:chgData name="Georges MATHIO" userId="1057b68d-d9cf-4cd5-bc4c-3fe68ec33e97" providerId="ADAL" clId="{DC58AAC2-FC36-4E20-BE8D-D91E2DA2F2D1}" dt="2023-12-05T13:00:55.272" v="2588" actId="1076"/>
          <ac:spMkLst>
            <pc:docMk/>
            <pc:sldMk cId="1950100562" sldId="274"/>
            <ac:spMk id="19" creationId="{4E8D42A1-1630-F53A-6F7E-FDEF790AB1EE}"/>
          </ac:spMkLst>
        </pc:spChg>
        <pc:spChg chg="mod">
          <ac:chgData name="Georges MATHIO" userId="1057b68d-d9cf-4cd5-bc4c-3fe68ec33e97" providerId="ADAL" clId="{DC58AAC2-FC36-4E20-BE8D-D91E2DA2F2D1}" dt="2023-12-05T13:01:00.531" v="2609" actId="1038"/>
          <ac:spMkLst>
            <pc:docMk/>
            <pc:sldMk cId="1950100562" sldId="274"/>
            <ac:spMk id="20" creationId="{8EF923DE-0597-35E1-A7FF-3136ABC7F3D2}"/>
          </ac:spMkLst>
        </pc:spChg>
        <pc:spChg chg="mod">
          <ac:chgData name="Georges MATHIO" userId="1057b68d-d9cf-4cd5-bc4c-3fe68ec33e97" providerId="ADAL" clId="{DC58AAC2-FC36-4E20-BE8D-D91E2DA2F2D1}" dt="2023-12-05T12:58:28.989" v="2544" actId="1076"/>
          <ac:spMkLst>
            <pc:docMk/>
            <pc:sldMk cId="1950100562" sldId="274"/>
            <ac:spMk id="21" creationId="{64DA916D-2A6D-6180-A11A-E82BF377F156}"/>
          </ac:spMkLst>
        </pc:spChg>
        <pc:spChg chg="del">
          <ac:chgData name="Georges MATHIO" userId="1057b68d-d9cf-4cd5-bc4c-3fe68ec33e97" providerId="ADAL" clId="{DC58AAC2-FC36-4E20-BE8D-D91E2DA2F2D1}" dt="2023-12-05T12:40:04.462" v="2127" actId="478"/>
          <ac:spMkLst>
            <pc:docMk/>
            <pc:sldMk cId="1950100562" sldId="274"/>
            <ac:spMk id="22" creationId="{7190A4C7-7216-3A07-399F-615309AB64DA}"/>
          </ac:spMkLst>
        </pc:spChg>
        <pc:spChg chg="del">
          <ac:chgData name="Georges MATHIO" userId="1057b68d-d9cf-4cd5-bc4c-3fe68ec33e97" providerId="ADAL" clId="{DC58AAC2-FC36-4E20-BE8D-D91E2DA2F2D1}" dt="2023-12-05T12:41:59.524" v="2211" actId="478"/>
          <ac:spMkLst>
            <pc:docMk/>
            <pc:sldMk cId="1950100562" sldId="274"/>
            <ac:spMk id="23" creationId="{4FD01E40-88BB-9A88-F32A-91F71DDCE970}"/>
          </ac:spMkLst>
        </pc:spChg>
        <pc:spChg chg="del">
          <ac:chgData name="Georges MATHIO" userId="1057b68d-d9cf-4cd5-bc4c-3fe68ec33e97" providerId="ADAL" clId="{DC58AAC2-FC36-4E20-BE8D-D91E2DA2F2D1}" dt="2023-12-05T12:40:09.944" v="2131" actId="478"/>
          <ac:spMkLst>
            <pc:docMk/>
            <pc:sldMk cId="1950100562" sldId="274"/>
            <ac:spMk id="27" creationId="{153D6E70-5AC6-1281-0496-6CD5A1848040}"/>
          </ac:spMkLst>
        </pc:spChg>
        <pc:spChg chg="del">
          <ac:chgData name="Georges MATHIO" userId="1057b68d-d9cf-4cd5-bc4c-3fe68ec33e97" providerId="ADAL" clId="{DC58AAC2-FC36-4E20-BE8D-D91E2DA2F2D1}" dt="2023-12-05T12:40:08.393" v="2130" actId="478"/>
          <ac:spMkLst>
            <pc:docMk/>
            <pc:sldMk cId="1950100562" sldId="274"/>
            <ac:spMk id="31" creationId="{79640029-7EE7-8364-A16F-716E87836A14}"/>
          </ac:spMkLst>
        </pc:spChg>
        <pc:spChg chg="add mod">
          <ac:chgData name="Georges MATHIO" userId="1057b68d-d9cf-4cd5-bc4c-3fe68ec33e97" providerId="ADAL" clId="{DC58AAC2-FC36-4E20-BE8D-D91E2DA2F2D1}" dt="2023-12-05T12:55:59.095" v="2504" actId="1076"/>
          <ac:spMkLst>
            <pc:docMk/>
            <pc:sldMk cId="1950100562" sldId="274"/>
            <ac:spMk id="33" creationId="{B4978858-DEAF-45A1-9A9E-C58CBC87E361}"/>
          </ac:spMkLst>
        </pc:spChg>
        <pc:spChg chg="add mod">
          <ac:chgData name="Georges MATHIO" userId="1057b68d-d9cf-4cd5-bc4c-3fe68ec33e97" providerId="ADAL" clId="{DC58AAC2-FC36-4E20-BE8D-D91E2DA2F2D1}" dt="2023-12-05T12:57:32.235" v="2510" actId="1076"/>
          <ac:spMkLst>
            <pc:docMk/>
            <pc:sldMk cId="1950100562" sldId="274"/>
            <ac:spMk id="38" creationId="{9584FBFF-51BB-F986-ECCE-CD44D43C7C61}"/>
          </ac:spMkLst>
        </pc:spChg>
        <pc:spChg chg="add mod">
          <ac:chgData name="Georges MATHIO" userId="1057b68d-d9cf-4cd5-bc4c-3fe68ec33e97" providerId="ADAL" clId="{DC58AAC2-FC36-4E20-BE8D-D91E2DA2F2D1}" dt="2023-12-05T12:54:13.768" v="2457" actId="1035"/>
          <ac:spMkLst>
            <pc:docMk/>
            <pc:sldMk cId="1950100562" sldId="274"/>
            <ac:spMk id="40" creationId="{AEEDBB95-C225-6F95-802D-34DBCC96C6A8}"/>
          </ac:spMkLst>
        </pc:spChg>
        <pc:spChg chg="add mod">
          <ac:chgData name="Georges MATHIO" userId="1057b68d-d9cf-4cd5-bc4c-3fe68ec33e97" providerId="ADAL" clId="{DC58AAC2-FC36-4E20-BE8D-D91E2DA2F2D1}" dt="2023-12-05T12:54:13.768" v="2457" actId="1035"/>
          <ac:spMkLst>
            <pc:docMk/>
            <pc:sldMk cId="1950100562" sldId="274"/>
            <ac:spMk id="41" creationId="{816F87B6-42FE-C758-3708-37798E3497B1}"/>
          </ac:spMkLst>
        </pc:spChg>
        <pc:spChg chg="add mod">
          <ac:chgData name="Georges MATHIO" userId="1057b68d-d9cf-4cd5-bc4c-3fe68ec33e97" providerId="ADAL" clId="{DC58AAC2-FC36-4E20-BE8D-D91E2DA2F2D1}" dt="2023-12-05T12:57:51.489" v="2536" actId="1076"/>
          <ac:spMkLst>
            <pc:docMk/>
            <pc:sldMk cId="1950100562" sldId="274"/>
            <ac:spMk id="45" creationId="{265DC5EE-A632-ADB2-BD46-B93C9796D1C8}"/>
          </ac:spMkLst>
        </pc:spChg>
        <pc:spChg chg="mod ord topLvl">
          <ac:chgData name="Georges MATHIO" userId="1057b68d-d9cf-4cd5-bc4c-3fe68ec33e97" providerId="ADAL" clId="{DC58AAC2-FC36-4E20-BE8D-D91E2DA2F2D1}" dt="2023-12-05T13:10:42.131" v="2757" actId="14100"/>
          <ac:spMkLst>
            <pc:docMk/>
            <pc:sldMk cId="1950100562" sldId="274"/>
            <ac:spMk id="47" creationId="{DC089D85-D9F7-9F18-A67C-6BF95F3BE6DF}"/>
          </ac:spMkLst>
        </pc:spChg>
        <pc:spChg chg="del mod topLvl">
          <ac:chgData name="Georges MATHIO" userId="1057b68d-d9cf-4cd5-bc4c-3fe68ec33e97" providerId="ADAL" clId="{DC58AAC2-FC36-4E20-BE8D-D91E2DA2F2D1}" dt="2023-12-05T12:54:41.154" v="2464" actId="478"/>
          <ac:spMkLst>
            <pc:docMk/>
            <pc:sldMk cId="1950100562" sldId="274"/>
            <ac:spMk id="50" creationId="{7425564A-0F70-D3E9-B86E-AB7424F37631}"/>
          </ac:spMkLst>
        </pc:spChg>
        <pc:spChg chg="del mod">
          <ac:chgData name="Georges MATHIO" userId="1057b68d-d9cf-4cd5-bc4c-3fe68ec33e97" providerId="ADAL" clId="{DC58AAC2-FC36-4E20-BE8D-D91E2DA2F2D1}" dt="2023-12-05T12:54:33.889" v="2462" actId="478"/>
          <ac:spMkLst>
            <pc:docMk/>
            <pc:sldMk cId="1950100562" sldId="274"/>
            <ac:spMk id="51" creationId="{A53AD42A-8512-A57A-962C-610719FAEE42}"/>
          </ac:spMkLst>
        </pc:spChg>
        <pc:grpChg chg="add mod">
          <ac:chgData name="Georges MATHIO" userId="1057b68d-d9cf-4cd5-bc4c-3fe68ec33e97" providerId="ADAL" clId="{DC58AAC2-FC36-4E20-BE8D-D91E2DA2F2D1}" dt="2023-12-05T12:55:28.113" v="2479" actId="1076"/>
          <ac:grpSpMkLst>
            <pc:docMk/>
            <pc:sldMk cId="1950100562" sldId="274"/>
            <ac:grpSpMk id="6" creationId="{0AF53CFE-74CE-638E-D343-BA62B9930BB4}"/>
          </ac:grpSpMkLst>
        </pc:grpChg>
        <pc:grpChg chg="del">
          <ac:chgData name="Georges MATHIO" userId="1057b68d-d9cf-4cd5-bc4c-3fe68ec33e97" providerId="ADAL" clId="{DC58AAC2-FC36-4E20-BE8D-D91E2DA2F2D1}" dt="2023-12-05T12:39:48.274" v="2123" actId="21"/>
          <ac:grpSpMkLst>
            <pc:docMk/>
            <pc:sldMk cId="1950100562" sldId="274"/>
            <ac:grpSpMk id="16" creationId="{A7157EDD-FBD6-E771-4E5B-D31D24E585F2}"/>
          </ac:grpSpMkLst>
        </pc:grpChg>
        <pc:grpChg chg="add del mod">
          <ac:chgData name="Georges MATHIO" userId="1057b68d-d9cf-4cd5-bc4c-3fe68ec33e97" providerId="ADAL" clId="{DC58AAC2-FC36-4E20-BE8D-D91E2DA2F2D1}" dt="2023-12-05T12:54:41.154" v="2464" actId="478"/>
          <ac:grpSpMkLst>
            <pc:docMk/>
            <pc:sldMk cId="1950100562" sldId="274"/>
            <ac:grpSpMk id="46" creationId="{7ADED5C4-13D4-2A8F-F94C-62D1218FD292}"/>
          </ac:grpSpMkLst>
        </pc:grpChg>
        <pc:grpChg chg="add mod">
          <ac:chgData name="Georges MATHIO" userId="1057b68d-d9cf-4cd5-bc4c-3fe68ec33e97" providerId="ADAL" clId="{DC58AAC2-FC36-4E20-BE8D-D91E2DA2F2D1}" dt="2023-12-05T12:58:32.200" v="2545" actId="1076"/>
          <ac:grpSpMkLst>
            <pc:docMk/>
            <pc:sldMk cId="1950100562" sldId="274"/>
            <ac:grpSpMk id="60" creationId="{8A865762-3FE5-DE4D-0065-1774D525FE54}"/>
          </ac:grpSpMkLst>
        </pc:grpChg>
        <pc:picChg chg="add mod">
          <ac:chgData name="Georges MATHIO" userId="1057b68d-d9cf-4cd5-bc4c-3fe68ec33e97" providerId="ADAL" clId="{DC58AAC2-FC36-4E20-BE8D-D91E2DA2F2D1}" dt="2023-12-05T12:58:15.551" v="2538" actId="164"/>
          <ac:picMkLst>
            <pc:docMk/>
            <pc:sldMk cId="1950100562" sldId="274"/>
            <ac:picMk id="4" creationId="{EA84228D-83CE-74AD-5067-31A95793284D}"/>
          </ac:picMkLst>
        </pc:picChg>
        <pc:picChg chg="mod">
          <ac:chgData name="Georges MATHIO" userId="1057b68d-d9cf-4cd5-bc4c-3fe68ec33e97" providerId="ADAL" clId="{DC58AAC2-FC36-4E20-BE8D-D91E2DA2F2D1}" dt="2023-12-05T13:01:00.531" v="2609" actId="1038"/>
          <ac:picMkLst>
            <pc:docMk/>
            <pc:sldMk cId="1950100562" sldId="274"/>
            <ac:picMk id="5" creationId="{E395DAA3-5EF4-10CE-3C43-FD7A0A1CFE63}"/>
          </ac:picMkLst>
        </pc:picChg>
        <pc:picChg chg="mod">
          <ac:chgData name="Georges MATHIO" userId="1057b68d-d9cf-4cd5-bc4c-3fe68ec33e97" providerId="ADAL" clId="{DC58AAC2-FC36-4E20-BE8D-D91E2DA2F2D1}" dt="2023-12-05T13:00:37.707" v="2582" actId="1076"/>
          <ac:picMkLst>
            <pc:docMk/>
            <pc:sldMk cId="1950100562" sldId="274"/>
            <ac:picMk id="7" creationId="{7764D8CA-E3DA-5D45-C94F-2B2D2ADA1E89}"/>
          </ac:picMkLst>
        </pc:picChg>
        <pc:picChg chg="add mod">
          <ac:chgData name="Georges MATHIO" userId="1057b68d-d9cf-4cd5-bc4c-3fe68ec33e97" providerId="ADAL" clId="{DC58AAC2-FC36-4E20-BE8D-D91E2DA2F2D1}" dt="2023-12-05T12:58:15.551" v="2538" actId="164"/>
          <ac:picMkLst>
            <pc:docMk/>
            <pc:sldMk cId="1950100562" sldId="274"/>
            <ac:picMk id="9" creationId="{9D1394A2-B4C1-0C6D-F89A-C9A8DADD3E6B}"/>
          </ac:picMkLst>
        </pc:picChg>
        <pc:picChg chg="del">
          <ac:chgData name="Georges MATHIO" userId="1057b68d-d9cf-4cd5-bc4c-3fe68ec33e97" providerId="ADAL" clId="{DC58AAC2-FC36-4E20-BE8D-D91E2DA2F2D1}" dt="2023-12-05T12:39:14.051" v="2095" actId="478"/>
          <ac:picMkLst>
            <pc:docMk/>
            <pc:sldMk cId="1950100562" sldId="274"/>
            <ac:picMk id="11" creationId="{7C0D8130-C411-1B6C-D8B5-D57A76C2E14B}"/>
          </ac:picMkLst>
        </pc:picChg>
        <pc:picChg chg="del topLvl">
          <ac:chgData name="Georges MATHIO" userId="1057b68d-d9cf-4cd5-bc4c-3fe68ec33e97" providerId="ADAL" clId="{DC58AAC2-FC36-4E20-BE8D-D91E2DA2F2D1}" dt="2023-12-05T12:39:48.274" v="2123" actId="21"/>
          <ac:picMkLst>
            <pc:docMk/>
            <pc:sldMk cId="1950100562" sldId="274"/>
            <ac:picMk id="12" creationId="{5E4C5031-05F0-C280-91CB-8C7D1133D62A}"/>
          </ac:picMkLst>
        </pc:picChg>
        <pc:picChg chg="add mod">
          <ac:chgData name="Georges MATHIO" userId="1057b68d-d9cf-4cd5-bc4c-3fe68ec33e97" providerId="ADAL" clId="{DC58AAC2-FC36-4E20-BE8D-D91E2DA2F2D1}" dt="2023-12-05T12:58:15.551" v="2538" actId="164"/>
          <ac:picMkLst>
            <pc:docMk/>
            <pc:sldMk cId="1950100562" sldId="274"/>
            <ac:picMk id="13" creationId="{40BB5860-D2AE-844C-A647-60CE86C6032A}"/>
          </ac:picMkLst>
        </pc:picChg>
        <pc:picChg chg="add del mod">
          <ac:chgData name="Georges MATHIO" userId="1057b68d-d9cf-4cd5-bc4c-3fe68ec33e97" providerId="ADAL" clId="{DC58AAC2-FC36-4E20-BE8D-D91E2DA2F2D1}" dt="2023-12-05T12:48:39.744" v="2318" actId="478"/>
          <ac:picMkLst>
            <pc:docMk/>
            <pc:sldMk cId="1950100562" sldId="274"/>
            <ac:picMk id="30" creationId="{EAE728E8-82B6-5C61-B40E-F751172E855C}"/>
          </ac:picMkLst>
        </pc:picChg>
        <pc:picChg chg="add del mod">
          <ac:chgData name="Georges MATHIO" userId="1057b68d-d9cf-4cd5-bc4c-3fe68ec33e97" providerId="ADAL" clId="{DC58AAC2-FC36-4E20-BE8D-D91E2DA2F2D1}" dt="2023-12-05T12:44:20.821" v="2238" actId="478"/>
          <ac:picMkLst>
            <pc:docMk/>
            <pc:sldMk cId="1950100562" sldId="274"/>
            <ac:picMk id="32" creationId="{B5D7D9D6-9783-8D27-B11C-207231F1104B}"/>
          </ac:picMkLst>
        </pc:picChg>
        <pc:picChg chg="add mod">
          <ac:chgData name="Georges MATHIO" userId="1057b68d-d9cf-4cd5-bc4c-3fe68ec33e97" providerId="ADAL" clId="{DC58AAC2-FC36-4E20-BE8D-D91E2DA2F2D1}" dt="2023-12-05T12:54:13.768" v="2457" actId="1035"/>
          <ac:picMkLst>
            <pc:docMk/>
            <pc:sldMk cId="1950100562" sldId="274"/>
            <ac:picMk id="39" creationId="{446637E9-FDE6-5344-876C-AF51F77B0EC8}"/>
          </ac:picMkLst>
        </pc:picChg>
        <pc:picChg chg="del mod">
          <ac:chgData name="Georges MATHIO" userId="1057b68d-d9cf-4cd5-bc4c-3fe68ec33e97" providerId="ADAL" clId="{DC58AAC2-FC36-4E20-BE8D-D91E2DA2F2D1}" dt="2023-12-05T12:54:28.184" v="2460" actId="478"/>
          <ac:picMkLst>
            <pc:docMk/>
            <pc:sldMk cId="1950100562" sldId="274"/>
            <ac:picMk id="48" creationId="{2AB6AD43-2564-91F1-45E2-2DF97139D113}"/>
          </ac:picMkLst>
        </pc:picChg>
        <pc:picChg chg="del mod">
          <ac:chgData name="Georges MATHIO" userId="1057b68d-d9cf-4cd5-bc4c-3fe68ec33e97" providerId="ADAL" clId="{DC58AAC2-FC36-4E20-BE8D-D91E2DA2F2D1}" dt="2023-12-05T12:54:30.923" v="2461" actId="478"/>
          <ac:picMkLst>
            <pc:docMk/>
            <pc:sldMk cId="1950100562" sldId="274"/>
            <ac:picMk id="49" creationId="{275797D3-8494-18EF-C5AC-DD828FB67654}"/>
          </ac:picMkLst>
        </pc:picChg>
        <pc:picChg chg="mod">
          <ac:chgData name="Georges MATHIO" userId="1057b68d-d9cf-4cd5-bc4c-3fe68ec33e97" providerId="ADAL" clId="{DC58AAC2-FC36-4E20-BE8D-D91E2DA2F2D1}" dt="2023-12-05T12:57:56.423" v="2537" actId="1076"/>
          <ac:picMkLst>
            <pc:docMk/>
            <pc:sldMk cId="1950100562" sldId="274"/>
            <ac:picMk id="9220" creationId="{CC9C502B-7E09-82E5-00A0-AEE0F9DD659F}"/>
          </ac:picMkLst>
        </pc:picChg>
        <pc:picChg chg="add mod">
          <ac:chgData name="Georges MATHIO" userId="1057b68d-d9cf-4cd5-bc4c-3fe68ec33e97" providerId="ADAL" clId="{DC58AAC2-FC36-4E20-BE8D-D91E2DA2F2D1}" dt="2023-12-05T12:54:13.768" v="2457" actId="1035"/>
          <ac:picMkLst>
            <pc:docMk/>
            <pc:sldMk cId="1950100562" sldId="274"/>
            <ac:picMk id="11266" creationId="{5A1CAAE0-E25A-D57B-EB55-7167E78657E4}"/>
          </ac:picMkLst>
        </pc:picChg>
        <pc:cxnChg chg="del mod">
          <ac:chgData name="Georges MATHIO" userId="1057b68d-d9cf-4cd5-bc4c-3fe68ec33e97" providerId="ADAL" clId="{DC58AAC2-FC36-4E20-BE8D-D91E2DA2F2D1}" dt="2023-12-05T12:40:06.176" v="2129" actId="478"/>
          <ac:cxnSpMkLst>
            <pc:docMk/>
            <pc:sldMk cId="1950100562" sldId="274"/>
            <ac:cxnSpMk id="15" creationId="{95150FBF-4CE1-81E1-8FE2-C2EC09E71098}"/>
          </ac:cxnSpMkLst>
        </pc:cxnChg>
        <pc:cxnChg chg="add mod">
          <ac:chgData name="Georges MATHIO" userId="1057b68d-d9cf-4cd5-bc4c-3fe68ec33e97" providerId="ADAL" clId="{DC58AAC2-FC36-4E20-BE8D-D91E2DA2F2D1}" dt="2023-12-05T12:57:19.576" v="2507" actId="14100"/>
          <ac:cxnSpMkLst>
            <pc:docMk/>
            <pc:sldMk cId="1950100562" sldId="274"/>
            <ac:cxnSpMk id="17" creationId="{DF4C6B8E-46DC-395B-0131-0B9E3B0D863A}"/>
          </ac:cxnSpMkLst>
        </pc:cxnChg>
        <pc:cxnChg chg="del mod">
          <ac:chgData name="Georges MATHIO" userId="1057b68d-d9cf-4cd5-bc4c-3fe68ec33e97" providerId="ADAL" clId="{DC58AAC2-FC36-4E20-BE8D-D91E2DA2F2D1}" dt="2023-12-05T12:40:11.307" v="2132" actId="478"/>
          <ac:cxnSpMkLst>
            <pc:docMk/>
            <pc:sldMk cId="1950100562" sldId="274"/>
            <ac:cxnSpMk id="24" creationId="{B8D2D4F9-0F95-1859-7261-FD5D17BBBDBC}"/>
          </ac:cxnSpMkLst>
        </pc:cxnChg>
        <pc:cxnChg chg="del mod">
          <ac:chgData name="Georges MATHIO" userId="1057b68d-d9cf-4cd5-bc4c-3fe68ec33e97" providerId="ADAL" clId="{DC58AAC2-FC36-4E20-BE8D-D91E2DA2F2D1}" dt="2023-12-05T12:41:45.355" v="2207" actId="21"/>
          <ac:cxnSpMkLst>
            <pc:docMk/>
            <pc:sldMk cId="1950100562" sldId="274"/>
            <ac:cxnSpMk id="28" creationId="{45608AB4-20AC-635B-89EE-FAB08EBBF7F4}"/>
          </ac:cxnSpMkLst>
        </pc:cxnChg>
        <pc:cxnChg chg="add mod">
          <ac:chgData name="Georges MATHIO" userId="1057b68d-d9cf-4cd5-bc4c-3fe68ec33e97" providerId="ADAL" clId="{DC58AAC2-FC36-4E20-BE8D-D91E2DA2F2D1}" dt="2023-12-05T12:57:28.125" v="2509" actId="14100"/>
          <ac:cxnSpMkLst>
            <pc:docMk/>
            <pc:sldMk cId="1950100562" sldId="274"/>
            <ac:cxnSpMk id="34" creationId="{FD18285A-C5BB-B0B7-F4E4-3B9C3392EF6C}"/>
          </ac:cxnSpMkLst>
        </pc:cxnChg>
        <pc:cxnChg chg="add mod">
          <ac:chgData name="Georges MATHIO" userId="1057b68d-d9cf-4cd5-bc4c-3fe68ec33e97" providerId="ADAL" clId="{DC58AAC2-FC36-4E20-BE8D-D91E2DA2F2D1}" dt="2023-12-05T12:57:43.526" v="2533" actId="1036"/>
          <ac:cxnSpMkLst>
            <pc:docMk/>
            <pc:sldMk cId="1950100562" sldId="274"/>
            <ac:cxnSpMk id="42" creationId="{EFF54F0E-7AB9-8D5B-6CC4-7C8C94CD358C}"/>
          </ac:cxnSpMkLst>
        </pc:cxnChg>
      </pc:sldChg>
      <pc:sldChg chg="modSp add del mod">
        <pc:chgData name="Georges MATHIO" userId="1057b68d-d9cf-4cd5-bc4c-3fe68ec33e97" providerId="ADAL" clId="{DC58AAC2-FC36-4E20-BE8D-D91E2DA2F2D1}" dt="2023-12-05T13:01:06.794" v="2610" actId="47"/>
        <pc:sldMkLst>
          <pc:docMk/>
          <pc:sldMk cId="570941175" sldId="275"/>
        </pc:sldMkLst>
        <pc:spChg chg="mod">
          <ac:chgData name="Georges MATHIO" userId="1057b68d-d9cf-4cd5-bc4c-3fe68ec33e97" providerId="ADAL" clId="{DC58AAC2-FC36-4E20-BE8D-D91E2DA2F2D1}" dt="2023-12-05T12:59:54.554" v="2578" actId="20577"/>
          <ac:spMkLst>
            <pc:docMk/>
            <pc:sldMk cId="570941175" sldId="275"/>
            <ac:spMk id="14" creationId="{7E30C4D4-D051-74FE-764D-C642BFBB0D1E}"/>
          </ac:spMkLst>
        </pc:spChg>
      </pc:sldChg>
      <pc:sldChg chg="addSp delSp modSp add mod modAnim">
        <pc:chgData name="Georges MATHIO" userId="1057b68d-d9cf-4cd5-bc4c-3fe68ec33e97" providerId="ADAL" clId="{DC58AAC2-FC36-4E20-BE8D-D91E2DA2F2D1}" dt="2023-12-05T13:11:27.326" v="2762" actId="1582"/>
        <pc:sldMkLst>
          <pc:docMk/>
          <pc:sldMk cId="3449888130" sldId="275"/>
        </pc:sldMkLst>
        <pc:spChg chg="mod">
          <ac:chgData name="Georges MATHIO" userId="1057b68d-d9cf-4cd5-bc4c-3fe68ec33e97" providerId="ADAL" clId="{DC58AAC2-FC36-4E20-BE8D-D91E2DA2F2D1}" dt="2023-12-05T13:05:03.301" v="2672" actId="1076"/>
          <ac:spMkLst>
            <pc:docMk/>
            <pc:sldMk cId="3449888130" sldId="275"/>
            <ac:spMk id="3" creationId="{709CB6D3-8489-0751-C9EA-BB25D10979C7}"/>
          </ac:spMkLst>
        </pc:spChg>
        <pc:spChg chg="mod">
          <ac:chgData name="Georges MATHIO" userId="1057b68d-d9cf-4cd5-bc4c-3fe68ec33e97" providerId="ADAL" clId="{DC58AAC2-FC36-4E20-BE8D-D91E2DA2F2D1}" dt="2023-12-05T13:10:58.011" v="2759" actId="14100"/>
          <ac:spMkLst>
            <pc:docMk/>
            <pc:sldMk cId="3449888130" sldId="275"/>
            <ac:spMk id="8" creationId="{F56E657E-1D81-72B6-DCD9-C57C29FDAFF2}"/>
          </ac:spMkLst>
        </pc:spChg>
        <pc:spChg chg="add mod">
          <ac:chgData name="Georges MATHIO" userId="1057b68d-d9cf-4cd5-bc4c-3fe68ec33e97" providerId="ADAL" clId="{DC58AAC2-FC36-4E20-BE8D-D91E2DA2F2D1}" dt="2023-12-05T13:01:34.898" v="2630" actId="1076"/>
          <ac:spMkLst>
            <pc:docMk/>
            <pc:sldMk cId="3449888130" sldId="275"/>
            <ac:spMk id="10" creationId="{7FC2BD7F-7AE2-DE3E-13CB-0CE3A4D8894C}"/>
          </ac:spMkLst>
        </pc:spChg>
        <pc:spChg chg="mod">
          <ac:chgData name="Georges MATHIO" userId="1057b68d-d9cf-4cd5-bc4c-3fe68ec33e97" providerId="ADAL" clId="{DC58AAC2-FC36-4E20-BE8D-D91E2DA2F2D1}" dt="2023-12-05T13:05:28.190" v="2695" actId="20577"/>
          <ac:spMkLst>
            <pc:docMk/>
            <pc:sldMk cId="3449888130" sldId="275"/>
            <ac:spMk id="14" creationId="{7E30C4D4-D051-74FE-764D-C642BFBB0D1E}"/>
          </ac:spMkLst>
        </pc:spChg>
        <pc:spChg chg="mod">
          <ac:chgData name="Georges MATHIO" userId="1057b68d-d9cf-4cd5-bc4c-3fe68ec33e97" providerId="ADAL" clId="{DC58AAC2-FC36-4E20-BE8D-D91E2DA2F2D1}" dt="2023-12-05T13:01:48.458" v="2635" actId="1076"/>
          <ac:spMkLst>
            <pc:docMk/>
            <pc:sldMk cId="3449888130" sldId="275"/>
            <ac:spMk id="21" creationId="{64DA916D-2A6D-6180-A11A-E82BF377F156}"/>
          </ac:spMkLst>
        </pc:spChg>
        <pc:spChg chg="add mod">
          <ac:chgData name="Georges MATHIO" userId="1057b68d-d9cf-4cd5-bc4c-3fe68ec33e97" providerId="ADAL" clId="{DC58AAC2-FC36-4E20-BE8D-D91E2DA2F2D1}" dt="2023-12-05T13:11:12.041" v="2761" actId="113"/>
          <ac:spMkLst>
            <pc:docMk/>
            <pc:sldMk cId="3449888130" sldId="275"/>
            <ac:spMk id="23" creationId="{226501E9-AFAD-14AF-2CB1-04F6C6B5AAD4}"/>
          </ac:spMkLst>
        </pc:spChg>
        <pc:spChg chg="add mod">
          <ac:chgData name="Georges MATHIO" userId="1057b68d-d9cf-4cd5-bc4c-3fe68ec33e97" providerId="ADAL" clId="{DC58AAC2-FC36-4E20-BE8D-D91E2DA2F2D1}" dt="2023-12-05T13:04:31.654" v="2665" actId="20577"/>
          <ac:spMkLst>
            <pc:docMk/>
            <pc:sldMk cId="3449888130" sldId="275"/>
            <ac:spMk id="24" creationId="{25F3E95E-EFEE-8302-AA3F-3199ABEE0FB2}"/>
          </ac:spMkLst>
        </pc:spChg>
        <pc:spChg chg="add mod">
          <ac:chgData name="Georges MATHIO" userId="1057b68d-d9cf-4cd5-bc4c-3fe68ec33e97" providerId="ADAL" clId="{DC58AAC2-FC36-4E20-BE8D-D91E2DA2F2D1}" dt="2023-12-05T13:08:32.117" v="2744" actId="207"/>
          <ac:spMkLst>
            <pc:docMk/>
            <pc:sldMk cId="3449888130" sldId="275"/>
            <ac:spMk id="26" creationId="{C681D66F-E395-C635-A756-8B1C1C9DEBFB}"/>
          </ac:spMkLst>
        </pc:spChg>
        <pc:spChg chg="add mod">
          <ac:chgData name="Georges MATHIO" userId="1057b68d-d9cf-4cd5-bc4c-3fe68ec33e97" providerId="ADAL" clId="{DC58AAC2-FC36-4E20-BE8D-D91E2DA2F2D1}" dt="2023-12-05T13:08:16.326" v="2741" actId="14100"/>
          <ac:spMkLst>
            <pc:docMk/>
            <pc:sldMk cId="3449888130" sldId="275"/>
            <ac:spMk id="27" creationId="{27C13DAF-2AB2-708D-1C4B-ABBC330B9AD0}"/>
          </ac:spMkLst>
        </pc:spChg>
        <pc:spChg chg="add mod">
          <ac:chgData name="Georges MATHIO" userId="1057b68d-d9cf-4cd5-bc4c-3fe68ec33e97" providerId="ADAL" clId="{DC58AAC2-FC36-4E20-BE8D-D91E2DA2F2D1}" dt="2023-12-05T13:09:34.334" v="2755" actId="14100"/>
          <ac:spMkLst>
            <pc:docMk/>
            <pc:sldMk cId="3449888130" sldId="275"/>
            <ac:spMk id="28" creationId="{7EE94850-B11E-6171-2C39-C486121CF606}"/>
          </ac:spMkLst>
        </pc:spChg>
        <pc:spChg chg="mod">
          <ac:chgData name="Georges MATHIO" userId="1057b68d-d9cf-4cd5-bc4c-3fe68ec33e97" providerId="ADAL" clId="{DC58AAC2-FC36-4E20-BE8D-D91E2DA2F2D1}" dt="2023-12-05T13:02:16.926" v="2646" actId="1036"/>
          <ac:spMkLst>
            <pc:docMk/>
            <pc:sldMk cId="3449888130" sldId="275"/>
            <ac:spMk id="38" creationId="{9584FBFF-51BB-F986-ECCE-CD44D43C7C61}"/>
          </ac:spMkLst>
        </pc:spChg>
        <pc:spChg chg="mod">
          <ac:chgData name="Georges MATHIO" userId="1057b68d-d9cf-4cd5-bc4c-3fe68ec33e97" providerId="ADAL" clId="{DC58AAC2-FC36-4E20-BE8D-D91E2DA2F2D1}" dt="2023-12-05T13:07:05.196" v="2733" actId="1036"/>
          <ac:spMkLst>
            <pc:docMk/>
            <pc:sldMk cId="3449888130" sldId="275"/>
            <ac:spMk id="40" creationId="{AEEDBB95-C225-6F95-802D-34DBCC96C6A8}"/>
          </ac:spMkLst>
        </pc:spChg>
        <pc:spChg chg="mod">
          <ac:chgData name="Georges MATHIO" userId="1057b68d-d9cf-4cd5-bc4c-3fe68ec33e97" providerId="ADAL" clId="{DC58AAC2-FC36-4E20-BE8D-D91E2DA2F2D1}" dt="2023-12-05T13:04:46.061" v="2669" actId="20577"/>
          <ac:spMkLst>
            <pc:docMk/>
            <pc:sldMk cId="3449888130" sldId="275"/>
            <ac:spMk id="41" creationId="{816F87B6-42FE-C758-3708-37798E3497B1}"/>
          </ac:spMkLst>
        </pc:spChg>
        <pc:spChg chg="mod">
          <ac:chgData name="Georges MATHIO" userId="1057b68d-d9cf-4cd5-bc4c-3fe68ec33e97" providerId="ADAL" clId="{DC58AAC2-FC36-4E20-BE8D-D91E2DA2F2D1}" dt="2023-12-05T13:04:50.653" v="2671" actId="20577"/>
          <ac:spMkLst>
            <pc:docMk/>
            <pc:sldMk cId="3449888130" sldId="275"/>
            <ac:spMk id="45" creationId="{265DC5EE-A632-ADB2-BD46-B93C9796D1C8}"/>
          </ac:spMkLst>
        </pc:spChg>
        <pc:spChg chg="mod">
          <ac:chgData name="Georges MATHIO" userId="1057b68d-d9cf-4cd5-bc4c-3fe68ec33e97" providerId="ADAL" clId="{DC58AAC2-FC36-4E20-BE8D-D91E2DA2F2D1}" dt="2023-12-05T13:11:01.541" v="2760" actId="14100"/>
          <ac:spMkLst>
            <pc:docMk/>
            <pc:sldMk cId="3449888130" sldId="275"/>
            <ac:spMk id="47" creationId="{DC089D85-D9F7-9F18-A67C-6BF95F3BE6DF}"/>
          </ac:spMkLst>
        </pc:spChg>
        <pc:grpChg chg="mod">
          <ac:chgData name="Georges MATHIO" userId="1057b68d-d9cf-4cd5-bc4c-3fe68ec33e97" providerId="ADAL" clId="{DC58AAC2-FC36-4E20-BE8D-D91E2DA2F2D1}" dt="2023-12-05T13:06:17.146" v="2701" actId="1076"/>
          <ac:grpSpMkLst>
            <pc:docMk/>
            <pc:sldMk cId="3449888130" sldId="275"/>
            <ac:grpSpMk id="6" creationId="{0AF53CFE-74CE-638E-D343-BA62B9930BB4}"/>
          </ac:grpSpMkLst>
        </pc:grpChg>
        <pc:grpChg chg="add mod">
          <ac:chgData name="Georges MATHIO" userId="1057b68d-d9cf-4cd5-bc4c-3fe68ec33e97" providerId="ADAL" clId="{DC58AAC2-FC36-4E20-BE8D-D91E2DA2F2D1}" dt="2023-12-05T13:01:58.621" v="2637" actId="1076"/>
          <ac:grpSpMkLst>
            <pc:docMk/>
            <pc:sldMk cId="3449888130" sldId="275"/>
            <ac:grpSpMk id="11" creationId="{A5CD4664-1B18-A749-2973-F9B096B32C83}"/>
          </ac:grpSpMkLst>
        </pc:grpChg>
        <pc:picChg chg="mod">
          <ac:chgData name="Georges MATHIO" userId="1057b68d-d9cf-4cd5-bc4c-3fe68ec33e97" providerId="ADAL" clId="{DC58AAC2-FC36-4E20-BE8D-D91E2DA2F2D1}" dt="2023-12-05T13:01:22.247" v="2612"/>
          <ac:picMkLst>
            <pc:docMk/>
            <pc:sldMk cId="3449888130" sldId="275"/>
            <ac:picMk id="12" creationId="{E858AE4A-E8C4-4724-DD8E-05250BE619F7}"/>
          </ac:picMkLst>
        </pc:picChg>
        <pc:picChg chg="mod">
          <ac:chgData name="Georges MATHIO" userId="1057b68d-d9cf-4cd5-bc4c-3fe68ec33e97" providerId="ADAL" clId="{DC58AAC2-FC36-4E20-BE8D-D91E2DA2F2D1}" dt="2023-12-05T13:01:22.247" v="2612"/>
          <ac:picMkLst>
            <pc:docMk/>
            <pc:sldMk cId="3449888130" sldId="275"/>
            <ac:picMk id="15" creationId="{E8820CB6-D83A-60A1-3841-FA9C6C4067C8}"/>
          </ac:picMkLst>
        </pc:picChg>
        <pc:picChg chg="del mod">
          <ac:chgData name="Georges MATHIO" userId="1057b68d-d9cf-4cd5-bc4c-3fe68ec33e97" providerId="ADAL" clId="{DC58AAC2-FC36-4E20-BE8D-D91E2DA2F2D1}" dt="2023-12-05T13:01:54.113" v="2636" actId="478"/>
          <ac:picMkLst>
            <pc:docMk/>
            <pc:sldMk cId="3449888130" sldId="275"/>
            <ac:picMk id="16" creationId="{134A86B7-4E2D-6ADB-C2E8-D68E4717EF61}"/>
          </ac:picMkLst>
        </pc:picChg>
        <pc:picChg chg="add mod">
          <ac:chgData name="Georges MATHIO" userId="1057b68d-d9cf-4cd5-bc4c-3fe68ec33e97" providerId="ADAL" clId="{DC58AAC2-FC36-4E20-BE8D-D91E2DA2F2D1}" dt="2023-12-05T13:06:59.125" v="2718" actId="1076"/>
          <ac:picMkLst>
            <pc:docMk/>
            <pc:sldMk cId="3449888130" sldId="275"/>
            <ac:picMk id="25" creationId="{B839B6A8-058D-F2B9-588C-FD9B431B2850}"/>
          </ac:picMkLst>
        </pc:picChg>
        <pc:picChg chg="mod">
          <ac:chgData name="Georges MATHIO" userId="1057b68d-d9cf-4cd5-bc4c-3fe68ec33e97" providerId="ADAL" clId="{DC58AAC2-FC36-4E20-BE8D-D91E2DA2F2D1}" dt="2023-12-05T13:07:05.196" v="2733" actId="1036"/>
          <ac:picMkLst>
            <pc:docMk/>
            <pc:sldMk cId="3449888130" sldId="275"/>
            <ac:picMk id="39" creationId="{446637E9-FDE6-5344-876C-AF51F77B0EC8}"/>
          </ac:picMkLst>
        </pc:picChg>
        <pc:cxnChg chg="add mod">
          <ac:chgData name="Georges MATHIO" userId="1057b68d-d9cf-4cd5-bc4c-3fe68ec33e97" providerId="ADAL" clId="{DC58AAC2-FC36-4E20-BE8D-D91E2DA2F2D1}" dt="2023-12-05T13:11:27.326" v="2762" actId="1582"/>
          <ac:cxnSpMkLst>
            <pc:docMk/>
            <pc:sldMk cId="3449888130" sldId="275"/>
            <ac:cxnSpMk id="22" creationId="{757CDFA4-C6AB-4AE2-01A3-2363C9A8C35E}"/>
          </ac:cxnSpMkLst>
        </pc:cxnChg>
        <pc:cxnChg chg="mod">
          <ac:chgData name="Georges MATHIO" userId="1057b68d-d9cf-4cd5-bc4c-3fe68ec33e97" providerId="ADAL" clId="{DC58AAC2-FC36-4E20-BE8D-D91E2DA2F2D1}" dt="2023-12-05T13:02:06.791" v="2638" actId="14100"/>
          <ac:cxnSpMkLst>
            <pc:docMk/>
            <pc:sldMk cId="3449888130" sldId="275"/>
            <ac:cxnSpMk id="34" creationId="{FD18285A-C5BB-B0B7-F4E4-3B9C3392EF6C}"/>
          </ac:cxnSpMkLst>
        </pc:cxnChg>
      </pc:sldChg>
      <pc:sldChg chg="addSp delSp modSp add mod modClrScheme chgLayout">
        <pc:chgData name="Georges MATHIO" userId="1057b68d-d9cf-4cd5-bc4c-3fe68ec33e97" providerId="ADAL" clId="{DC58AAC2-FC36-4E20-BE8D-D91E2DA2F2D1}" dt="2023-12-05T13:33:05.840" v="3105" actId="14100"/>
        <pc:sldMkLst>
          <pc:docMk/>
          <pc:sldMk cId="2311720607" sldId="276"/>
        </pc:sldMkLst>
        <pc:spChg chg="mod ord">
          <ac:chgData name="Georges MATHIO" userId="1057b68d-d9cf-4cd5-bc4c-3fe68ec33e97" providerId="ADAL" clId="{DC58AAC2-FC36-4E20-BE8D-D91E2DA2F2D1}" dt="2023-12-05T13:30:59.668" v="3084" actId="700"/>
          <ac:spMkLst>
            <pc:docMk/>
            <pc:sldMk cId="2311720607" sldId="276"/>
            <ac:spMk id="2" creationId="{8AE1D70E-C040-1542-B36E-7DDF82084F61}"/>
          </ac:spMkLst>
        </pc:spChg>
        <pc:spChg chg="add del mod ord">
          <ac:chgData name="Georges MATHIO" userId="1057b68d-d9cf-4cd5-bc4c-3fe68ec33e97" providerId="ADAL" clId="{DC58AAC2-FC36-4E20-BE8D-D91E2DA2F2D1}" dt="2023-12-05T13:30:59.668" v="3084" actId="700"/>
          <ac:spMkLst>
            <pc:docMk/>
            <pc:sldMk cId="2311720607" sldId="276"/>
            <ac:spMk id="3" creationId="{9AE4308C-C0B1-7A45-66D2-8436BF7B4E47}"/>
          </ac:spMkLst>
        </pc:spChg>
        <pc:spChg chg="mod">
          <ac:chgData name="Georges MATHIO" userId="1057b68d-d9cf-4cd5-bc4c-3fe68ec33e97" providerId="ADAL" clId="{DC58AAC2-FC36-4E20-BE8D-D91E2DA2F2D1}" dt="2023-12-05T13:24:26.375" v="3082" actId="20577"/>
          <ac:spMkLst>
            <pc:docMk/>
            <pc:sldMk cId="2311720607" sldId="276"/>
            <ac:spMk id="14" creationId="{7E30C4D4-D051-74FE-764D-C642BFBB0D1E}"/>
          </ac:spMkLst>
        </pc:spChg>
        <pc:picChg chg="add del mod">
          <ac:chgData name="Georges MATHIO" userId="1057b68d-d9cf-4cd5-bc4c-3fe68ec33e97" providerId="ADAL" clId="{DC58AAC2-FC36-4E20-BE8D-D91E2DA2F2D1}" dt="2023-12-05T13:31:41.302" v="3092" actId="478"/>
          <ac:picMkLst>
            <pc:docMk/>
            <pc:sldMk cId="2311720607" sldId="276"/>
            <ac:picMk id="13314" creationId="{E712209E-9B19-172B-866A-D24D55D2652C}"/>
          </ac:picMkLst>
        </pc:picChg>
        <pc:picChg chg="add mod">
          <ac:chgData name="Georges MATHIO" userId="1057b68d-d9cf-4cd5-bc4c-3fe68ec33e97" providerId="ADAL" clId="{DC58AAC2-FC36-4E20-BE8D-D91E2DA2F2D1}" dt="2023-12-05T13:33:05.840" v="3105" actId="14100"/>
          <ac:picMkLst>
            <pc:docMk/>
            <pc:sldMk cId="2311720607" sldId="276"/>
            <ac:picMk id="13316" creationId="{6F731958-94DC-C6CB-E5B3-B1B9B4F475DF}"/>
          </ac:picMkLst>
        </pc:picChg>
      </pc:sldChg>
      <pc:sldChg chg="addSp delSp modSp add mod">
        <pc:chgData name="Georges MATHIO" userId="1057b68d-d9cf-4cd5-bc4c-3fe68ec33e97" providerId="ADAL" clId="{DC58AAC2-FC36-4E20-BE8D-D91E2DA2F2D1}" dt="2023-12-05T13:34:22.894" v="3173" actId="20577"/>
        <pc:sldMkLst>
          <pc:docMk/>
          <pc:sldMk cId="3314162822" sldId="277"/>
        </pc:sldMkLst>
        <pc:spChg chg="add mod">
          <ac:chgData name="Georges MATHIO" userId="1057b68d-d9cf-4cd5-bc4c-3fe68ec33e97" providerId="ADAL" clId="{DC58AAC2-FC36-4E20-BE8D-D91E2DA2F2D1}" dt="2023-12-05T13:34:22.894" v="3173" actId="20577"/>
          <ac:spMkLst>
            <pc:docMk/>
            <pc:sldMk cId="3314162822" sldId="277"/>
            <ac:spMk id="3" creationId="{FA072BCE-DFCD-C688-26A9-8956AF597378}"/>
          </ac:spMkLst>
        </pc:spChg>
        <pc:spChg chg="mod">
          <ac:chgData name="Georges MATHIO" userId="1057b68d-d9cf-4cd5-bc4c-3fe68ec33e97" providerId="ADAL" clId="{DC58AAC2-FC36-4E20-BE8D-D91E2DA2F2D1}" dt="2023-12-05T13:33:54.562" v="3124" actId="1076"/>
          <ac:spMkLst>
            <pc:docMk/>
            <pc:sldMk cId="3314162822" sldId="277"/>
            <ac:spMk id="14" creationId="{7E30C4D4-D051-74FE-764D-C642BFBB0D1E}"/>
          </ac:spMkLst>
        </pc:spChg>
        <pc:picChg chg="del">
          <ac:chgData name="Georges MATHIO" userId="1057b68d-d9cf-4cd5-bc4c-3fe68ec33e97" providerId="ADAL" clId="{DC58AAC2-FC36-4E20-BE8D-D91E2DA2F2D1}" dt="2023-12-05T13:33:28.628" v="3107" actId="478"/>
          <ac:picMkLst>
            <pc:docMk/>
            <pc:sldMk cId="3314162822" sldId="277"/>
            <ac:picMk id="13316" creationId="{6F731958-94DC-C6CB-E5B3-B1B9B4F475DF}"/>
          </ac:picMkLst>
        </pc:picChg>
      </pc:sldChg>
    </pc:docChg>
  </pc:docChgLst>
  <pc:docChgLst>
    <pc:chgData name="Georges MATHIO" userId="1057b68d-d9cf-4cd5-bc4c-3fe68ec33e97" providerId="ADAL" clId="{4559266C-6DB9-4D8E-BB1A-A09E3E11BDAE}"/>
    <pc:docChg chg="undo custSel modSld">
      <pc:chgData name="Georges MATHIO" userId="1057b68d-d9cf-4cd5-bc4c-3fe68ec33e97" providerId="ADAL" clId="{4559266C-6DB9-4D8E-BB1A-A09E3E11BDAE}" dt="2024-07-19T13:40:03.739" v="451" actId="1036"/>
      <pc:docMkLst>
        <pc:docMk/>
      </pc:docMkLst>
      <pc:sldChg chg="modSp mod">
        <pc:chgData name="Georges MATHIO" userId="1057b68d-d9cf-4cd5-bc4c-3fe68ec33e97" providerId="ADAL" clId="{4559266C-6DB9-4D8E-BB1A-A09E3E11BDAE}" dt="2024-07-19T13:27:05.272" v="95" actId="20577"/>
        <pc:sldMkLst>
          <pc:docMk/>
          <pc:sldMk cId="94987525" sldId="269"/>
        </pc:sldMkLst>
        <pc:spChg chg="mod">
          <ac:chgData name="Georges MATHIO" userId="1057b68d-d9cf-4cd5-bc4c-3fe68ec33e97" providerId="ADAL" clId="{4559266C-6DB9-4D8E-BB1A-A09E3E11BDAE}" dt="2024-07-19T13:27:05.272" v="95" actId="20577"/>
          <ac:spMkLst>
            <pc:docMk/>
            <pc:sldMk cId="94987525" sldId="269"/>
            <ac:spMk id="2" creationId="{8AE1D70E-C040-1542-B36E-7DDF82084F61}"/>
          </ac:spMkLst>
        </pc:spChg>
      </pc:sldChg>
      <pc:sldChg chg="modSp mod">
        <pc:chgData name="Georges MATHIO" userId="1057b68d-d9cf-4cd5-bc4c-3fe68ec33e97" providerId="ADAL" clId="{4559266C-6DB9-4D8E-BB1A-A09E3E11BDAE}" dt="2024-07-19T13:26:52.120" v="87" actId="20577"/>
        <pc:sldMkLst>
          <pc:docMk/>
          <pc:sldMk cId="3401956397" sldId="271"/>
        </pc:sldMkLst>
        <pc:spChg chg="mod">
          <ac:chgData name="Georges MATHIO" userId="1057b68d-d9cf-4cd5-bc4c-3fe68ec33e97" providerId="ADAL" clId="{4559266C-6DB9-4D8E-BB1A-A09E3E11BDAE}" dt="2024-07-19T13:26:52.120" v="87" actId="20577"/>
          <ac:spMkLst>
            <pc:docMk/>
            <pc:sldMk cId="3401956397" sldId="271"/>
            <ac:spMk id="2" creationId="{8AE1D70E-C040-1542-B36E-7DDF82084F61}"/>
          </ac:spMkLst>
        </pc:spChg>
      </pc:sldChg>
      <pc:sldChg chg="addSp modSp mod modAnim">
        <pc:chgData name="Georges MATHIO" userId="1057b68d-d9cf-4cd5-bc4c-3fe68ec33e97" providerId="ADAL" clId="{4559266C-6DB9-4D8E-BB1A-A09E3E11BDAE}" dt="2024-07-19T13:40:03.739" v="451" actId="1036"/>
        <pc:sldMkLst>
          <pc:docMk/>
          <pc:sldMk cId="1813049403" sldId="273"/>
        </pc:sldMkLst>
        <pc:spChg chg="mod">
          <ac:chgData name="Georges MATHIO" userId="1057b68d-d9cf-4cd5-bc4c-3fe68ec33e97" providerId="ADAL" clId="{4559266C-6DB9-4D8E-BB1A-A09E3E11BDAE}" dt="2024-07-19T13:37:02.002" v="405" actId="20577"/>
          <ac:spMkLst>
            <pc:docMk/>
            <pc:sldMk cId="1813049403" sldId="273"/>
            <ac:spMk id="18" creationId="{38888C7B-6682-4950-5A23-BD7BA2A3FC8D}"/>
          </ac:spMkLst>
        </pc:spChg>
        <pc:spChg chg="mod">
          <ac:chgData name="Georges MATHIO" userId="1057b68d-d9cf-4cd5-bc4c-3fe68ec33e97" providerId="ADAL" clId="{4559266C-6DB9-4D8E-BB1A-A09E3E11BDAE}" dt="2024-07-19T13:32:47.046" v="238" actId="1035"/>
          <ac:spMkLst>
            <pc:docMk/>
            <pc:sldMk cId="1813049403" sldId="273"/>
            <ac:spMk id="19" creationId="{4E8D42A1-1630-F53A-6F7E-FDEF790AB1EE}"/>
          </ac:spMkLst>
        </pc:spChg>
        <pc:spChg chg="mod">
          <ac:chgData name="Georges MATHIO" userId="1057b68d-d9cf-4cd5-bc4c-3fe68ec33e97" providerId="ADAL" clId="{4559266C-6DB9-4D8E-BB1A-A09E3E11BDAE}" dt="2024-07-19T13:36:51.971" v="401" actId="20577"/>
          <ac:spMkLst>
            <pc:docMk/>
            <pc:sldMk cId="1813049403" sldId="273"/>
            <ac:spMk id="27" creationId="{153D6E70-5AC6-1281-0496-6CD5A1848040}"/>
          </ac:spMkLst>
        </pc:spChg>
        <pc:spChg chg="mod">
          <ac:chgData name="Georges MATHIO" userId="1057b68d-d9cf-4cd5-bc4c-3fe68ec33e97" providerId="ADAL" clId="{4559266C-6DB9-4D8E-BB1A-A09E3E11BDAE}" dt="2024-07-19T13:33:22.901" v="328" actId="1076"/>
          <ac:spMkLst>
            <pc:docMk/>
            <pc:sldMk cId="1813049403" sldId="273"/>
            <ac:spMk id="31" creationId="{79640029-7EE7-8364-A16F-716E87836A14}"/>
          </ac:spMkLst>
        </pc:spChg>
        <pc:spChg chg="add mod">
          <ac:chgData name="Georges MATHIO" userId="1057b68d-d9cf-4cd5-bc4c-3fe68ec33e97" providerId="ADAL" clId="{4559266C-6DB9-4D8E-BB1A-A09E3E11BDAE}" dt="2024-07-19T13:33:01.088" v="323" actId="1036"/>
          <ac:spMkLst>
            <pc:docMk/>
            <pc:sldMk cId="1813049403" sldId="273"/>
            <ac:spMk id="32" creationId="{9D03204C-1FD8-28A4-6C6C-D1AACE640910}"/>
          </ac:spMkLst>
        </pc:spChg>
        <pc:spChg chg="add mod">
          <ac:chgData name="Georges MATHIO" userId="1057b68d-d9cf-4cd5-bc4c-3fe68ec33e97" providerId="ADAL" clId="{4559266C-6DB9-4D8E-BB1A-A09E3E11BDAE}" dt="2024-07-19T13:36:58.707" v="403" actId="20577"/>
          <ac:spMkLst>
            <pc:docMk/>
            <pc:sldMk cId="1813049403" sldId="273"/>
            <ac:spMk id="37" creationId="{7AAEC419-7233-F737-BC40-02C9375DCE86}"/>
          </ac:spMkLst>
        </pc:spChg>
        <pc:picChg chg="mod">
          <ac:chgData name="Georges MATHIO" userId="1057b68d-d9cf-4cd5-bc4c-3fe68ec33e97" providerId="ADAL" clId="{4559266C-6DB9-4D8E-BB1A-A09E3E11BDAE}" dt="2024-07-19T13:40:03.739" v="451" actId="1036"/>
          <ac:picMkLst>
            <pc:docMk/>
            <pc:sldMk cId="1813049403" sldId="273"/>
            <ac:picMk id="5" creationId="{E395DAA3-5EF4-10CE-3C43-FD7A0A1CFE63}"/>
          </ac:picMkLst>
        </pc:picChg>
        <pc:picChg chg="mod">
          <ac:chgData name="Georges MATHIO" userId="1057b68d-d9cf-4cd5-bc4c-3fe68ec33e97" providerId="ADAL" clId="{4559266C-6DB9-4D8E-BB1A-A09E3E11BDAE}" dt="2024-07-19T13:32:47.046" v="238" actId="1035"/>
          <ac:picMkLst>
            <pc:docMk/>
            <pc:sldMk cId="1813049403" sldId="273"/>
            <ac:picMk id="7" creationId="{7764D8CA-E3DA-5D45-C94F-2B2D2ADA1E89}"/>
          </ac:picMkLst>
        </pc:picChg>
        <pc:picChg chg="add mod">
          <ac:chgData name="Georges MATHIO" userId="1057b68d-d9cf-4cd5-bc4c-3fe68ec33e97" providerId="ADAL" clId="{4559266C-6DB9-4D8E-BB1A-A09E3E11BDAE}" dt="2024-07-19T13:33:01.088" v="323" actId="1036"/>
          <ac:picMkLst>
            <pc:docMk/>
            <pc:sldMk cId="1813049403" sldId="273"/>
            <ac:picMk id="30" creationId="{541F06E4-6DE4-FB90-DDC2-AEE7884D82BD}"/>
          </ac:picMkLst>
        </pc:picChg>
        <pc:cxnChg chg="mod">
          <ac:chgData name="Georges MATHIO" userId="1057b68d-d9cf-4cd5-bc4c-3fe68ec33e97" providerId="ADAL" clId="{4559266C-6DB9-4D8E-BB1A-A09E3E11BDAE}" dt="2024-07-19T13:32:47.046" v="238" actId="1035"/>
          <ac:cxnSpMkLst>
            <pc:docMk/>
            <pc:sldMk cId="1813049403" sldId="273"/>
            <ac:cxnSpMk id="15" creationId="{95150FBF-4CE1-81E1-8FE2-C2EC09E71098}"/>
          </ac:cxnSpMkLst>
        </pc:cxnChg>
        <pc:cxnChg chg="mod">
          <ac:chgData name="Georges MATHIO" userId="1057b68d-d9cf-4cd5-bc4c-3fe68ec33e97" providerId="ADAL" clId="{4559266C-6DB9-4D8E-BB1A-A09E3E11BDAE}" dt="2024-07-19T13:32:47.046" v="238" actId="1035"/>
          <ac:cxnSpMkLst>
            <pc:docMk/>
            <pc:sldMk cId="1813049403" sldId="273"/>
            <ac:cxnSpMk id="28" creationId="{45608AB4-20AC-635B-89EE-FAB08EBBF7F4}"/>
          </ac:cxnSpMkLst>
        </pc:cxnChg>
        <pc:cxnChg chg="add mod">
          <ac:chgData name="Georges MATHIO" userId="1057b68d-d9cf-4cd5-bc4c-3fe68ec33e97" providerId="ADAL" clId="{4559266C-6DB9-4D8E-BB1A-A09E3E11BDAE}" dt="2024-07-19T13:33:01.088" v="323" actId="1036"/>
          <ac:cxnSpMkLst>
            <pc:docMk/>
            <pc:sldMk cId="1813049403" sldId="273"/>
            <ac:cxnSpMk id="33" creationId="{0498409A-EBFF-22DB-9BC6-742C4F54D0AD}"/>
          </ac:cxnSpMkLst>
        </pc:cxnChg>
      </pc:sldChg>
      <pc:sldChg chg="modSp mod">
        <pc:chgData name="Georges MATHIO" userId="1057b68d-d9cf-4cd5-bc4c-3fe68ec33e97" providerId="ADAL" clId="{4559266C-6DB9-4D8E-BB1A-A09E3E11BDAE}" dt="2024-07-19T13:23:30.371" v="17" actId="113"/>
        <pc:sldMkLst>
          <pc:docMk/>
          <pc:sldMk cId="2311720607" sldId="276"/>
        </pc:sldMkLst>
        <pc:spChg chg="mod">
          <ac:chgData name="Georges MATHIO" userId="1057b68d-d9cf-4cd5-bc4c-3fe68ec33e97" providerId="ADAL" clId="{4559266C-6DB9-4D8E-BB1A-A09E3E11BDAE}" dt="2024-07-19T13:23:30.371" v="17" actId="113"/>
          <ac:spMkLst>
            <pc:docMk/>
            <pc:sldMk cId="2311720607" sldId="276"/>
            <ac:spMk id="14" creationId="{7E30C4D4-D051-74FE-764D-C642BFBB0D1E}"/>
          </ac:spMkLst>
        </pc:spChg>
      </pc:sldChg>
      <pc:sldChg chg="modSp mod">
        <pc:chgData name="Georges MATHIO" userId="1057b68d-d9cf-4cd5-bc4c-3fe68ec33e97" providerId="ADAL" clId="{4559266C-6DB9-4D8E-BB1A-A09E3E11BDAE}" dt="2024-07-19T13:25:51.412" v="66" actId="20577"/>
        <pc:sldMkLst>
          <pc:docMk/>
          <pc:sldMk cId="283860182" sldId="278"/>
        </pc:sldMkLst>
        <pc:spChg chg="mod">
          <ac:chgData name="Georges MATHIO" userId="1057b68d-d9cf-4cd5-bc4c-3fe68ec33e97" providerId="ADAL" clId="{4559266C-6DB9-4D8E-BB1A-A09E3E11BDAE}" dt="2024-07-19T13:25:51.412" v="66" actId="20577"/>
          <ac:spMkLst>
            <pc:docMk/>
            <pc:sldMk cId="283860182" sldId="278"/>
            <ac:spMk id="5" creationId="{37BD6448-27F0-8E2B-1376-C71B468DE2EC}"/>
          </ac:spMkLst>
        </pc:spChg>
      </pc:sldChg>
    </pc:docChg>
  </pc:docChgLst>
  <pc:docChgLst>
    <pc:chgData name="Georges MATHIO" userId="S::georges.mathio@estia.fr::1057b68d-d9cf-4cd5-bc4c-3fe68ec33e97" providerId="AD" clId="Web-{A2E0DB12-F918-C067-C5C5-A71045C6F636}"/>
    <pc:docChg chg="addSld delSld modSld sldOrd">
      <pc:chgData name="Georges MATHIO" userId="S::georges.mathio@estia.fr::1057b68d-d9cf-4cd5-bc4c-3fe68ec33e97" providerId="AD" clId="Web-{A2E0DB12-F918-C067-C5C5-A71045C6F636}" dt="2023-12-04T15:57:02.287" v="37" actId="20577"/>
      <pc:docMkLst>
        <pc:docMk/>
      </pc:docMkLst>
      <pc:sldChg chg="modSp">
        <pc:chgData name="Georges MATHIO" userId="S::georges.mathio@estia.fr::1057b68d-d9cf-4cd5-bc4c-3fe68ec33e97" providerId="AD" clId="Web-{A2E0DB12-F918-C067-C5C5-A71045C6F636}" dt="2023-12-04T15:55:45.157" v="2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A2E0DB12-F918-C067-C5C5-A71045C6F636}" dt="2023-12-04T15:55:45.157" v="2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del">
        <pc:chgData name="Georges MATHIO" userId="S::georges.mathio@estia.fr::1057b68d-d9cf-4cd5-bc4c-3fe68ec33e97" providerId="AD" clId="Web-{A2E0DB12-F918-C067-C5C5-A71045C6F636}" dt="2023-12-04T15:55:50.314" v="3"/>
        <pc:sldMkLst>
          <pc:docMk/>
          <pc:sldMk cId="1554076419" sldId="258"/>
        </pc:sldMkLst>
      </pc:sldChg>
      <pc:sldChg chg="del">
        <pc:chgData name="Georges MATHIO" userId="S::georges.mathio@estia.fr::1057b68d-d9cf-4cd5-bc4c-3fe68ec33e97" providerId="AD" clId="Web-{A2E0DB12-F918-C067-C5C5-A71045C6F636}" dt="2023-12-04T15:55:50.955" v="4"/>
        <pc:sldMkLst>
          <pc:docMk/>
          <pc:sldMk cId="2482283123" sldId="259"/>
        </pc:sldMkLst>
      </pc:sldChg>
      <pc:sldChg chg="del">
        <pc:chgData name="Georges MATHIO" userId="S::georges.mathio@estia.fr::1057b68d-d9cf-4cd5-bc4c-3fe68ec33e97" providerId="AD" clId="Web-{A2E0DB12-F918-C067-C5C5-A71045C6F636}" dt="2023-12-04T15:55:51.673" v="5"/>
        <pc:sldMkLst>
          <pc:docMk/>
          <pc:sldMk cId="319033476" sldId="260"/>
        </pc:sldMkLst>
      </pc:sldChg>
      <pc:sldChg chg="delSp modSp add del ord">
        <pc:chgData name="Georges MATHIO" userId="S::georges.mathio@estia.fr::1057b68d-d9cf-4cd5-bc4c-3fe68ec33e97" providerId="AD" clId="Web-{A2E0DB12-F918-C067-C5C5-A71045C6F636}" dt="2023-12-04T15:57:02.287" v="37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A2E0DB12-F918-C067-C5C5-A71045C6F636}" dt="2023-12-04T15:57:02.287" v="37" actId="20577"/>
          <ac:spMkLst>
            <pc:docMk/>
            <pc:sldMk cId="1018468898" sldId="261"/>
            <ac:spMk id="3" creationId="{B5620FEA-FA3C-B3F6-C2FC-F9D51C3D46CB}"/>
          </ac:spMkLst>
        </pc:spChg>
        <pc:spChg chg="del">
          <ac:chgData name="Georges MATHIO" userId="S::georges.mathio@estia.fr::1057b68d-d9cf-4cd5-bc4c-3fe68ec33e97" providerId="AD" clId="Web-{A2E0DB12-F918-C067-C5C5-A71045C6F636}" dt="2023-12-04T15:56:20.519" v="14"/>
          <ac:spMkLst>
            <pc:docMk/>
            <pc:sldMk cId="1018468898" sldId="261"/>
            <ac:spMk id="5" creationId="{785FA6F4-8D30-5FD3-F177-F66B11D269D5}"/>
          </ac:spMkLst>
        </pc:spChg>
        <pc:spChg chg="del">
          <ac:chgData name="Georges MATHIO" userId="S::georges.mathio@estia.fr::1057b68d-d9cf-4cd5-bc4c-3fe68ec33e97" providerId="AD" clId="Web-{A2E0DB12-F918-C067-C5C5-A71045C6F636}" dt="2023-12-04T15:56:20.519" v="17"/>
          <ac:spMkLst>
            <pc:docMk/>
            <pc:sldMk cId="1018468898" sldId="261"/>
            <ac:spMk id="15" creationId="{6FC2A128-1F70-3E6A-C629-D84FACA0066B}"/>
          </ac:spMkLst>
        </pc:spChg>
        <pc:spChg chg="del">
          <ac:chgData name="Georges MATHIO" userId="S::georges.mathio@estia.fr::1057b68d-d9cf-4cd5-bc4c-3fe68ec33e97" providerId="AD" clId="Web-{A2E0DB12-F918-C067-C5C5-A71045C6F636}" dt="2023-12-04T15:56:20.519" v="16"/>
          <ac:spMkLst>
            <pc:docMk/>
            <pc:sldMk cId="1018468898" sldId="261"/>
            <ac:spMk id="16" creationId="{6E1B39EC-EDE0-1A9A-4E38-97F8D7E2166B}"/>
          </ac:spMkLst>
        </pc:spChg>
        <pc:spChg chg="del">
          <ac:chgData name="Georges MATHIO" userId="S::georges.mathio@estia.fr::1057b68d-d9cf-4cd5-bc4c-3fe68ec33e97" providerId="AD" clId="Web-{A2E0DB12-F918-C067-C5C5-A71045C6F636}" dt="2023-12-04T15:56:20.519" v="15"/>
          <ac:spMkLst>
            <pc:docMk/>
            <pc:sldMk cId="1018468898" sldId="261"/>
            <ac:spMk id="17" creationId="{6A81EA13-CBCC-947A-51EF-35597D1DA04E}"/>
          </ac:spMkLst>
        </pc:spChg>
        <pc:picChg chg="del">
          <ac:chgData name="Georges MATHIO" userId="S::georges.mathio@estia.fr::1057b68d-d9cf-4cd5-bc4c-3fe68ec33e97" providerId="AD" clId="Web-{A2E0DB12-F918-C067-C5C5-A71045C6F636}" dt="2023-12-04T15:56:15.112" v="13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S::georges.mathio@estia.fr::1057b68d-d9cf-4cd5-bc4c-3fe68ec33e97" providerId="AD" clId="Web-{A2E0DB12-F918-C067-C5C5-A71045C6F636}" dt="2023-12-04T15:56:23.863" v="18"/>
          <ac:picMkLst>
            <pc:docMk/>
            <pc:sldMk cId="1018468898" sldId="261"/>
            <ac:picMk id="7" creationId="{AFC06658-BFBB-005C-EE3C-154C28020115}"/>
          </ac:picMkLst>
        </pc:picChg>
      </pc:sldChg>
      <pc:sldChg chg="del">
        <pc:chgData name="Georges MATHIO" userId="S::georges.mathio@estia.fr::1057b68d-d9cf-4cd5-bc4c-3fe68ec33e97" providerId="AD" clId="Web-{A2E0DB12-F918-C067-C5C5-A71045C6F636}" dt="2023-12-04T15:55:53.236" v="8"/>
        <pc:sldMkLst>
          <pc:docMk/>
          <pc:sldMk cId="340622423" sldId="262"/>
        </pc:sldMkLst>
      </pc:sldChg>
      <pc:sldChg chg="del">
        <pc:chgData name="Georges MATHIO" userId="S::georges.mathio@estia.fr::1057b68d-d9cf-4cd5-bc4c-3fe68ec33e97" providerId="AD" clId="Web-{A2E0DB12-F918-C067-C5C5-A71045C6F636}" dt="2023-12-04T15:55:55.502" v="9"/>
        <pc:sldMkLst>
          <pc:docMk/>
          <pc:sldMk cId="1455700223" sldId="263"/>
        </pc:sldMkLst>
      </pc:sldChg>
      <pc:sldChg chg="del">
        <pc:chgData name="Georges MATHIO" userId="S::georges.mathio@estia.fr::1057b68d-d9cf-4cd5-bc4c-3fe68ec33e97" providerId="AD" clId="Web-{A2E0DB12-F918-C067-C5C5-A71045C6F636}" dt="2023-12-04T15:55:56.658" v="10"/>
        <pc:sldMkLst>
          <pc:docMk/>
          <pc:sldMk cId="3870140485" sldId="265"/>
        </pc:sldMkLst>
      </pc:sldChg>
      <pc:sldChg chg="del">
        <pc:chgData name="Georges MATHIO" userId="S::georges.mathio@estia.fr::1057b68d-d9cf-4cd5-bc4c-3fe68ec33e97" providerId="AD" clId="Web-{A2E0DB12-F918-C067-C5C5-A71045C6F636}" dt="2023-12-04T15:55:52.470" v="7"/>
        <pc:sldMkLst>
          <pc:docMk/>
          <pc:sldMk cId="1487403360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19/07/2024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19/07/2024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19/07/2024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19/07/2024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19/07/2024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rsoft.net/countryip/fr_owner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estia-tech/datalab-services/-/tree/master/reverse-prox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6341" y="4332070"/>
            <a:ext cx="3485192" cy="1405467"/>
          </a:xfrm>
        </p:spPr>
        <p:txBody>
          <a:bodyPr rtlCol="0">
            <a:normAutofit/>
          </a:bodyPr>
          <a:lstStyle/>
          <a:p>
            <a:r>
              <a:rPr lang="en-GB" sz="2800" dirty="0">
                <a:cs typeface="Calibri"/>
              </a:rPr>
              <a:t>Network concepts</a:t>
            </a:r>
            <a:endParaRPr lang="en-US" sz="2800" dirty="0">
              <a:cs typeface="Calibri"/>
            </a:endParaRPr>
          </a:p>
        </p:txBody>
      </p:sp>
      <p:pic>
        <p:nvPicPr>
          <p:cNvPr id="6" name="Image 5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6AC8DE01-76A6-B52B-C7E1-B4A7BBF6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994" y="1363133"/>
            <a:ext cx="7639954" cy="45381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166156"/>
            <a:ext cx="5686268" cy="5045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Network topology</a:t>
            </a:r>
            <a:endParaRPr lang="en-US" dirty="0"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en-US" sz="2000" dirty="0">
                <a:cs typeface="Calibri"/>
              </a:rPr>
              <a:t>What is an IP, masks, ranges, DNS</a:t>
            </a:r>
            <a:endParaRPr lang="en-US" dirty="0"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en-US" sz="2000" dirty="0">
                <a:cs typeface="Calibri"/>
              </a:rPr>
              <a:t>Focus on the certificates chain of trust</a:t>
            </a:r>
            <a:endParaRPr lang="en-US" dirty="0"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en-US" sz="2000" dirty="0">
                <a:cs typeface="Calibri"/>
              </a:rPr>
              <a:t>How does HTTPS work</a:t>
            </a:r>
            <a:br>
              <a:rPr lang="en-US" sz="2000" dirty="0">
                <a:cs typeface="Calibri"/>
              </a:rPr>
            </a:br>
            <a:r>
              <a:rPr lang="en-US" sz="2000" dirty="0">
                <a:cs typeface="Calibri"/>
              </a:rPr>
              <a:t>  Server authentication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en-US" sz="2000" dirty="0">
                <a:cs typeface="Calibri"/>
              </a:rPr>
              <a:t>  </a:t>
            </a:r>
            <a:r>
              <a:rPr lang="en-US" sz="2000" i="1" strike="sngStrike" dirty="0">
                <a:cs typeface="Calibri"/>
              </a:rPr>
              <a:t>Client authentication</a:t>
            </a:r>
            <a:endParaRPr lang="en-US" sz="2000" i="1" strike="sngStrike" dirty="0">
              <a:ea typeface="Calibri"/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en-US" sz="2000" dirty="0">
                <a:cs typeface="Calibri"/>
              </a:rPr>
              <a:t>Application: the reverse-proxy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653E2C-D912-81DB-1716-75E4746FF989}"/>
              </a:ext>
            </a:extLst>
          </p:cNvPr>
          <p:cNvSpPr/>
          <p:nvPr/>
        </p:nvSpPr>
        <p:spPr>
          <a:xfrm>
            <a:off x="5856768" y="1646713"/>
            <a:ext cx="6237767" cy="4565440"/>
          </a:xfrm>
          <a:prstGeom prst="roundRect">
            <a:avLst/>
          </a:prstGeom>
          <a:solidFill>
            <a:srgbClr val="0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2" name="Picture 8" descr="Best SSL Certificates in Kenya Archives - Web hosting in Kenya &amp; Domain  Names in Kenya">
            <a:extLst>
              <a:ext uri="{FF2B5EF4-FFF2-40B4-BE49-F238E27FC236}">
                <a16:creationId xmlns:a16="http://schemas.microsoft.com/office/drawing/2014/main" id="{40E52AD0-1231-A5E3-F825-BCFAD276E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468" y="1877458"/>
            <a:ext cx="2684928" cy="187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30BC075-03EE-6710-B8C9-380C9FF71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095" y="1801255"/>
            <a:ext cx="1822850" cy="182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artoon of a blue mouse&#10;&#10;Description automatically generated">
            <a:extLst>
              <a:ext uri="{FF2B5EF4-FFF2-40B4-BE49-F238E27FC236}">
                <a16:creationId xmlns:a16="http://schemas.microsoft.com/office/drawing/2014/main" id="{A00B7EBA-BEB1-D174-4C9E-DC4537AAF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745" y="4303081"/>
            <a:ext cx="1112829" cy="1506829"/>
          </a:xfrm>
          <a:prstGeom prst="rect">
            <a:avLst/>
          </a:prstGeom>
        </p:spPr>
      </p:pic>
      <p:pic>
        <p:nvPicPr>
          <p:cNvPr id="1036" name="Picture 12" descr="Understanding TCP/IP and OSI Models | CCNA HUB">
            <a:extLst>
              <a:ext uri="{FF2B5EF4-FFF2-40B4-BE49-F238E27FC236}">
                <a16:creationId xmlns:a16="http://schemas.microsoft.com/office/drawing/2014/main" id="{E6110031-7B52-277B-3859-C1EEB0794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551" y="3877733"/>
            <a:ext cx="2044394" cy="204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46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 err="1"/>
              <a:t>Topology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175320" y="1726395"/>
            <a:ext cx="5709014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Networks are </a:t>
            </a:r>
            <a:r>
              <a:rPr lang="fr-FR" sz="2000" dirty="0" err="1"/>
              <a:t>organized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routers</a:t>
            </a:r>
            <a:r>
              <a:rPr lang="fr-FR" sz="2000" dirty="0"/>
              <a:t> and switches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Routers</a:t>
            </a:r>
            <a:r>
              <a:rPr lang="fr-FR" sz="2000" dirty="0"/>
              <a:t> </a:t>
            </a:r>
            <a:r>
              <a:rPr lang="fr-FR" sz="2000" dirty="0" err="1"/>
              <a:t>link</a:t>
            </a:r>
            <a:r>
              <a:rPr lang="fr-FR" sz="2000" dirty="0"/>
              <a:t> </a:t>
            </a:r>
            <a:r>
              <a:rPr lang="fr-FR" sz="2000" dirty="0" err="1"/>
              <a:t>together</a:t>
            </a:r>
            <a:r>
              <a:rPr lang="fr-FR" sz="2000" dirty="0"/>
              <a:t> 2 networks (or more)</a:t>
            </a:r>
            <a:br>
              <a:rPr lang="fr-FR" sz="2000" dirty="0"/>
            </a:br>
            <a:r>
              <a:rPr lang="fr-FR" sz="2000" dirty="0">
                <a:ea typeface="Calibri"/>
                <a:cs typeface="Calibri"/>
              </a:rPr>
              <a:t> OSI </a:t>
            </a:r>
            <a:r>
              <a:rPr lang="fr-FR" sz="2000" dirty="0" err="1">
                <a:ea typeface="Calibri"/>
                <a:cs typeface="Calibri"/>
              </a:rPr>
              <a:t>level</a:t>
            </a:r>
            <a:r>
              <a:rPr lang="fr-FR" sz="2000" dirty="0">
                <a:ea typeface="Calibri"/>
                <a:cs typeface="Calibri"/>
              </a:rPr>
              <a:t> 3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Switchers </a:t>
            </a:r>
            <a:r>
              <a:rPr lang="fr-FR" sz="2000" dirty="0" err="1"/>
              <a:t>link</a:t>
            </a:r>
            <a:r>
              <a:rPr lang="fr-FR" sz="2000" dirty="0"/>
              <a:t> </a:t>
            </a:r>
            <a:r>
              <a:rPr lang="fr-FR" sz="2000" dirty="0" err="1"/>
              <a:t>together</a:t>
            </a:r>
            <a:r>
              <a:rPr lang="fr-FR" sz="2000" dirty="0"/>
              <a:t> </a:t>
            </a:r>
            <a:r>
              <a:rPr lang="fr-FR" sz="2000" dirty="0" err="1"/>
              <a:t>devices</a:t>
            </a:r>
            <a:r>
              <a:rPr lang="fr-FR" sz="2000" dirty="0"/>
              <a:t> in a </a:t>
            </a:r>
            <a:r>
              <a:rPr lang="fr-FR" sz="2000" dirty="0" err="1"/>
              <a:t>same</a:t>
            </a:r>
            <a:r>
              <a:rPr lang="fr-FR" sz="2000" dirty="0"/>
              <a:t> network</a:t>
            </a:r>
            <a:br>
              <a:rPr lang="fr-FR" sz="2000" dirty="0"/>
            </a:br>
            <a:r>
              <a:rPr lang="fr-FR" sz="2000" dirty="0">
                <a:ea typeface="Calibri"/>
                <a:cs typeface="Calibri"/>
              </a:rPr>
              <a:t> OSI </a:t>
            </a:r>
            <a:r>
              <a:rPr lang="fr-FR" sz="2000" dirty="0" err="1">
                <a:ea typeface="Calibri"/>
                <a:cs typeface="Calibri"/>
              </a:rPr>
              <a:t>level</a:t>
            </a:r>
            <a:r>
              <a:rPr lang="fr-FR" sz="2000" dirty="0">
                <a:ea typeface="Calibri"/>
                <a:cs typeface="Calibri"/>
              </a:rPr>
              <a:t> 2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  <p:pic>
        <p:nvPicPr>
          <p:cNvPr id="2050" name="Picture 2" descr="Difference between Switch and Router | Switch vs Router">
            <a:extLst>
              <a:ext uri="{FF2B5EF4-FFF2-40B4-BE49-F238E27FC236}">
                <a16:creationId xmlns:a16="http://schemas.microsoft.com/office/drawing/2014/main" id="{A3AD40DE-A3C2-7659-7357-CE3758AC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334" y="964407"/>
            <a:ext cx="5995481" cy="337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94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An IP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number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139109" y="1709751"/>
            <a:ext cx="7819948" cy="18912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cs typeface="Calibri"/>
              </a:rPr>
              <a:t>➡️ It </a:t>
            </a:r>
            <a:r>
              <a:rPr lang="fr-FR" sz="2000" dirty="0" err="1">
                <a:cs typeface="Calibri"/>
              </a:rPr>
              <a:t>is</a:t>
            </a:r>
            <a:r>
              <a:rPr lang="fr-FR" sz="2000" dirty="0">
                <a:cs typeface="Calibri"/>
              </a:rPr>
              <a:t> the </a:t>
            </a:r>
            <a:r>
              <a:rPr lang="fr-FR" sz="2000" dirty="0" err="1">
                <a:cs typeface="Calibri"/>
              </a:rPr>
              <a:t>address</a:t>
            </a:r>
            <a:r>
              <a:rPr lang="fr-FR" sz="2000" dirty="0">
                <a:cs typeface="Calibri"/>
              </a:rPr>
              <a:t> to </a:t>
            </a:r>
            <a:r>
              <a:rPr lang="fr-FR" sz="2000" dirty="0" err="1">
                <a:cs typeface="Calibri"/>
              </a:rPr>
              <a:t>which</a:t>
            </a:r>
            <a:br>
              <a:rPr lang="fr-FR" sz="2000" dirty="0">
                <a:cs typeface="Calibri"/>
              </a:rPr>
            </a:br>
            <a:r>
              <a:rPr lang="fr-FR" sz="2000" dirty="0">
                <a:cs typeface="Calibri"/>
              </a:rPr>
              <a:t>the switches </a:t>
            </a:r>
            <a:r>
              <a:rPr lang="fr-FR" sz="2000" dirty="0" err="1">
                <a:cs typeface="Calibri"/>
              </a:rPr>
              <a:t>will</a:t>
            </a:r>
            <a:r>
              <a:rPr lang="fr-FR" sz="2000" dirty="0">
                <a:cs typeface="Calibri"/>
              </a:rPr>
              <a:t> route the </a:t>
            </a:r>
            <a:r>
              <a:rPr lang="fr-FR" sz="2000" dirty="0" err="1">
                <a:cs typeface="Calibri"/>
              </a:rPr>
              <a:t>packets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cs typeface="Calibri"/>
              </a:rPr>
              <a:t>How </a:t>
            </a:r>
            <a:r>
              <a:rPr lang="fr-FR" sz="2000" dirty="0" err="1">
                <a:cs typeface="Calibri"/>
              </a:rPr>
              <a:t>many</a:t>
            </a:r>
            <a:r>
              <a:rPr lang="fr-FR" sz="2000" dirty="0">
                <a:cs typeface="Calibri"/>
              </a:rPr>
              <a:t> possible IPv4 ?</a:t>
            </a:r>
            <a:endParaRPr lang="fr-FR" sz="2000" dirty="0"/>
          </a:p>
        </p:txBody>
      </p:sp>
      <p:pic>
        <p:nvPicPr>
          <p:cNvPr id="1026" name="Picture 2" descr="What does it mean if an IP address is made up of 32 bits? - Quora">
            <a:extLst>
              <a:ext uri="{FF2B5EF4-FFF2-40B4-BE49-F238E27FC236}">
                <a16:creationId xmlns:a16="http://schemas.microsoft.com/office/drawing/2014/main" id="{6AB5E897-9C77-3A7E-A193-131F290D5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350" y="1312180"/>
            <a:ext cx="7747598" cy="46485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7373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IP RANGES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4" y="1633261"/>
            <a:ext cx="4940708" cy="5584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Sequence</a:t>
            </a:r>
            <a:r>
              <a:rPr lang="fr-FR" sz="2000" dirty="0"/>
              <a:t> of </a:t>
            </a:r>
            <a:r>
              <a:rPr lang="fr-FR" sz="2000" dirty="0" err="1"/>
              <a:t>contiguous</a:t>
            </a:r>
            <a:r>
              <a:rPr lang="fr-FR" sz="2000" dirty="0"/>
              <a:t> </a:t>
            </a:r>
            <a:r>
              <a:rPr lang="fr-FR" sz="2000" dirty="0" err="1"/>
              <a:t>IPs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>
                <a:cs typeface="Calibri"/>
              </a:rPr>
              <a:t>Usually</a:t>
            </a:r>
            <a:r>
              <a:rPr lang="fr-FR" sz="2000" dirty="0">
                <a:cs typeface="Calibri"/>
              </a:rPr>
              <a:t> sharing </a:t>
            </a:r>
            <a:r>
              <a:rPr lang="fr-FR" sz="20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the </a:t>
            </a:r>
            <a:r>
              <a:rPr lang="fr-FR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same</a:t>
            </a:r>
            <a:r>
              <a:rPr lang="fr-FR" sz="20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Calibri"/>
              </a:rPr>
              <a:t> first bits</a:t>
            </a:r>
          </a:p>
          <a:p>
            <a:pPr>
              <a:lnSpc>
                <a:spcPct val="150000"/>
              </a:lnSpc>
            </a:pP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 err="1">
                <a:cs typeface="Calibri"/>
              </a:rPr>
              <a:t>Used</a:t>
            </a:r>
            <a:r>
              <a:rPr lang="fr-FR" sz="2000" dirty="0">
                <a:cs typeface="Calibri"/>
              </a:rPr>
              <a:t> to </a:t>
            </a:r>
            <a:r>
              <a:rPr lang="fr-FR" sz="2000" dirty="0" err="1">
                <a:cs typeface="Calibri"/>
              </a:rPr>
              <a:t>create</a:t>
            </a:r>
            <a:r>
              <a:rPr lang="fr-FR" sz="2000" dirty="0">
                <a:cs typeface="Calibri"/>
              </a:rPr>
              <a:t> groups of </a:t>
            </a:r>
            <a:r>
              <a:rPr lang="fr-FR" sz="2000" dirty="0" err="1">
                <a:cs typeface="Calibri"/>
              </a:rPr>
              <a:t>devices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cs typeface="Calibri"/>
              </a:rPr>
              <a:t>The </a:t>
            </a:r>
            <a:r>
              <a:rPr lang="fr-FR" sz="2000" dirty="0" err="1">
                <a:cs typeface="Calibri"/>
              </a:rPr>
              <a:t>mask</a:t>
            </a:r>
            <a:r>
              <a:rPr lang="fr-FR" sz="2000" dirty="0">
                <a:cs typeface="Calibri"/>
              </a:rPr>
              <a:t> </a:t>
            </a:r>
            <a:r>
              <a:rPr lang="fr-FR" sz="2000" dirty="0" err="1">
                <a:cs typeface="Calibri"/>
              </a:rPr>
              <a:t>represents</a:t>
            </a:r>
            <a:r>
              <a:rPr lang="fr-FR" sz="2000" dirty="0">
                <a:cs typeface="Calibri"/>
              </a:rPr>
              <a:t> the bits </a:t>
            </a:r>
            <a:r>
              <a:rPr lang="fr-FR" sz="2000" dirty="0" err="1">
                <a:cs typeface="Calibri"/>
              </a:rPr>
              <a:t>shared</a:t>
            </a:r>
            <a:r>
              <a:rPr lang="fr-FR" sz="2000" dirty="0">
                <a:cs typeface="Calibri"/>
              </a:rPr>
              <a:t> by the </a:t>
            </a:r>
            <a:r>
              <a:rPr lang="fr-FR" sz="2000" dirty="0" err="1">
                <a:cs typeface="Calibri"/>
              </a:rPr>
              <a:t>Ips</a:t>
            </a:r>
            <a:r>
              <a:rPr lang="fr-FR" sz="2000" dirty="0">
                <a:cs typeface="Calibri"/>
              </a:rPr>
              <a:t> range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cs typeface="Calibri"/>
              </a:rPr>
              <a:t>The CIDR notation </a:t>
            </a:r>
            <a:r>
              <a:rPr lang="fr-FR" sz="2000" dirty="0" err="1">
                <a:cs typeface="Calibri"/>
              </a:rPr>
              <a:t>is</a:t>
            </a:r>
            <a:r>
              <a:rPr lang="fr-FR" sz="2000" dirty="0">
                <a:cs typeface="Calibri"/>
              </a:rPr>
              <a:t> a </a:t>
            </a:r>
            <a:r>
              <a:rPr lang="fr-FR" sz="2000" dirty="0" err="1">
                <a:cs typeface="Calibri"/>
              </a:rPr>
              <a:t>shorthand</a:t>
            </a:r>
            <a:r>
              <a:rPr lang="fr-FR" sz="2000" dirty="0">
                <a:cs typeface="Calibri"/>
              </a:rPr>
              <a:t>, </a:t>
            </a:r>
            <a:r>
              <a:rPr lang="fr-FR" sz="2000" dirty="0" err="1">
                <a:cs typeface="Calibri"/>
              </a:rPr>
              <a:t>counting</a:t>
            </a:r>
            <a:r>
              <a:rPr lang="fr-FR" sz="2000" dirty="0">
                <a:cs typeface="Calibri"/>
              </a:rPr>
              <a:t> the </a:t>
            </a:r>
            <a:r>
              <a:rPr lang="fr-FR" sz="2000" dirty="0" err="1">
                <a:cs typeface="Calibri"/>
              </a:rPr>
              <a:t>number</a:t>
            </a:r>
            <a:r>
              <a:rPr lang="fr-FR" sz="2000" dirty="0">
                <a:cs typeface="Calibri"/>
              </a:rPr>
              <a:t> of 1 in the </a:t>
            </a:r>
            <a:r>
              <a:rPr lang="fr-FR" sz="2000" dirty="0" err="1">
                <a:cs typeface="Calibri"/>
              </a:rPr>
              <a:t>mask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4C68C4-AC74-ADF6-6D9E-D6B7DA65C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724" y="398833"/>
            <a:ext cx="5525670" cy="54474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7409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IP RANGES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4" y="1633261"/>
            <a:ext cx="3575413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Masks</a:t>
            </a:r>
            <a:r>
              <a:rPr lang="fr-FR" sz="2000" dirty="0"/>
              <a:t> &amp; CIDR </a:t>
            </a:r>
            <a:r>
              <a:rPr lang="fr-FR" sz="2000" dirty="0" err="1"/>
              <a:t>example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latin typeface="Consolas" panose="020B0609020204030204" pitchFamily="49" charset="0"/>
                <a:cs typeface="Calibri"/>
              </a:rPr>
              <a:t>Ex:   123.126.189.121/16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Consolas" panose="020B0609020204030204" pitchFamily="49" charset="0"/>
                <a:cs typeface="Calibri"/>
              </a:rPr>
              <a:t>Mask: 255.255.0.0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Consolas" panose="020B0609020204030204" pitchFamily="49" charset="0"/>
                <a:cs typeface="Calibri"/>
              </a:rPr>
              <a:t>Begin 123.126.0.0</a:t>
            </a:r>
          </a:p>
          <a:p>
            <a:pPr>
              <a:lnSpc>
                <a:spcPct val="150000"/>
              </a:lnSpc>
            </a:pPr>
            <a:r>
              <a:rPr lang="fr-FR" sz="2000">
                <a:latin typeface="Consolas" panose="020B0609020204030204" pitchFamily="49" charset="0"/>
                <a:cs typeface="Calibri"/>
              </a:rPr>
              <a:t>End   123.126.255.255</a:t>
            </a:r>
            <a:endParaRPr lang="fr-FR" sz="2000" dirty="0">
              <a:latin typeface="Consolas" panose="020B0609020204030204" pitchFamily="49" charset="0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>
              <a:latin typeface="Consolas" panose="020B0609020204030204" pitchFamily="49" charset="0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 err="1">
                <a:latin typeface="Consolas" panose="020B0609020204030204" pitchFamily="49" charset="0"/>
                <a:cs typeface="Calibri"/>
              </a:rPr>
              <a:t>Number</a:t>
            </a:r>
            <a:r>
              <a:rPr lang="fr-FR" sz="2000" dirty="0">
                <a:latin typeface="Consolas" panose="020B0609020204030204" pitchFamily="49" charset="0"/>
                <a:cs typeface="Calibri"/>
              </a:rPr>
              <a:t> of </a:t>
            </a:r>
            <a:r>
              <a:rPr lang="fr-FR" sz="2000" dirty="0" err="1">
                <a:latin typeface="Consolas" panose="020B0609020204030204" pitchFamily="49" charset="0"/>
                <a:cs typeface="Calibri"/>
              </a:rPr>
              <a:t>addresses</a:t>
            </a:r>
            <a:r>
              <a:rPr lang="fr-FR" sz="2000" dirty="0">
                <a:latin typeface="Consolas" panose="020B0609020204030204" pitchFamily="49" charset="0"/>
                <a:cs typeface="Calibri"/>
              </a:rPr>
              <a:t> ?</a:t>
            </a:r>
            <a:endParaRPr lang="fr-FR" sz="2000" dirty="0"/>
          </a:p>
        </p:txBody>
      </p:sp>
      <p:pic>
        <p:nvPicPr>
          <p:cNvPr id="3" name="Picture 2" descr="Working with IP Addresses | Brain Knowledge">
            <a:extLst>
              <a:ext uri="{FF2B5EF4-FFF2-40B4-BE49-F238E27FC236}">
                <a16:creationId xmlns:a16="http://schemas.microsoft.com/office/drawing/2014/main" id="{9CECFB18-5279-036F-3533-B03EAA768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446570"/>
            <a:ext cx="6964892" cy="576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25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the </a:t>
            </a:r>
            <a:r>
              <a:rPr lang="fr-FR" dirty="0" err="1"/>
              <a:t>Ip</a:t>
            </a:r>
            <a:r>
              <a:rPr lang="fr-FR" sz="2000" dirty="0" err="1"/>
              <a:t>s</a:t>
            </a:r>
            <a:r>
              <a:rPr lang="fr-FR" dirty="0"/>
              <a:t> in the </a:t>
            </a:r>
            <a:r>
              <a:rPr lang="fr-FR" dirty="0" err="1"/>
              <a:t>private</a:t>
            </a:r>
            <a:r>
              <a:rPr lang="fr-FR" dirty="0"/>
              <a:t> networks ?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4" y="1633261"/>
            <a:ext cx="4151146" cy="23529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New clients broadcast </a:t>
            </a:r>
            <a:r>
              <a:rPr lang="fr-FR" sz="2000" dirty="0" err="1"/>
              <a:t>their</a:t>
            </a:r>
            <a:br>
              <a:rPr lang="fr-FR" sz="2000" dirty="0"/>
            </a:br>
            <a:r>
              <a:rPr lang="fr-FR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MAC </a:t>
            </a:r>
            <a:r>
              <a:rPr lang="fr-FR" sz="20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address</a:t>
            </a: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The DHCP server </a:t>
            </a:r>
            <a:r>
              <a:rPr lang="fr-FR" sz="2000" dirty="0" err="1"/>
              <a:t>offers</a:t>
            </a:r>
            <a:r>
              <a:rPr lang="fr-FR" sz="2000" dirty="0"/>
              <a:t> </a:t>
            </a:r>
            <a:r>
              <a:rPr lang="fr-FR" sz="2000" dirty="0" err="1"/>
              <a:t>them</a:t>
            </a:r>
            <a:r>
              <a:rPr lang="fr-FR" sz="2000" dirty="0"/>
              <a:t> an IP </a:t>
            </a:r>
            <a:r>
              <a:rPr lang="fr-FR" sz="2000" dirty="0" err="1"/>
              <a:t>within</a:t>
            </a:r>
            <a:r>
              <a:rPr lang="fr-FR" sz="2000" dirty="0"/>
              <a:t> </a:t>
            </a:r>
            <a:r>
              <a:rPr lang="fr-FR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</a:t>
            </a:r>
            <a:r>
              <a:rPr lang="fr-FR" sz="20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configured</a:t>
            </a:r>
            <a:r>
              <a:rPr lang="fr-FR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range</a:t>
            </a: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122" name="Picture 2" descr="What is DHCP server and how to configure IT | newserverlife.com">
            <a:extLst>
              <a:ext uri="{FF2B5EF4-FFF2-40B4-BE49-F238E27FC236}">
                <a16:creationId xmlns:a16="http://schemas.microsoft.com/office/drawing/2014/main" id="{20B89178-C7C2-4A09-5629-B87EEF4BD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1" r="4230"/>
          <a:stretch/>
        </p:blipFill>
        <p:spPr bwMode="auto">
          <a:xfrm>
            <a:off x="4999443" y="1196776"/>
            <a:ext cx="6739467" cy="446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8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IP Address Space for 2016">
            <a:extLst>
              <a:ext uri="{FF2B5EF4-FFF2-40B4-BE49-F238E27FC236}">
                <a16:creationId xmlns:a16="http://schemas.microsoft.com/office/drawing/2014/main" id="{19DAEB1D-5575-4333-5BED-B56EC7443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5750"/>
            <a:ext cx="4762500" cy="628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the PUBLIC </a:t>
            </a:r>
            <a:r>
              <a:rPr lang="fr-FR" dirty="0" err="1"/>
              <a:t>Ip</a:t>
            </a:r>
            <a:r>
              <a:rPr lang="fr-FR" sz="2000" dirty="0" err="1"/>
              <a:t>s</a:t>
            </a:r>
            <a:r>
              <a:rPr lang="fr-FR" dirty="0"/>
              <a:t> ?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5683614" cy="43842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ICANN / IANA </a:t>
            </a:r>
            <a:r>
              <a:rPr lang="fr-FR" sz="2000" dirty="0" err="1"/>
              <a:t>maintains</a:t>
            </a:r>
            <a:r>
              <a:rPr lang="fr-FR" sz="2000" dirty="0"/>
              <a:t> the public IP </a:t>
            </a:r>
            <a:r>
              <a:rPr lang="fr-FR" sz="2000" dirty="0" err="1"/>
              <a:t>owners</a:t>
            </a:r>
            <a:r>
              <a:rPr lang="fr-FR" sz="2000" dirty="0"/>
              <a:t> DB</a:t>
            </a:r>
            <a:br>
              <a:rPr lang="fr-FR" sz="2000" dirty="0"/>
            </a:b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800" dirty="0"/>
              <a:t>Live </a:t>
            </a:r>
            <a:r>
              <a:rPr lang="fr-FR" sz="2800" dirty="0" err="1"/>
              <a:t>demo</a:t>
            </a:r>
            <a:r>
              <a:rPr lang="fr-FR" sz="2800" dirty="0"/>
              <a:t> </a:t>
            </a:r>
            <a:r>
              <a:rPr lang="en-GB" sz="2400" dirty="0"/>
              <a:t>✨</a:t>
            </a:r>
          </a:p>
          <a:p>
            <a:pPr>
              <a:lnSpc>
                <a:spcPct val="150000"/>
              </a:lnSpc>
            </a:pPr>
            <a:br>
              <a:rPr lang="fr-FR" sz="2000" dirty="0"/>
            </a:br>
            <a:r>
              <a:rPr lang="fr-FR" sz="2000" dirty="0">
                <a:solidFill>
                  <a:srgbClr val="33CC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https://www.nirsoft.net/countryip/fr_owner.html</a:t>
            </a:r>
            <a:endParaRPr lang="fr-FR" sz="2000" dirty="0">
              <a:solidFill>
                <a:srgbClr val="33CCFF"/>
              </a:solidFill>
            </a:endParaRPr>
          </a:p>
          <a:p>
            <a:pPr>
              <a:lnSpc>
                <a:spcPct val="150000"/>
              </a:lnSpc>
            </a:pP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000" dirty="0"/>
              <a:t>➡️ IPv4 </a:t>
            </a:r>
            <a:r>
              <a:rPr lang="fr-FR" sz="2000" dirty="0" err="1"/>
              <a:t>starvation</a:t>
            </a:r>
            <a:r>
              <a:rPr lang="fr-FR" sz="2000" dirty="0"/>
              <a:t> &amp; migration to IPv6</a:t>
            </a:r>
          </a:p>
        </p:txBody>
      </p:sp>
      <p:pic>
        <p:nvPicPr>
          <p:cNvPr id="8196" name="Picture 4" descr="IP changes from year 2007-2016">
            <a:extLst>
              <a:ext uri="{FF2B5EF4-FFF2-40B4-BE49-F238E27FC236}">
                <a16:creationId xmlns:a16="http://schemas.microsoft.com/office/drawing/2014/main" id="{5F9B02A5-0563-5D15-7B01-7600AE7F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5750"/>
            <a:ext cx="4762500" cy="628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42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DNS </a:t>
            </a:r>
            <a:r>
              <a:rPr lang="fr-FR" dirty="0" err="1"/>
              <a:t>resolution</a:t>
            </a:r>
            <a:r>
              <a:rPr lang="fr-FR" dirty="0"/>
              <a:t>  / </a:t>
            </a:r>
            <a:r>
              <a:rPr lang="fr-FR" dirty="0" err="1"/>
              <a:t>Who</a:t>
            </a:r>
            <a:r>
              <a:rPr lang="fr-FR" dirty="0"/>
              <a:t> USE the </a:t>
            </a:r>
            <a:r>
              <a:rPr lang="fr-FR" dirty="0" err="1"/>
              <a:t>Ip</a:t>
            </a:r>
            <a:r>
              <a:rPr lang="fr-FR" sz="2000" dirty="0" err="1"/>
              <a:t>s</a:t>
            </a:r>
            <a:r>
              <a:rPr lang="fr-FR" dirty="0"/>
              <a:t> ?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7808747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End </a:t>
            </a:r>
            <a:r>
              <a:rPr lang="fr-FR" sz="2000" dirty="0" err="1"/>
              <a:t>users</a:t>
            </a:r>
            <a:r>
              <a:rPr lang="fr-FR" sz="2000" dirty="0"/>
              <a:t> use </a:t>
            </a:r>
            <a:r>
              <a:rPr lang="fr-FR" sz="2000" dirty="0" err="1"/>
              <a:t>domain</a:t>
            </a:r>
            <a:r>
              <a:rPr lang="fr-FR" sz="2000" dirty="0"/>
              <a:t> </a:t>
            </a:r>
            <a:r>
              <a:rPr lang="fr-FR" sz="2000" dirty="0" err="1"/>
              <a:t>names</a:t>
            </a:r>
            <a:r>
              <a:rPr lang="fr-FR" sz="2000" dirty="0"/>
              <a:t> </a:t>
            </a:r>
            <a:r>
              <a:rPr lang="fr-FR" sz="2000" dirty="0" err="1"/>
              <a:t>instead</a:t>
            </a:r>
            <a:r>
              <a:rPr lang="fr-FR" sz="2000" dirty="0"/>
              <a:t> of </a:t>
            </a:r>
            <a:r>
              <a:rPr lang="fr-FR" sz="2000" dirty="0" err="1"/>
              <a:t>IPs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Ex: go do a web </a:t>
            </a:r>
            <a:r>
              <a:rPr lang="fr-FR" sz="2000" dirty="0" err="1"/>
              <a:t>search</a:t>
            </a:r>
            <a:r>
              <a:rPr lang="fr-FR" sz="2000" dirty="0"/>
              <a:t> on 142.250.201.174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DNS servers </a:t>
            </a:r>
            <a:r>
              <a:rPr lang="fr-FR" sz="2000" dirty="0" err="1"/>
              <a:t>maintain</a:t>
            </a:r>
            <a:r>
              <a:rPr lang="fr-FR" sz="2000" dirty="0"/>
              <a:t> a </a:t>
            </a:r>
            <a:r>
              <a:rPr lang="fr-FR" sz="2000" dirty="0" err="1"/>
              <a:t>cached</a:t>
            </a:r>
            <a:r>
              <a:rPr lang="fr-FR" sz="2000" dirty="0"/>
              <a:t> DB of mapping IP &lt;-&gt; Domain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56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56E657E-1D81-72B6-DCD9-C57C29FDAFF2}"/>
              </a:ext>
            </a:extLst>
          </p:cNvPr>
          <p:cNvSpPr/>
          <p:nvPr/>
        </p:nvSpPr>
        <p:spPr>
          <a:xfrm>
            <a:off x="497053" y="3491925"/>
            <a:ext cx="4902200" cy="304800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dirty="0"/>
              <a:t>Server</a:t>
            </a:r>
            <a:endParaRPr lang="en-GB" sz="2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Chain of trust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015194"/>
            <a:ext cx="2144547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TLS Certificates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9CB6D3-8489-0751-C9EA-BB25D10979C7}"/>
              </a:ext>
            </a:extLst>
          </p:cNvPr>
          <p:cNvSpPr txBox="1"/>
          <p:nvPr/>
        </p:nvSpPr>
        <p:spPr>
          <a:xfrm>
            <a:off x="461665" y="1710667"/>
            <a:ext cx="7808747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Bunch</a:t>
            </a:r>
            <a:r>
              <a:rPr lang="fr-FR" sz="2000" dirty="0"/>
              <a:t> of data, </a:t>
            </a:r>
            <a:r>
              <a:rPr lang="fr-FR" sz="2000" dirty="0" err="1"/>
              <a:t>including</a:t>
            </a:r>
            <a:r>
              <a:rPr lang="fr-FR" sz="2000" dirty="0"/>
              <a:t> an internet </a:t>
            </a:r>
            <a:r>
              <a:rPr lang="fr-FR" sz="2000" dirty="0" err="1"/>
              <a:t>domain</a:t>
            </a:r>
            <a:r>
              <a:rPr lang="fr-FR" sz="2000" dirty="0"/>
              <a:t> and a public key</a:t>
            </a:r>
            <a:br>
              <a:rPr lang="fr-FR" sz="2000" dirty="0"/>
            </a:b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gets</a:t>
            </a:r>
            <a:r>
              <a:rPr lang="fr-FR" sz="2000" dirty="0"/>
              <a:t> </a:t>
            </a:r>
            <a:r>
              <a:rPr lang="fr-FR" sz="2000" dirty="0" err="1"/>
              <a:t>cryptographicaly</a:t>
            </a:r>
            <a:r>
              <a:rPr lang="fr-FR" sz="2000" dirty="0"/>
              <a:t> </a:t>
            </a:r>
            <a:r>
              <a:rPr lang="fr-FR" sz="2000" dirty="0" err="1"/>
              <a:t>signed</a:t>
            </a:r>
            <a:r>
              <a:rPr lang="fr-FR" sz="2000" dirty="0"/>
              <a:t> by a </a:t>
            </a:r>
            <a:r>
              <a:rPr lang="fr-FR" sz="2000" dirty="0" err="1"/>
              <a:t>private</a:t>
            </a:r>
            <a:r>
              <a:rPr lang="fr-FR" sz="2000" dirty="0"/>
              <a:t> key</a:t>
            </a:r>
            <a:endParaRPr lang="fr-FR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Image 4" descr="Une image contenant symbole, capture d’écran, logo, Graphique&#10;&#10;Description générée automatiquement">
            <a:extLst>
              <a:ext uri="{FF2B5EF4-FFF2-40B4-BE49-F238E27FC236}">
                <a16:creationId xmlns:a16="http://schemas.microsoft.com/office/drawing/2014/main" id="{E395DAA3-5EF4-10CE-3C43-FD7A0A1CF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89" y="4260076"/>
            <a:ext cx="1626601" cy="1626601"/>
          </a:xfrm>
          <a:prstGeom prst="rect">
            <a:avLst/>
          </a:prstGeom>
        </p:spPr>
      </p:pic>
      <p:pic>
        <p:nvPicPr>
          <p:cNvPr id="7" name="Image 6" descr="Une image contenant Graphique, graphisme, symbole, logo&#10;&#10;Description générée automatiquement">
            <a:extLst>
              <a:ext uri="{FF2B5EF4-FFF2-40B4-BE49-F238E27FC236}">
                <a16:creationId xmlns:a16="http://schemas.microsoft.com/office/drawing/2014/main" id="{7764D8CA-E3DA-5D45-C94F-2B2D2ADA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626" y="3554939"/>
            <a:ext cx="1304510" cy="1304510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A7157EDD-FBD6-E771-4E5B-D31D24E585F2}"/>
              </a:ext>
            </a:extLst>
          </p:cNvPr>
          <p:cNvGrpSpPr/>
          <p:nvPr/>
        </p:nvGrpSpPr>
        <p:grpSpPr>
          <a:xfrm>
            <a:off x="6925734" y="3549242"/>
            <a:ext cx="4902200" cy="3048000"/>
            <a:chOff x="6400801" y="3549242"/>
            <a:chExt cx="4902200" cy="3048000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59AD9A66-3B68-68A3-7E18-A38D6C3906EB}"/>
                </a:ext>
              </a:extLst>
            </p:cNvPr>
            <p:cNvSpPr/>
            <p:nvPr/>
          </p:nvSpPr>
          <p:spPr>
            <a:xfrm>
              <a:off x="6400801" y="3549242"/>
              <a:ext cx="4902200" cy="30480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sz="2800" dirty="0" err="1"/>
                <a:t>Authority</a:t>
              </a:r>
              <a:endParaRPr lang="en-GB" sz="2800" dirty="0"/>
            </a:p>
          </p:txBody>
        </p:sp>
        <p:pic>
          <p:nvPicPr>
            <p:cNvPr id="11" name="Image 10" descr="Une image contenant symbole, capture d’écran, logo, Graphique&#10;&#10;Description générée automatiquement">
              <a:extLst>
                <a:ext uri="{FF2B5EF4-FFF2-40B4-BE49-F238E27FC236}">
                  <a16:creationId xmlns:a16="http://schemas.microsoft.com/office/drawing/2014/main" id="{7C0D8130-C411-1B6C-D8B5-D57A76C2E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8161" y="4141909"/>
              <a:ext cx="1626601" cy="1626601"/>
            </a:xfrm>
            <a:prstGeom prst="rect">
              <a:avLst/>
            </a:prstGeom>
          </p:spPr>
        </p:pic>
        <p:pic>
          <p:nvPicPr>
            <p:cNvPr id="12" name="Image 11" descr="Une image contenant Graphique, graphisme, symbole, logo&#10;&#10;Description générée automatiquement">
              <a:extLst>
                <a:ext uri="{FF2B5EF4-FFF2-40B4-BE49-F238E27FC236}">
                  <a16:creationId xmlns:a16="http://schemas.microsoft.com/office/drawing/2014/main" id="{5E4C5031-05F0-C280-91CB-8C7D1133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18826" y="4141909"/>
              <a:ext cx="1884001" cy="1884001"/>
            </a:xfrm>
            <a:prstGeom prst="rect">
              <a:avLst/>
            </a:prstGeom>
          </p:spPr>
        </p:pic>
      </p:grp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5150FBF-4CE1-81E1-8FE2-C2EC09E71098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flipH="1" flipV="1">
            <a:off x="4544136" y="4207194"/>
            <a:ext cx="2718958" cy="748016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38888C7B-6682-4950-5A23-BD7BA2A3FC8D}"/>
              </a:ext>
            </a:extLst>
          </p:cNvPr>
          <p:cNvSpPr txBox="1"/>
          <p:nvPr/>
        </p:nvSpPr>
        <p:spPr>
          <a:xfrm>
            <a:off x="5489912" y="4012881"/>
            <a:ext cx="1358081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 err="1"/>
              <a:t>Verifies</a:t>
            </a:r>
            <a:r>
              <a:rPr lang="fr-FR" sz="2000" i="1" dirty="0"/>
              <a:t> &amp; </a:t>
            </a:r>
            <a:r>
              <a:rPr lang="fr-FR" sz="2000" i="1" dirty="0" err="1"/>
              <a:t>Signs</a:t>
            </a:r>
            <a:r>
              <a:rPr lang="fr-FR" sz="2000" i="1" dirty="0"/>
              <a:t> (2)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E8D42A1-1630-F53A-6F7E-FDEF790AB1EE}"/>
              </a:ext>
            </a:extLst>
          </p:cNvPr>
          <p:cNvSpPr txBox="1"/>
          <p:nvPr/>
        </p:nvSpPr>
        <p:spPr>
          <a:xfrm>
            <a:off x="2862665" y="4777296"/>
            <a:ext cx="2632202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Certificate</a:t>
            </a:r>
            <a:r>
              <a:rPr lang="fr-FR" sz="2000" dirty="0"/>
              <a:t> (public)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EF923DE-0597-35E1-A7FF-3136ABC7F3D2}"/>
              </a:ext>
            </a:extLst>
          </p:cNvPr>
          <p:cNvSpPr txBox="1"/>
          <p:nvPr/>
        </p:nvSpPr>
        <p:spPr>
          <a:xfrm>
            <a:off x="834413" y="5886440"/>
            <a:ext cx="1337501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Private</a:t>
            </a:r>
            <a:r>
              <a:rPr lang="fr-FR" sz="2000" dirty="0"/>
              <a:t> key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4DA916D-2A6D-6180-A11A-E82BF377F156}"/>
              </a:ext>
            </a:extLst>
          </p:cNvPr>
          <p:cNvSpPr txBox="1"/>
          <p:nvPr/>
        </p:nvSpPr>
        <p:spPr>
          <a:xfrm>
            <a:off x="9559798" y="5968186"/>
            <a:ext cx="2632202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Certificate</a:t>
            </a:r>
            <a:r>
              <a:rPr lang="fr-FR" sz="2000" dirty="0"/>
              <a:t> (public)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190A4C7-7216-3A07-399F-615309AB64DA}"/>
              </a:ext>
            </a:extLst>
          </p:cNvPr>
          <p:cNvSpPr txBox="1"/>
          <p:nvPr/>
        </p:nvSpPr>
        <p:spPr>
          <a:xfrm>
            <a:off x="7506863" y="5968186"/>
            <a:ext cx="1337501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Private</a:t>
            </a:r>
            <a:r>
              <a:rPr lang="fr-FR" sz="2000" dirty="0"/>
              <a:t> key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CC9C502B-7E09-82E5-00A0-AEE0F9DD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834" y="728133"/>
            <a:ext cx="1922421" cy="199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4FD01E40-88BB-9A88-F32A-91F71DDCE970}"/>
              </a:ext>
            </a:extLst>
          </p:cNvPr>
          <p:cNvSpPr txBox="1"/>
          <p:nvPr/>
        </p:nvSpPr>
        <p:spPr>
          <a:xfrm>
            <a:off x="9759824" y="156622"/>
            <a:ext cx="1922421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Browser</a:t>
            </a:r>
            <a:endParaRPr lang="fr-FR" sz="2000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8D2D4F9-0F95-1859-7261-FD5D17BBBDBC}"/>
              </a:ext>
            </a:extLst>
          </p:cNvPr>
          <p:cNvCxnSpPr>
            <a:cxnSpLocks/>
            <a:stCxn id="9220" idx="2"/>
            <a:endCxn id="12" idx="0"/>
          </p:cNvCxnSpPr>
          <p:nvPr/>
        </p:nvCxnSpPr>
        <p:spPr>
          <a:xfrm flipH="1">
            <a:off x="10285760" y="2725453"/>
            <a:ext cx="52285" cy="1416456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153D6E70-5AC6-1281-0496-6CD5A1848040}"/>
              </a:ext>
            </a:extLst>
          </p:cNvPr>
          <p:cNvSpPr txBox="1"/>
          <p:nvPr/>
        </p:nvSpPr>
        <p:spPr>
          <a:xfrm>
            <a:off x="10414239" y="2811828"/>
            <a:ext cx="1337501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Trusts (0)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45608AB4-20AC-635B-89EE-FAB08EBBF7F4}"/>
              </a:ext>
            </a:extLst>
          </p:cNvPr>
          <p:cNvCxnSpPr>
            <a:cxnSpLocks/>
            <a:stCxn id="9220" idx="1"/>
            <a:endCxn id="7" idx="3"/>
          </p:cNvCxnSpPr>
          <p:nvPr/>
        </p:nvCxnSpPr>
        <p:spPr>
          <a:xfrm flipH="1">
            <a:off x="4544136" y="1726793"/>
            <a:ext cx="4832698" cy="2480401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79640029-7EE7-8364-A16F-716E87836A14}"/>
              </a:ext>
            </a:extLst>
          </p:cNvPr>
          <p:cNvSpPr txBox="1"/>
          <p:nvPr/>
        </p:nvSpPr>
        <p:spPr>
          <a:xfrm>
            <a:off x="5622984" y="2648588"/>
            <a:ext cx="1337501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Trusts (3)</a:t>
            </a:r>
          </a:p>
        </p:txBody>
      </p:sp>
      <p:pic>
        <p:nvPicPr>
          <p:cNvPr id="30" name="Graphique 29" descr="Employee Badge">
            <a:extLst>
              <a:ext uri="{FF2B5EF4-FFF2-40B4-BE49-F238E27FC236}">
                <a16:creationId xmlns:a16="http://schemas.microsoft.com/office/drawing/2014/main" id="{541F06E4-6DE4-FB90-DDC2-AEE7884D82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1453" y="5349088"/>
            <a:ext cx="862549" cy="862549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9D03204C-1FD8-28A4-6C6C-D1AACE640910}"/>
              </a:ext>
            </a:extLst>
          </p:cNvPr>
          <p:cNvSpPr txBox="1"/>
          <p:nvPr/>
        </p:nvSpPr>
        <p:spPr>
          <a:xfrm>
            <a:off x="2868490" y="5990396"/>
            <a:ext cx="2363910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Site </a:t>
            </a:r>
            <a:r>
              <a:rPr lang="fr-FR" sz="2000" dirty="0" err="1"/>
              <a:t>ownership</a:t>
            </a:r>
            <a:r>
              <a:rPr lang="fr-FR" sz="2000" dirty="0"/>
              <a:t> data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0498409A-EBFF-22DB-9BC6-742C4F54D0AD}"/>
              </a:ext>
            </a:extLst>
          </p:cNvPr>
          <p:cNvCxnSpPr>
            <a:cxnSpLocks/>
            <a:stCxn id="30" idx="3"/>
            <a:endCxn id="11" idx="1"/>
          </p:cNvCxnSpPr>
          <p:nvPr/>
        </p:nvCxnSpPr>
        <p:spPr>
          <a:xfrm flipV="1">
            <a:off x="4394002" y="4955210"/>
            <a:ext cx="2869092" cy="825153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7AAEC419-7233-F737-BC40-02C9375DCE86}"/>
              </a:ext>
            </a:extLst>
          </p:cNvPr>
          <p:cNvSpPr txBox="1"/>
          <p:nvPr/>
        </p:nvSpPr>
        <p:spPr>
          <a:xfrm>
            <a:off x="5464441" y="5307857"/>
            <a:ext cx="150714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 err="1"/>
              <a:t>Requests</a:t>
            </a:r>
            <a:r>
              <a:rPr lang="fr-FR" sz="2000" i="1" dirty="0"/>
              <a:t> (1)</a:t>
            </a:r>
          </a:p>
        </p:txBody>
      </p:sp>
    </p:spTree>
    <p:extLst>
      <p:ext uri="{BB962C8B-B14F-4D97-AF65-F5344CB8AC3E}">
        <p14:creationId xmlns:p14="http://schemas.microsoft.com/office/powerpoint/2010/main" val="181304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  <p:bldP spid="19" grpId="0"/>
      <p:bldP spid="20" grpId="0"/>
      <p:bldP spid="23" grpId="0"/>
      <p:bldP spid="27" grpId="0"/>
      <p:bldP spid="31" grpId="0"/>
      <p:bldP spid="32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DC089D85-D9F7-9F18-A67C-6BF95F3BE6DF}"/>
              </a:ext>
            </a:extLst>
          </p:cNvPr>
          <p:cNvSpPr/>
          <p:nvPr/>
        </p:nvSpPr>
        <p:spPr>
          <a:xfrm>
            <a:off x="298661" y="1514011"/>
            <a:ext cx="4609095" cy="5081522"/>
          </a:xfrm>
          <a:prstGeom prst="roundRect">
            <a:avLst>
              <a:gd name="adj" fmla="val 3257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dirty="0"/>
              <a:t>Client</a:t>
            </a:r>
            <a:endParaRPr lang="en-GB" sz="2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HTTPS communication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015194"/>
            <a:ext cx="3092814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Server </a:t>
            </a:r>
            <a:r>
              <a:rPr lang="fr-FR" sz="2000" i="1" dirty="0" err="1"/>
              <a:t>authentication</a:t>
            </a:r>
            <a:endParaRPr lang="fr-FR" sz="2000" i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9CB6D3-8489-0751-C9EA-BB25D10979C7}"/>
              </a:ext>
            </a:extLst>
          </p:cNvPr>
          <p:cNvSpPr txBox="1"/>
          <p:nvPr/>
        </p:nvSpPr>
        <p:spPr>
          <a:xfrm>
            <a:off x="3478731" y="1761411"/>
            <a:ext cx="2407713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/>
              <a:t>(3) </a:t>
            </a:r>
            <a:r>
              <a:rPr lang="fr-FR" sz="2400" b="1" dirty="0" err="1"/>
              <a:t>Verification</a:t>
            </a:r>
            <a:endParaRPr lang="fr-FR" sz="2400" b="1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AF53CFE-74CE-638E-D343-BA62B9930BB4}"/>
              </a:ext>
            </a:extLst>
          </p:cNvPr>
          <p:cNvGrpSpPr/>
          <p:nvPr/>
        </p:nvGrpSpPr>
        <p:grpSpPr>
          <a:xfrm>
            <a:off x="7234951" y="1438546"/>
            <a:ext cx="4902200" cy="4886053"/>
            <a:chOff x="497053" y="2958524"/>
            <a:chExt cx="4902200" cy="4886053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F56E657E-1D81-72B6-DCD9-C57C29FDAFF2}"/>
                </a:ext>
              </a:extLst>
            </p:cNvPr>
            <p:cNvSpPr/>
            <p:nvPr/>
          </p:nvSpPr>
          <p:spPr>
            <a:xfrm>
              <a:off x="497053" y="2958524"/>
              <a:ext cx="4902200" cy="4886053"/>
            </a:xfrm>
            <a:prstGeom prst="roundRect">
              <a:avLst>
                <a:gd name="adj" fmla="val 2458"/>
              </a:avLst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sz="2800" dirty="0"/>
                <a:t>Server</a:t>
              </a:r>
              <a:endParaRPr lang="en-GB" sz="2800" dirty="0"/>
            </a:p>
          </p:txBody>
        </p:sp>
        <p:pic>
          <p:nvPicPr>
            <p:cNvPr id="5" name="Image 4" descr="Une image contenant symbole, capture d’écran, logo, Graphique&#10;&#10;Description générée automatiquement">
              <a:extLst>
                <a:ext uri="{FF2B5EF4-FFF2-40B4-BE49-F238E27FC236}">
                  <a16:creationId xmlns:a16="http://schemas.microsoft.com/office/drawing/2014/main" id="{E395DAA3-5EF4-10CE-3C43-FD7A0A1CF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7453" y="4713374"/>
              <a:ext cx="1094701" cy="1094701"/>
            </a:xfrm>
            <a:prstGeom prst="rect">
              <a:avLst/>
            </a:prstGeom>
          </p:spPr>
        </p:pic>
        <p:pic>
          <p:nvPicPr>
            <p:cNvPr id="7" name="Image 6" descr="Une image contenant Graphique, graphisme, symbole, logo&#10;&#10;Description générée automatiquement">
              <a:extLst>
                <a:ext uri="{FF2B5EF4-FFF2-40B4-BE49-F238E27FC236}">
                  <a16:creationId xmlns:a16="http://schemas.microsoft.com/office/drawing/2014/main" id="{7764D8CA-E3DA-5D45-C94F-2B2D2ADA1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821" y="4559835"/>
              <a:ext cx="1272940" cy="127294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E8D42A1-1630-F53A-6F7E-FDEF790AB1EE}"/>
                </a:ext>
              </a:extLst>
            </p:cNvPr>
            <p:cNvSpPr txBox="1"/>
            <p:nvPr/>
          </p:nvSpPr>
          <p:spPr>
            <a:xfrm>
              <a:off x="622200" y="5788234"/>
              <a:ext cx="2632202" cy="50629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2000" dirty="0" err="1"/>
                <a:t>Certificate</a:t>
              </a:r>
              <a:r>
                <a:rPr lang="fr-FR" sz="2000" dirty="0"/>
                <a:t> (public)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EF923DE-0597-35E1-A7FF-3136ABC7F3D2}"/>
                </a:ext>
              </a:extLst>
            </p:cNvPr>
            <p:cNvSpPr txBox="1"/>
            <p:nvPr/>
          </p:nvSpPr>
          <p:spPr>
            <a:xfrm>
              <a:off x="3307453" y="5770513"/>
              <a:ext cx="1337501" cy="50629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2000" dirty="0" err="1"/>
                <a:t>Private</a:t>
              </a:r>
              <a:r>
                <a:rPr lang="fr-FR" sz="2000" dirty="0"/>
                <a:t> key</a:t>
              </a:r>
            </a:p>
          </p:txBody>
        </p: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64DA916D-2A6D-6180-A11A-E82BF377F156}"/>
              </a:ext>
            </a:extLst>
          </p:cNvPr>
          <p:cNvSpPr txBox="1"/>
          <p:nvPr/>
        </p:nvSpPr>
        <p:spPr>
          <a:xfrm>
            <a:off x="2402886" y="2066522"/>
            <a:ext cx="2874689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Trusted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Certificate</a:t>
            </a:r>
            <a:r>
              <a:rPr lang="fr-FR" sz="2000" dirty="0"/>
              <a:t> </a:t>
            </a:r>
            <a:r>
              <a:rPr lang="fr-FR" sz="2000" dirty="0" err="1"/>
              <a:t>Authorities</a:t>
            </a:r>
            <a:endParaRPr lang="fr-FR" sz="2000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CC9C502B-7E09-82E5-00A0-AEE0F9DD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835" y="3232604"/>
            <a:ext cx="1922421" cy="199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" name="Groupe 59">
            <a:extLst>
              <a:ext uri="{FF2B5EF4-FFF2-40B4-BE49-F238E27FC236}">
                <a16:creationId xmlns:a16="http://schemas.microsoft.com/office/drawing/2014/main" id="{8A865762-3FE5-DE4D-0065-1774D525FE54}"/>
              </a:ext>
            </a:extLst>
          </p:cNvPr>
          <p:cNvGrpSpPr/>
          <p:nvPr/>
        </p:nvGrpSpPr>
        <p:grpSpPr>
          <a:xfrm>
            <a:off x="900877" y="2200399"/>
            <a:ext cx="1382541" cy="1221735"/>
            <a:chOff x="719926" y="1849997"/>
            <a:chExt cx="1382541" cy="1221735"/>
          </a:xfrm>
        </p:grpSpPr>
        <p:pic>
          <p:nvPicPr>
            <p:cNvPr id="4" name="Image 3" descr="Une image contenant Graphique, graphisme, symbole, logo&#10;&#10;Description générée automatiquement">
              <a:extLst>
                <a:ext uri="{FF2B5EF4-FFF2-40B4-BE49-F238E27FC236}">
                  <a16:creationId xmlns:a16="http://schemas.microsoft.com/office/drawing/2014/main" id="{EA84228D-83CE-74AD-5067-31A957932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926" y="1849997"/>
              <a:ext cx="851131" cy="851131"/>
            </a:xfrm>
            <a:prstGeom prst="rect">
              <a:avLst/>
            </a:prstGeom>
          </p:spPr>
        </p:pic>
        <p:pic>
          <p:nvPicPr>
            <p:cNvPr id="9" name="Image 8" descr="Une image contenant Graphique, graphisme, symbole, logo&#10;&#10;Description générée automatiquement">
              <a:extLst>
                <a:ext uri="{FF2B5EF4-FFF2-40B4-BE49-F238E27FC236}">
                  <a16:creationId xmlns:a16="http://schemas.microsoft.com/office/drawing/2014/main" id="{9D1394A2-B4C1-0C6D-F89A-C9A8DADD3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6958" y="2035299"/>
              <a:ext cx="851131" cy="851131"/>
            </a:xfrm>
            <a:prstGeom prst="rect">
              <a:avLst/>
            </a:prstGeom>
          </p:spPr>
        </p:pic>
        <p:pic>
          <p:nvPicPr>
            <p:cNvPr id="13" name="Image 12" descr="Une image contenant Graphique, graphisme, symbole, logo&#10;&#10;Description générée automatiquement">
              <a:extLst>
                <a:ext uri="{FF2B5EF4-FFF2-40B4-BE49-F238E27FC236}">
                  <a16:creationId xmlns:a16="http://schemas.microsoft.com/office/drawing/2014/main" id="{40BB5860-D2AE-844C-A647-60CE86C60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1336" y="2220601"/>
              <a:ext cx="851131" cy="851131"/>
            </a:xfrm>
            <a:prstGeom prst="rect">
              <a:avLst/>
            </a:prstGeom>
          </p:spPr>
        </p:pic>
      </p:grp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F4C6B8E-46DC-395B-0131-0B9E3B0D863A}"/>
              </a:ext>
            </a:extLst>
          </p:cNvPr>
          <p:cNvCxnSpPr>
            <a:cxnSpLocks/>
          </p:cNvCxnSpPr>
          <p:nvPr/>
        </p:nvCxnSpPr>
        <p:spPr>
          <a:xfrm flipV="1">
            <a:off x="4907756" y="3160193"/>
            <a:ext cx="2326955" cy="15482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B4978858-DEAF-45A1-9A9E-C58CBC87E361}"/>
              </a:ext>
            </a:extLst>
          </p:cNvPr>
          <p:cNvSpPr txBox="1"/>
          <p:nvPr/>
        </p:nvSpPr>
        <p:spPr>
          <a:xfrm>
            <a:off x="5234813" y="2590222"/>
            <a:ext cx="1922421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(1) Client  Hello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FD18285A-C5BB-B0B7-F4E4-3B9C3392EF6C}"/>
              </a:ext>
            </a:extLst>
          </p:cNvPr>
          <p:cNvCxnSpPr>
            <a:cxnSpLocks/>
          </p:cNvCxnSpPr>
          <p:nvPr/>
        </p:nvCxnSpPr>
        <p:spPr>
          <a:xfrm flipH="1" flipV="1">
            <a:off x="4957050" y="3682326"/>
            <a:ext cx="2277661" cy="15482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9584FBFF-51BB-F986-ECCE-CD44D43C7C61}"/>
              </a:ext>
            </a:extLst>
          </p:cNvPr>
          <p:cNvSpPr txBox="1"/>
          <p:nvPr/>
        </p:nvSpPr>
        <p:spPr>
          <a:xfrm>
            <a:off x="5001488" y="3676183"/>
            <a:ext cx="2830154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(2) Server </a:t>
            </a:r>
            <a:r>
              <a:rPr lang="fr-FR" sz="2000" i="1" dirty="0" err="1"/>
              <a:t>certificate</a:t>
            </a:r>
            <a:endParaRPr lang="fr-FR" sz="2000" i="1" dirty="0"/>
          </a:p>
        </p:txBody>
      </p:sp>
      <p:pic>
        <p:nvPicPr>
          <p:cNvPr id="11266" name="Picture 2" descr="Private key - Free security icons">
            <a:extLst>
              <a:ext uri="{FF2B5EF4-FFF2-40B4-BE49-F238E27FC236}">
                <a16:creationId xmlns:a16="http://schemas.microsoft.com/office/drawing/2014/main" id="{5A1CAAE0-E25A-D57B-EB55-7167E7865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532" y="5477307"/>
            <a:ext cx="694267" cy="69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Private key - Free security icons">
            <a:extLst>
              <a:ext uri="{FF2B5EF4-FFF2-40B4-BE49-F238E27FC236}">
                <a16:creationId xmlns:a16="http://schemas.microsoft.com/office/drawing/2014/main" id="{446637E9-FDE6-5344-876C-AF51F77B0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55" y="5322784"/>
            <a:ext cx="694267" cy="69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AEEDBB95-C225-6F95-802D-34DBCC96C6A8}"/>
              </a:ext>
            </a:extLst>
          </p:cNvPr>
          <p:cNvSpPr txBox="1"/>
          <p:nvPr/>
        </p:nvSpPr>
        <p:spPr>
          <a:xfrm>
            <a:off x="1908168" y="5511276"/>
            <a:ext cx="2562232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(4) </a:t>
            </a:r>
            <a:r>
              <a:rPr lang="fr-FR" sz="2000" i="1" dirty="0" err="1"/>
              <a:t>Shared</a:t>
            </a:r>
            <a:r>
              <a:rPr lang="fr-FR" sz="2000" i="1" dirty="0"/>
              <a:t> session key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16F87B6-42FE-C758-3708-37798E3497B1}"/>
              </a:ext>
            </a:extLst>
          </p:cNvPr>
          <p:cNvSpPr txBox="1"/>
          <p:nvPr/>
        </p:nvSpPr>
        <p:spPr>
          <a:xfrm>
            <a:off x="7943762" y="5535628"/>
            <a:ext cx="2562232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(4) </a:t>
            </a:r>
            <a:r>
              <a:rPr lang="fr-FR" sz="2000" i="1" dirty="0" err="1"/>
              <a:t>Shared</a:t>
            </a:r>
            <a:r>
              <a:rPr lang="fr-FR" sz="2000" i="1" dirty="0"/>
              <a:t> session key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EFF54F0E-7AB9-8D5B-6CC4-7C8C94CD358C}"/>
              </a:ext>
            </a:extLst>
          </p:cNvPr>
          <p:cNvCxnSpPr>
            <a:cxnSpLocks/>
          </p:cNvCxnSpPr>
          <p:nvPr/>
        </p:nvCxnSpPr>
        <p:spPr>
          <a:xfrm flipH="1">
            <a:off x="4907756" y="5384168"/>
            <a:ext cx="2326955" cy="379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265DC5EE-A632-ADB2-BD46-B93C9796D1C8}"/>
              </a:ext>
            </a:extLst>
          </p:cNvPr>
          <p:cNvSpPr txBox="1"/>
          <p:nvPr/>
        </p:nvSpPr>
        <p:spPr>
          <a:xfrm>
            <a:off x="5053223" y="5446631"/>
            <a:ext cx="3510499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(5) </a:t>
            </a:r>
            <a:r>
              <a:rPr lang="fr-FR" sz="2000" i="1" dirty="0" err="1"/>
              <a:t>Encrypted</a:t>
            </a:r>
            <a:r>
              <a:rPr lang="fr-FR" sz="2000" i="1" dirty="0"/>
              <a:t> data</a:t>
            </a:r>
          </a:p>
          <a:p>
            <a:pPr>
              <a:lnSpc>
                <a:spcPct val="150000"/>
              </a:lnSpc>
            </a:pPr>
            <a:r>
              <a:rPr lang="fr-FR" sz="2000" i="1" dirty="0"/>
              <a:t>exchange</a:t>
            </a:r>
          </a:p>
        </p:txBody>
      </p:sp>
    </p:spTree>
    <p:extLst>
      <p:ext uri="{BB962C8B-B14F-4D97-AF65-F5344CB8AC3E}">
        <p14:creationId xmlns:p14="http://schemas.microsoft.com/office/powerpoint/2010/main" val="195010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Reverse Proxy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8054279" cy="4661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Server </a:t>
            </a:r>
            <a:r>
              <a:rPr lang="fr-FR" sz="2000" dirty="0" err="1"/>
              <a:t>that</a:t>
            </a:r>
            <a:r>
              <a:rPr lang="fr-FR" sz="2000" dirty="0"/>
              <a:t> dispatches </a:t>
            </a:r>
            <a:r>
              <a:rPr lang="fr-FR" sz="2000" dirty="0" err="1"/>
              <a:t>requests</a:t>
            </a:r>
            <a:r>
              <a:rPr lang="fr-FR" sz="2000" dirty="0"/>
              <a:t> to </a:t>
            </a:r>
            <a:r>
              <a:rPr lang="fr-FR" sz="2000" dirty="0" err="1"/>
              <a:t>other</a:t>
            </a:r>
            <a:r>
              <a:rPr lang="fr-FR" sz="2000" dirty="0"/>
              <a:t> servers </a:t>
            </a:r>
            <a:r>
              <a:rPr lang="fr-FR" sz="2000" dirty="0" err="1"/>
              <a:t>called</a:t>
            </a:r>
            <a:r>
              <a:rPr lang="fr-FR" sz="2000" dirty="0"/>
              <a:t> </a:t>
            </a:r>
            <a:r>
              <a:rPr lang="fr-FR" sz="2000" b="1" dirty="0"/>
              <a:t>backends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Act</a:t>
            </a:r>
            <a:r>
              <a:rPr lang="fr-FR" sz="2000" dirty="0"/>
              <a:t> as a front </a:t>
            </a:r>
            <a:r>
              <a:rPr lang="fr-FR" sz="2000" dirty="0" err="1"/>
              <a:t>door</a:t>
            </a:r>
            <a:r>
              <a:rPr lang="fr-FR" sz="2000" dirty="0"/>
              <a:t>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Authentication</a:t>
            </a:r>
            <a:r>
              <a:rPr lang="fr-FR" sz="2000" dirty="0"/>
              <a:t> (TLS / </a:t>
            </a:r>
            <a:r>
              <a:rPr lang="fr-FR" sz="2000" dirty="0" err="1"/>
              <a:t>mTLS</a:t>
            </a:r>
            <a:r>
              <a:rPr lang="fr-FR" sz="20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Logging</a:t>
            </a:r>
            <a:r>
              <a:rPr lang="fr-FR" sz="2000" dirty="0"/>
              <a:t> </a:t>
            </a:r>
            <a:r>
              <a:rPr lang="fr-FR" sz="2000" dirty="0" err="1"/>
              <a:t>requests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Load</a:t>
            </a:r>
            <a:r>
              <a:rPr lang="fr-FR" sz="2000" dirty="0"/>
              <a:t> balancing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Hiding</a:t>
            </a:r>
            <a:r>
              <a:rPr lang="fr-FR" sz="2000" dirty="0"/>
              <a:t> the </a:t>
            </a:r>
            <a:r>
              <a:rPr lang="fr-FR" sz="2000" dirty="0" err="1"/>
              <a:t>complexity</a:t>
            </a:r>
            <a:r>
              <a:rPr lang="fr-FR" sz="2000" dirty="0"/>
              <a:t> / </a:t>
            </a:r>
            <a:r>
              <a:rPr lang="fr-FR" sz="2000" dirty="0" err="1"/>
              <a:t>internal</a:t>
            </a:r>
            <a:r>
              <a:rPr lang="fr-FR" sz="2000" dirty="0"/>
              <a:t> </a:t>
            </a:r>
            <a:r>
              <a:rPr lang="fr-FR" sz="2000" dirty="0" err="1"/>
              <a:t>topology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Caching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Can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implemented</a:t>
            </a:r>
            <a:r>
              <a:rPr lang="fr-FR" sz="2000" dirty="0"/>
              <a:t> in Go, JS or ...</a:t>
            </a:r>
            <a:endParaRPr lang="fr-FR" sz="20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13316" name="Picture 4" descr="What is a Reverse Proxy Server? Learn How they Protect You | UpGuard">
            <a:extLst>
              <a:ext uri="{FF2B5EF4-FFF2-40B4-BE49-F238E27FC236}">
                <a16:creationId xmlns:a16="http://schemas.microsoft.com/office/drawing/2014/main" id="{6F731958-94DC-C6CB-E5B3-B1B9B4F475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4" t="10568" r="13244" b="17076"/>
          <a:stretch/>
        </p:blipFill>
        <p:spPr bwMode="auto">
          <a:xfrm>
            <a:off x="5291667" y="2216920"/>
            <a:ext cx="5477934" cy="2931619"/>
          </a:xfrm>
          <a:prstGeom prst="roundRect">
            <a:avLst>
              <a:gd name="adj" fmla="val 397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 descr="A green and black logo&#10;&#10;Description automatically generated">
            <a:extLst>
              <a:ext uri="{FF2B5EF4-FFF2-40B4-BE49-F238E27FC236}">
                <a16:creationId xmlns:a16="http://schemas.microsoft.com/office/drawing/2014/main" id="{BAF1C96C-775A-BEDE-B5D1-7C6C4D5DD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137" y="5724144"/>
            <a:ext cx="2967980" cy="65646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7BF6732-C793-2CC9-37F6-F8E096B12E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0986" y="5488138"/>
            <a:ext cx="2961217" cy="11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2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Reverse Proxy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1157454" y="2734734"/>
            <a:ext cx="9148597" cy="8337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600" dirty="0"/>
              <a:t>Live </a:t>
            </a:r>
            <a:r>
              <a:rPr lang="fr-FR" sz="3600" err="1"/>
              <a:t>demo</a:t>
            </a:r>
            <a:r>
              <a:rPr lang="fr-FR" sz="3600" dirty="0"/>
              <a:t>, </a:t>
            </a:r>
            <a:r>
              <a:rPr lang="fr-FR" sz="36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datalab-services proxy</a:t>
            </a:r>
            <a:r>
              <a:rPr lang="en-GB" sz="3600" dirty="0"/>
              <a:t>✨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A072BCE-DFCD-C688-26A9-8956AF597378}"/>
              </a:ext>
            </a:extLst>
          </p:cNvPr>
          <p:cNvSpPr txBox="1"/>
          <p:nvPr/>
        </p:nvSpPr>
        <p:spPr>
          <a:xfrm>
            <a:off x="497053" y="1015194"/>
            <a:ext cx="4515214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 err="1"/>
              <a:t>Existing</a:t>
            </a:r>
            <a:r>
              <a:rPr lang="fr-FR" sz="2000" i="1" dirty="0"/>
              <a:t> reverse-proxy </a:t>
            </a:r>
            <a:r>
              <a:rPr lang="fr-FR" sz="2000" i="1" dirty="0" err="1"/>
              <a:t>overview</a:t>
            </a:r>
            <a:endParaRPr lang="fr-FR" sz="2000" i="1" dirty="0"/>
          </a:p>
        </p:txBody>
      </p:sp>
    </p:spTree>
    <p:extLst>
      <p:ext uri="{BB962C8B-B14F-4D97-AF65-F5344CB8AC3E}">
        <p14:creationId xmlns:p14="http://schemas.microsoft.com/office/powerpoint/2010/main" val="3314162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TP: </a:t>
            </a:r>
            <a:r>
              <a:rPr lang="fr-FR" dirty="0" err="1"/>
              <a:t>Load</a:t>
            </a:r>
            <a:r>
              <a:rPr lang="fr-FR" dirty="0"/>
              <a:t> balancing</a:t>
            </a:r>
            <a:endParaRPr lang="fr-FR" dirty="0">
              <a:cs typeface="Calibri Light"/>
            </a:endParaRPr>
          </a:p>
        </p:txBody>
      </p:sp>
      <p:sp>
        <p:nvSpPr>
          <p:cNvPr id="5" name="ZoneTexte 13">
            <a:extLst>
              <a:ext uri="{FF2B5EF4-FFF2-40B4-BE49-F238E27FC236}">
                <a16:creationId xmlns:a16="http://schemas.microsoft.com/office/drawing/2014/main" id="{37BD6448-27F0-8E2B-1376-C71B468DE2EC}"/>
              </a:ext>
            </a:extLst>
          </p:cNvPr>
          <p:cNvSpPr txBox="1"/>
          <p:nvPr/>
        </p:nvSpPr>
        <p:spPr>
          <a:xfrm>
            <a:off x="497053" y="1032127"/>
            <a:ext cx="9222680" cy="5584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ea typeface="Calibri"/>
                <a:cs typeface="Calibri"/>
              </a:rPr>
              <a:t>Run a reverse proxy in local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ea typeface="Calibri"/>
                <a:cs typeface="Calibri"/>
              </a:rPr>
              <a:t>Spin 2 instances of the app, </a:t>
            </a:r>
            <a:r>
              <a:rPr lang="fr-FR" sz="2000" dirty="0" err="1">
                <a:ea typeface="Calibri"/>
                <a:cs typeface="Calibri"/>
              </a:rPr>
              <a:t>listening</a:t>
            </a:r>
            <a:r>
              <a:rPr lang="fr-FR" sz="2000" dirty="0">
                <a:ea typeface="Calibri"/>
                <a:cs typeface="Calibri"/>
              </a:rPr>
              <a:t> on 2 </a:t>
            </a:r>
            <a:r>
              <a:rPr lang="fr-FR" sz="2000" dirty="0" err="1">
                <a:ea typeface="Calibri"/>
                <a:cs typeface="Calibri"/>
              </a:rPr>
              <a:t>different</a:t>
            </a:r>
            <a:r>
              <a:rPr lang="fr-FR" sz="2000" dirty="0">
                <a:ea typeface="Calibri"/>
                <a:cs typeface="Calibri"/>
              </a:rPr>
              <a:t> ports (backends)</a:t>
            </a:r>
          </a:p>
          <a:p>
            <a:pPr>
              <a:lnSpc>
                <a:spcPct val="150000"/>
              </a:lnSpc>
            </a:pPr>
            <a:endParaRPr lang="fr-FR" sz="20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Proxy the 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traffic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reaching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the reverse proxy to the first backend or to the second backend</a:t>
            </a:r>
          </a:p>
          <a:p>
            <a:pPr>
              <a:lnSpc>
                <a:spcPct val="150000"/>
              </a:lnSpc>
            </a:pPr>
            <a:endParaRPr lang="fr-FR" sz="20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Verify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the 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requests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are 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load-balanced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in the backends logs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In the 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response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(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you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may</a:t>
            </a:r>
            <a:r>
              <a:rPr lang="fr-FR" sz="2000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fr-FR" sz="2000" dirty="0" err="1">
                <a:solidFill>
                  <a:srgbClr val="FFFFFF"/>
                </a:solidFill>
                <a:ea typeface="Calibri"/>
                <a:cs typeface="Calibri"/>
              </a:rPr>
              <a:t>add</a:t>
            </a:r>
            <a:r>
              <a:rPr lang="fr-FR" sz="2000" dirty="0">
                <a:solidFill>
                  <a:srgbClr val="FFFFFF"/>
                </a:solidFill>
                <a:ea typeface="Calibri" panose="020F0502020204030204"/>
                <a:cs typeface="Calibri" panose="020F0502020204030204"/>
              </a:rPr>
              <a:t> a unique flag)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fr-FR" sz="20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fr-FR" sz="2000" i="1" dirty="0">
                <a:solidFill>
                  <a:srgbClr val="FFFFFF"/>
                </a:solidFill>
                <a:ea typeface="Calibri" panose="020F0502020204030204"/>
                <a:cs typeface="Calibri" panose="020F0502020204030204"/>
              </a:rPr>
              <a:t>More info on https://github.com/estia-bihar/tp-reverse-proxy-correction</a:t>
            </a:r>
            <a:endParaRPr lang="fr-FR" sz="2000" i="1" dirty="0">
              <a:solidFill>
                <a:schemeClr val="accent5">
                  <a:lumMod val="60000"/>
                  <a:lumOff val="4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3860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644</TotalTime>
  <Words>504</Words>
  <Application>Microsoft Office PowerPoint</Application>
  <PresentationFormat>Grand écran</PresentationFormat>
  <Paragraphs>115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Celestial</vt:lpstr>
      <vt:lpstr>DEVOPS</vt:lpstr>
      <vt:lpstr>Overview</vt:lpstr>
      <vt:lpstr>Topology</vt:lpstr>
      <vt:lpstr>An IP is a number</vt:lpstr>
      <vt:lpstr>IP RANGES</vt:lpstr>
      <vt:lpstr>IP RANGES</vt:lpstr>
      <vt:lpstr>Who gives the Ips in the private networks ?</vt:lpstr>
      <vt:lpstr>Who gives the PUBLIC Ips ?</vt:lpstr>
      <vt:lpstr>DNS resolution  / Who USE the Ips ?</vt:lpstr>
      <vt:lpstr>Chain of trust</vt:lpstr>
      <vt:lpstr>HTTPS communication</vt:lpstr>
      <vt:lpstr>Reverse Proxy</vt:lpstr>
      <vt:lpstr>Reverse Proxy</vt:lpstr>
      <vt:lpstr>TP: Load balancing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/>
  <cp:lastModifiedBy>Georges MATHIO</cp:lastModifiedBy>
  <cp:revision>98</cp:revision>
  <dcterms:created xsi:type="dcterms:W3CDTF">2023-10-26T12:54:23Z</dcterms:created>
  <dcterms:modified xsi:type="dcterms:W3CDTF">2024-07-19T13:40:08Z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