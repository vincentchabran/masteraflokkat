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1" r:id="rId6"/>
    <p:sldId id="263" r:id="rId7"/>
    <p:sldId id="264" r:id="rId8"/>
    <p:sldId id="265" r:id="rId9"/>
    <p:sldId id="271" r:id="rId10"/>
    <p:sldId id="268" r:id="rId11"/>
    <p:sldId id="270" r:id="rId12"/>
    <p:sldId id="267" r:id="rId13"/>
    <p:sldId id="269" r:id="rId14"/>
    <p:sldId id="266" r:id="rId15"/>
    <p:sldId id="272" r:id="rId16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1681B-2391-37CE-15A6-B8DEA12FA10A}" v="1" dt="2024-07-18T11:46:43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040" autoAdjust="0"/>
  </p:normalViewPr>
  <p:slideViewPr>
    <p:cSldViewPr snapToGrid="0">
      <p:cViewPr varScale="1">
        <p:scale>
          <a:sx n="66" d="100"/>
          <a:sy n="66" d="100"/>
        </p:scale>
        <p:origin x="13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B4C31C3C-7C00-E6FA-A81B-DAAEFE88F2B1}"/>
    <pc:docChg chg="modSld">
      <pc:chgData name="Georges MATHIO" userId="S::georges.mathio@estia.fr::1057b68d-d9cf-4cd5-bc4c-3fe68ec33e97" providerId="AD" clId="Web-{B4C31C3C-7C00-E6FA-A81B-DAAEFE88F2B1}" dt="2023-11-27T09:57:21.713" v="1" actId="20577"/>
      <pc:docMkLst>
        <pc:docMk/>
      </pc:docMkLst>
      <pc:sldChg chg="modSp">
        <pc:chgData name="Georges MATHIO" userId="S::georges.mathio@estia.fr::1057b68d-d9cf-4cd5-bc4c-3fe68ec33e97" providerId="AD" clId="Web-{B4C31C3C-7C00-E6FA-A81B-DAAEFE88F2B1}" dt="2023-11-27T09:57:21.713" v="1" actId="20577"/>
        <pc:sldMkLst>
          <pc:docMk/>
          <pc:sldMk cId="1145508314" sldId="268"/>
        </pc:sldMkLst>
        <pc:spChg chg="mod">
          <ac:chgData name="Georges MATHIO" userId="S::georges.mathio@estia.fr::1057b68d-d9cf-4cd5-bc4c-3fe68ec33e97" providerId="AD" clId="Web-{B4C31C3C-7C00-E6FA-A81B-DAAEFE88F2B1}" dt="2023-11-27T09:57:21.713" v="1" actId="20577"/>
          <ac:spMkLst>
            <pc:docMk/>
            <pc:sldMk cId="1145508314" sldId="268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BE62E450-1809-8424-B99D-C3AA12B89459}"/>
    <pc:docChg chg="addSld delSld modSld">
      <pc:chgData name="Georges MATHIO" userId="S::georges.mathio@estia.fr::1057b68d-d9cf-4cd5-bc4c-3fe68ec33e97" providerId="AD" clId="Web-{BE62E450-1809-8424-B99D-C3AA12B89459}" dt="2023-11-06T09:35:06.216" v="418"/>
      <pc:docMkLst>
        <pc:docMk/>
      </pc:docMkLst>
      <pc:sldChg chg="addSp delSp modSp">
        <pc:chgData name="Georges MATHIO" userId="S::georges.mathio@estia.fr::1057b68d-d9cf-4cd5-bc4c-3fe68ec33e97" providerId="AD" clId="Web-{BE62E450-1809-8424-B99D-C3AA12B89459}" dt="2023-11-06T09:20:45.595" v="141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BE62E450-1809-8424-B99D-C3AA12B89459}" dt="2023-11-06T09:13:08.324" v="4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BE62E450-1809-8424-B99D-C3AA12B89459}" dt="2023-11-06T09:20:09.689" v="133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S::georges.mathio@estia.fr::1057b68d-d9cf-4cd5-bc4c-3fe68ec33e97" providerId="AD" clId="Web-{BE62E450-1809-8424-B99D-C3AA12B89459}" dt="2023-11-06T09:20:45.595" v="141" actId="1076"/>
          <ac:picMkLst>
            <pc:docMk/>
            <pc:sldMk cId="2526593619" sldId="256"/>
            <ac:picMk id="4" creationId="{EE9DB8EB-CFFA-0F73-33D9-269C2356F0D5}"/>
          </ac:picMkLst>
        </pc:picChg>
        <pc:picChg chg="del">
          <ac:chgData name="Georges MATHIO" userId="S::georges.mathio@estia.fr::1057b68d-d9cf-4cd5-bc4c-3fe68ec33e97" providerId="AD" clId="Web-{BE62E450-1809-8424-B99D-C3AA12B89459}" dt="2023-11-06T09:10:34.666" v="0"/>
          <ac:picMkLst>
            <pc:docMk/>
            <pc:sldMk cId="2526593619" sldId="256"/>
            <ac:picMk id="5" creationId="{5CB1AC24-126F-9F94-F4B8-A784E36272A9}"/>
          </ac:picMkLst>
        </pc:picChg>
        <pc:picChg chg="add del mod">
          <ac:chgData name="Georges MATHIO" userId="S::georges.mathio@estia.fr::1057b68d-d9cf-4cd5-bc4c-3fe68ec33e97" providerId="AD" clId="Web-{BE62E450-1809-8424-B99D-C3AA12B89459}" dt="2023-11-06T09:12:17.292" v="39"/>
          <ac:picMkLst>
            <pc:docMk/>
            <pc:sldMk cId="2526593619" sldId="256"/>
            <ac:picMk id="6" creationId="{D925CAD1-8B70-B0F2-A0E1-9C6A928E95ED}"/>
          </ac:picMkLst>
        </pc:picChg>
        <pc:picChg chg="add mod">
          <ac:chgData name="Georges MATHIO" userId="S::georges.mathio@estia.fr::1057b68d-d9cf-4cd5-bc4c-3fe68ec33e97" providerId="AD" clId="Web-{BE62E450-1809-8424-B99D-C3AA12B89459}" dt="2023-11-06T09:20:14.423" v="136" actId="1076"/>
          <ac:picMkLst>
            <pc:docMk/>
            <pc:sldMk cId="2526593619" sldId="256"/>
            <ac:picMk id="7" creationId="{8551692F-F81A-6BD8-9E59-0E3CC1B84026}"/>
          </ac:picMkLst>
        </pc:picChg>
        <pc:picChg chg="add mod">
          <ac:chgData name="Georges MATHIO" userId="S::georges.mathio@estia.fr::1057b68d-d9cf-4cd5-bc4c-3fe68ec33e97" providerId="AD" clId="Web-{BE62E450-1809-8424-B99D-C3AA12B89459}" dt="2023-11-06T09:20:15.704" v="137" actId="1076"/>
          <ac:picMkLst>
            <pc:docMk/>
            <pc:sldMk cId="2526593619" sldId="256"/>
            <ac:picMk id="8" creationId="{9F6B4B58-CD6E-E4A8-9570-9F2D87D6BA2D}"/>
          </ac:picMkLst>
        </pc:picChg>
      </pc:sldChg>
      <pc:sldChg chg="addSp delSp modSp">
        <pc:chgData name="Georges MATHIO" userId="S::georges.mathio@estia.fr::1057b68d-d9cf-4cd5-bc4c-3fe68ec33e97" providerId="AD" clId="Web-{BE62E450-1809-8424-B99D-C3AA12B89459}" dt="2023-11-06T09:24:37.317" v="265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BE62E450-1809-8424-B99D-C3AA12B89459}" dt="2023-11-06T09:24:37.317" v="265" actId="20577"/>
          <ac:spMkLst>
            <pc:docMk/>
            <pc:sldMk cId="1018468898" sldId="261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BE62E450-1809-8424-B99D-C3AA12B89459}" dt="2023-11-06T09:14:20.028" v="58"/>
          <ac:spMkLst>
            <pc:docMk/>
            <pc:sldMk cId="1018468898" sldId="261"/>
            <ac:spMk id="5" creationId="{785FA6F4-8D30-5FD3-F177-F66B11D269D5}"/>
          </ac:spMkLst>
        </pc:spChg>
        <pc:spChg chg="mod">
          <ac:chgData name="Georges MATHIO" userId="S::georges.mathio@estia.fr::1057b68d-d9cf-4cd5-bc4c-3fe68ec33e97" providerId="AD" clId="Web-{BE62E450-1809-8424-B99D-C3AA12B89459}" dt="2023-11-06T09:15:46.482" v="72"/>
          <ac:spMkLst>
            <pc:docMk/>
            <pc:sldMk cId="1018468898" sldId="261"/>
            <ac:spMk id="12" creationId="{29653E2C-D912-81DB-1716-75E4746FF989}"/>
          </ac:spMkLst>
        </pc:spChg>
        <pc:spChg chg="mod">
          <ac:chgData name="Georges MATHIO" userId="S::georges.mathio@estia.fr::1057b68d-d9cf-4cd5-bc4c-3fe68ec33e97" providerId="AD" clId="Web-{BE62E450-1809-8424-B99D-C3AA12B89459}" dt="2023-11-06T09:13:51.090" v="52" actId="1076"/>
          <ac:spMkLst>
            <pc:docMk/>
            <pc:sldMk cId="1018468898" sldId="261"/>
            <ac:spMk id="16" creationId="{6E1B39EC-EDE0-1A9A-4E38-97F8D7E2166B}"/>
          </ac:spMkLst>
        </pc:spChg>
        <pc:spChg chg="mod">
          <ac:chgData name="Georges MATHIO" userId="S::georges.mathio@estia.fr::1057b68d-d9cf-4cd5-bc4c-3fe68ec33e97" providerId="AD" clId="Web-{BE62E450-1809-8424-B99D-C3AA12B89459}" dt="2023-11-06T09:14:01.824" v="55" actId="1076"/>
          <ac:spMkLst>
            <pc:docMk/>
            <pc:sldMk cId="1018468898" sldId="261"/>
            <ac:spMk id="17" creationId="{6A81EA13-CBCC-947A-51EF-35597D1DA04E}"/>
          </ac:spMkLst>
        </pc:spChg>
        <pc:picChg chg="mod">
          <ac:chgData name="Georges MATHIO" userId="S::georges.mathio@estia.fr::1057b68d-d9cf-4cd5-bc4c-3fe68ec33e97" providerId="AD" clId="Web-{BE62E450-1809-8424-B99D-C3AA12B89459}" dt="2023-11-06T09:13:54.746" v="54" actId="1076"/>
          <ac:picMkLst>
            <pc:docMk/>
            <pc:sldMk cId="1018468898" sldId="261"/>
            <ac:picMk id="4" creationId="{C76545A6-7767-C8CC-4CA3-607E4E2EBCC7}"/>
          </ac:picMkLst>
        </pc:picChg>
        <pc:picChg chg="add del mod">
          <ac:chgData name="Georges MATHIO" userId="S::georges.mathio@estia.fr::1057b68d-d9cf-4cd5-bc4c-3fe68ec33e97" providerId="AD" clId="Web-{BE62E450-1809-8424-B99D-C3AA12B89459}" dt="2023-11-06T09:15:35.638" v="71" actId="1076"/>
          <ac:picMkLst>
            <pc:docMk/>
            <pc:sldMk cId="1018468898" sldId="261"/>
            <ac:picMk id="7" creationId="{AFC06658-BFBB-005C-EE3C-154C28020115}"/>
          </ac:picMkLst>
        </pc:picChg>
        <pc:picChg chg="add del mod">
          <ac:chgData name="Georges MATHIO" userId="S::georges.mathio@estia.fr::1057b68d-d9cf-4cd5-bc4c-3fe68ec33e97" providerId="AD" clId="Web-{BE62E450-1809-8424-B99D-C3AA12B89459}" dt="2023-11-06T09:14:57.997" v="68"/>
          <ac:picMkLst>
            <pc:docMk/>
            <pc:sldMk cId="1018468898" sldId="261"/>
            <ac:picMk id="8" creationId="{8902EC62-117B-615B-748F-62C2E0EDB774}"/>
          </ac:picMkLst>
        </pc:picChg>
        <pc:picChg chg="del">
          <ac:chgData name="Georges MATHIO" userId="S::georges.mathio@estia.fr::1057b68d-d9cf-4cd5-bc4c-3fe68ec33e97" providerId="AD" clId="Web-{BE62E450-1809-8424-B99D-C3AA12B89459}" dt="2023-11-06T09:14:23.872" v="59"/>
          <ac:picMkLst>
            <pc:docMk/>
            <pc:sldMk cId="1018468898" sldId="261"/>
            <ac:picMk id="11" creationId="{680F9300-14E0-9D84-F611-0C4A1D2A5DD5}"/>
          </ac:picMkLst>
        </pc:picChg>
      </pc:sldChg>
      <pc:sldChg chg="del">
        <pc:chgData name="Georges MATHIO" userId="S::georges.mathio@estia.fr::1057b68d-d9cf-4cd5-bc4c-3fe68ec33e97" providerId="AD" clId="Web-{BE62E450-1809-8424-B99D-C3AA12B89459}" dt="2023-11-06T09:24:44.333" v="266"/>
        <pc:sldMkLst>
          <pc:docMk/>
          <pc:sldMk cId="1104381753" sldId="262"/>
        </pc:sldMkLst>
      </pc:sldChg>
      <pc:sldChg chg="new del">
        <pc:chgData name="Georges MATHIO" userId="S::georges.mathio@estia.fr::1057b68d-d9cf-4cd5-bc4c-3fe68ec33e97" providerId="AD" clId="Web-{BE62E450-1809-8424-B99D-C3AA12B89459}" dt="2023-11-06T09:25:51.896" v="274"/>
        <pc:sldMkLst>
          <pc:docMk/>
          <pc:sldMk cId="2572882738" sldId="262"/>
        </pc:sldMkLst>
      </pc:sldChg>
      <pc:sldChg chg="del">
        <pc:chgData name="Georges MATHIO" userId="S::georges.mathio@estia.fr::1057b68d-d9cf-4cd5-bc4c-3fe68ec33e97" providerId="AD" clId="Web-{BE62E450-1809-8424-B99D-C3AA12B89459}" dt="2023-11-06T09:24:45.676" v="267"/>
        <pc:sldMkLst>
          <pc:docMk/>
          <pc:sldMk cId="339944523" sldId="263"/>
        </pc:sldMkLst>
      </pc:sldChg>
      <pc:sldChg chg="addSp delSp modSp add replId">
        <pc:chgData name="Georges MATHIO" userId="S::georges.mathio@estia.fr::1057b68d-d9cf-4cd5-bc4c-3fe68ec33e97" providerId="AD" clId="Web-{BE62E450-1809-8424-B99D-C3AA12B89459}" dt="2023-11-06T09:35:06.216" v="418"/>
        <pc:sldMkLst>
          <pc:docMk/>
          <pc:sldMk cId="3528323971" sldId="263"/>
        </pc:sldMkLst>
        <pc:spChg chg="mod">
          <ac:chgData name="Georges MATHIO" userId="S::georges.mathio@estia.fr::1057b68d-d9cf-4cd5-bc4c-3fe68ec33e97" providerId="AD" clId="Web-{BE62E450-1809-8424-B99D-C3AA12B89459}" dt="2023-11-06T09:27:49.398" v="315" actId="20577"/>
          <ac:spMkLst>
            <pc:docMk/>
            <pc:sldMk cId="3528323971" sldId="263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BE62E450-1809-8424-B99D-C3AA12B89459}" dt="2023-11-06T09:34:49.481" v="413" actId="20577"/>
          <ac:spMkLst>
            <pc:docMk/>
            <pc:sldMk cId="3528323971" sldId="263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BE62E450-1809-8424-B99D-C3AA12B89459}" dt="2023-11-06T09:26:00.646" v="275"/>
          <ac:spMkLst>
            <pc:docMk/>
            <pc:sldMk cId="3528323971" sldId="263"/>
            <ac:spMk id="5" creationId="{785FA6F4-8D30-5FD3-F177-F66B11D269D5}"/>
          </ac:spMkLst>
        </pc:spChg>
        <pc:spChg chg="del">
          <ac:chgData name="Georges MATHIO" userId="S::georges.mathio@estia.fr::1057b68d-d9cf-4cd5-bc4c-3fe68ec33e97" providerId="AD" clId="Web-{BE62E450-1809-8424-B99D-C3AA12B89459}" dt="2023-11-06T09:26:12.256" v="283"/>
          <ac:spMkLst>
            <pc:docMk/>
            <pc:sldMk cId="3528323971" sldId="263"/>
            <ac:spMk id="12" creationId="{29653E2C-D912-81DB-1716-75E4746FF989}"/>
          </ac:spMkLst>
        </pc:spChg>
        <pc:spChg chg="del">
          <ac:chgData name="Georges MATHIO" userId="S::georges.mathio@estia.fr::1057b68d-d9cf-4cd5-bc4c-3fe68ec33e97" providerId="AD" clId="Web-{BE62E450-1809-8424-B99D-C3AA12B89459}" dt="2023-11-06T09:26:00.646" v="278"/>
          <ac:spMkLst>
            <pc:docMk/>
            <pc:sldMk cId="3528323971" sldId="263"/>
            <ac:spMk id="15" creationId="{6FC2A128-1F70-3E6A-C629-D84FACA0066B}"/>
          </ac:spMkLst>
        </pc:spChg>
        <pc:spChg chg="del">
          <ac:chgData name="Georges MATHIO" userId="S::georges.mathio@estia.fr::1057b68d-d9cf-4cd5-bc4c-3fe68ec33e97" providerId="AD" clId="Web-{BE62E450-1809-8424-B99D-C3AA12B89459}" dt="2023-11-06T09:26:00.646" v="277"/>
          <ac:spMkLst>
            <pc:docMk/>
            <pc:sldMk cId="3528323971" sldId="263"/>
            <ac:spMk id="16" creationId="{6E1B39EC-EDE0-1A9A-4E38-97F8D7E2166B}"/>
          </ac:spMkLst>
        </pc:spChg>
        <pc:spChg chg="del">
          <ac:chgData name="Georges MATHIO" userId="S::georges.mathio@estia.fr::1057b68d-d9cf-4cd5-bc4c-3fe68ec33e97" providerId="AD" clId="Web-{BE62E450-1809-8424-B99D-C3AA12B89459}" dt="2023-11-06T09:26:00.646" v="276"/>
          <ac:spMkLst>
            <pc:docMk/>
            <pc:sldMk cId="3528323971" sldId="263"/>
            <ac:spMk id="17" creationId="{6A81EA13-CBCC-947A-51EF-35597D1DA04E}"/>
          </ac:spMkLst>
        </pc:spChg>
        <pc:graphicFrameChg chg="add mod modGraphic">
          <ac:chgData name="Georges MATHIO" userId="S::georges.mathio@estia.fr::1057b68d-d9cf-4cd5-bc4c-3fe68ec33e97" providerId="AD" clId="Web-{BE62E450-1809-8424-B99D-C3AA12B89459}" dt="2023-11-06T09:35:06.216" v="418"/>
          <ac:graphicFrameMkLst>
            <pc:docMk/>
            <pc:sldMk cId="3528323971" sldId="263"/>
            <ac:graphicFrameMk id="6" creationId="{C045C412-A1B0-A9EE-7325-E8E09ED13DDF}"/>
          </ac:graphicFrameMkLst>
        </pc:graphicFrameChg>
        <pc:picChg chg="del">
          <ac:chgData name="Georges MATHIO" userId="S::georges.mathio@estia.fr::1057b68d-d9cf-4cd5-bc4c-3fe68ec33e97" providerId="AD" clId="Web-{BE62E450-1809-8424-B99D-C3AA12B89459}" dt="2023-11-06T09:26:01.943" v="279"/>
          <ac:picMkLst>
            <pc:docMk/>
            <pc:sldMk cId="3528323971" sldId="263"/>
            <ac:picMk id="4" creationId="{C76545A6-7767-C8CC-4CA3-607E4E2EBCC7}"/>
          </ac:picMkLst>
        </pc:picChg>
        <pc:picChg chg="mod">
          <ac:chgData name="Georges MATHIO" userId="S::georges.mathio@estia.fr::1057b68d-d9cf-4cd5-bc4c-3fe68ec33e97" providerId="AD" clId="Web-{BE62E450-1809-8424-B99D-C3AA12B89459}" dt="2023-11-06T09:26:10.506" v="282" actId="1076"/>
          <ac:picMkLst>
            <pc:docMk/>
            <pc:sldMk cId="3528323971" sldId="263"/>
            <ac:picMk id="7" creationId="{AFC06658-BFBB-005C-EE3C-154C28020115}"/>
          </ac:picMkLst>
        </pc:picChg>
      </pc:sldChg>
      <pc:sldChg chg="del">
        <pc:chgData name="Georges MATHIO" userId="S::georges.mathio@estia.fr::1057b68d-d9cf-4cd5-bc4c-3fe68ec33e97" providerId="AD" clId="Web-{BE62E450-1809-8424-B99D-C3AA12B89459}" dt="2023-11-06T09:24:46.708" v="268"/>
        <pc:sldMkLst>
          <pc:docMk/>
          <pc:sldMk cId="2132174831" sldId="264"/>
        </pc:sldMkLst>
      </pc:sldChg>
      <pc:sldChg chg="del">
        <pc:chgData name="Georges MATHIO" userId="S::georges.mathio@estia.fr::1057b68d-d9cf-4cd5-bc4c-3fe68ec33e97" providerId="AD" clId="Web-{BE62E450-1809-8424-B99D-C3AA12B89459}" dt="2023-11-06T09:24:47.739" v="269"/>
        <pc:sldMkLst>
          <pc:docMk/>
          <pc:sldMk cId="1479512418" sldId="265"/>
        </pc:sldMkLst>
      </pc:sldChg>
      <pc:sldChg chg="del">
        <pc:chgData name="Georges MATHIO" userId="S::georges.mathio@estia.fr::1057b68d-d9cf-4cd5-bc4c-3fe68ec33e97" providerId="AD" clId="Web-{BE62E450-1809-8424-B99D-C3AA12B89459}" dt="2023-11-06T09:24:49.411" v="270"/>
        <pc:sldMkLst>
          <pc:docMk/>
          <pc:sldMk cId="1453921559" sldId="266"/>
        </pc:sldMkLst>
      </pc:sldChg>
      <pc:sldChg chg="del">
        <pc:chgData name="Georges MATHIO" userId="S::georges.mathio@estia.fr::1057b68d-d9cf-4cd5-bc4c-3fe68ec33e97" providerId="AD" clId="Web-{BE62E450-1809-8424-B99D-C3AA12B89459}" dt="2023-11-06T09:24:50.708" v="271"/>
        <pc:sldMkLst>
          <pc:docMk/>
          <pc:sldMk cId="1167075206" sldId="26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0-26T14:56:52.447" v="3926" actId="20577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modSp mod">
        <pc:chgData name="Georges MATHIO" userId="1057b68d-d9cf-4cd5-bc4c-3fe68ec33e97" providerId="ADAL" clId="{6896E697-4535-4548-B5BB-7BF60D63B382}" dt="2023-10-26T13:54:11.326" v="2054" actId="14861"/>
        <pc:sldMasterMkLst>
          <pc:docMk/>
          <pc:sldMasterMk cId="0" sldId="2147483648"/>
        </pc:sldMasterMkLst>
        <pc:picChg chg="add mod">
          <ac:chgData name="Georges MATHIO" userId="1057b68d-d9cf-4cd5-bc4c-3fe68ec33e97" providerId="ADAL" clId="{6896E697-4535-4548-B5BB-7BF60D63B382}" dt="2023-10-26T13:54:11.326" v="2054" actId="14861"/>
          <ac:picMkLst>
            <pc:docMk/>
            <pc:sldMasterMk cId="0" sldId="2147483648"/>
            <ac:picMk id="8" creationId="{396E9789-E64B-700E-1F72-C4F0350E8E00}"/>
          </ac:picMkLst>
        </pc:pic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AF8DD3D-C69F-43D8-A6D7-A7756DBB38D5}"/>
    <pc:docChg chg="undo redo custSel addSld delSld modSld sldOrd modMainMaster">
      <pc:chgData name="Georges MATHIO" userId="1057b68d-d9cf-4cd5-bc4c-3fe68ec33e97" providerId="ADAL" clId="{8AF8DD3D-C69F-43D8-A6D7-A7756DBB38D5}" dt="2023-11-06T20:44:23.167" v="2451" actId="20577"/>
      <pc:docMkLst>
        <pc:docMk/>
      </pc:docMkLst>
      <pc:sldChg chg="modSp mod">
        <pc:chgData name="Georges MATHIO" userId="1057b68d-d9cf-4cd5-bc4c-3fe68ec33e97" providerId="ADAL" clId="{8AF8DD3D-C69F-43D8-A6D7-A7756DBB38D5}" dt="2023-11-06T10:32:06.574" v="706" actId="1076"/>
        <pc:sldMkLst>
          <pc:docMk/>
          <pc:sldMk cId="2526593619" sldId="256"/>
        </pc:sldMkLst>
        <pc:picChg chg="mod">
          <ac:chgData name="Georges MATHIO" userId="1057b68d-d9cf-4cd5-bc4c-3fe68ec33e97" providerId="ADAL" clId="{8AF8DD3D-C69F-43D8-A6D7-A7756DBB38D5}" dt="2023-11-06T10:32:06.574" v="706" actId="1076"/>
          <ac:picMkLst>
            <pc:docMk/>
            <pc:sldMk cId="2526593619" sldId="256"/>
            <ac:picMk id="4" creationId="{EE9DB8EB-CFFA-0F73-33D9-269C2356F0D5}"/>
          </ac:picMkLst>
        </pc:picChg>
        <pc:picChg chg="mod">
          <ac:chgData name="Georges MATHIO" userId="1057b68d-d9cf-4cd5-bc4c-3fe68ec33e97" providerId="ADAL" clId="{8AF8DD3D-C69F-43D8-A6D7-A7756DBB38D5}" dt="2023-11-06T10:31:59.174" v="705" actId="1440"/>
          <ac:picMkLst>
            <pc:docMk/>
            <pc:sldMk cId="2526593619" sldId="256"/>
            <ac:picMk id="7" creationId="{8551692F-F81A-6BD8-9E59-0E3CC1B84026}"/>
          </ac:picMkLst>
        </pc:picChg>
        <pc:picChg chg="mod">
          <ac:chgData name="Georges MATHIO" userId="1057b68d-d9cf-4cd5-bc4c-3fe68ec33e97" providerId="ADAL" clId="{8AF8DD3D-C69F-43D8-A6D7-A7756DBB38D5}" dt="2023-11-06T10:31:51.389" v="704" actId="1440"/>
          <ac:picMkLst>
            <pc:docMk/>
            <pc:sldMk cId="2526593619" sldId="256"/>
            <ac:picMk id="8" creationId="{9F6B4B58-CD6E-E4A8-9570-9F2D87D6BA2D}"/>
          </ac:picMkLst>
        </pc:picChg>
      </pc:sldChg>
      <pc:sldChg chg="addSp delSp modSp mod">
        <pc:chgData name="Georges MATHIO" userId="1057b68d-d9cf-4cd5-bc4c-3fe68ec33e97" providerId="ADAL" clId="{8AF8DD3D-C69F-43D8-A6D7-A7756DBB38D5}" dt="2023-11-06T10:10:04.411" v="502" actId="478"/>
        <pc:sldMkLst>
          <pc:docMk/>
          <pc:sldMk cId="3528323971" sldId="263"/>
        </pc:sldMkLst>
        <pc:spChg chg="mod">
          <ac:chgData name="Georges MATHIO" userId="1057b68d-d9cf-4cd5-bc4c-3fe68ec33e97" providerId="ADAL" clId="{8AF8DD3D-C69F-43D8-A6D7-A7756DBB38D5}" dt="2023-11-06T10:01:06.110" v="342"/>
          <ac:spMkLst>
            <pc:docMk/>
            <pc:sldMk cId="3528323971" sldId="263"/>
            <ac:spMk id="3" creationId="{B5620FEA-FA3C-B3F6-C2FC-F9D51C3D46CB}"/>
          </ac:spMkLst>
        </pc:spChg>
        <pc:spChg chg="add del mod">
          <ac:chgData name="Georges MATHIO" userId="1057b68d-d9cf-4cd5-bc4c-3fe68ec33e97" providerId="ADAL" clId="{8AF8DD3D-C69F-43D8-A6D7-A7756DBB38D5}" dt="2023-11-06T10:10:00.765" v="499" actId="478"/>
          <ac:spMkLst>
            <pc:docMk/>
            <pc:sldMk cId="3528323971" sldId="263"/>
            <ac:spMk id="4" creationId="{BC9B77C8-9A8F-04DA-61A0-7CC125F1DCD5}"/>
          </ac:spMkLst>
        </pc:spChg>
        <pc:spChg chg="add del mod">
          <ac:chgData name="Georges MATHIO" userId="1057b68d-d9cf-4cd5-bc4c-3fe68ec33e97" providerId="ADAL" clId="{8AF8DD3D-C69F-43D8-A6D7-A7756DBB38D5}" dt="2023-11-06T10:10:04.411" v="502" actId="478"/>
          <ac:spMkLst>
            <pc:docMk/>
            <pc:sldMk cId="3528323971" sldId="263"/>
            <ac:spMk id="9" creationId="{0DC612B6-302A-54B8-1C1C-1FAAC6494AA1}"/>
          </ac:spMkLst>
        </pc:spChg>
        <pc:graphicFrameChg chg="del">
          <ac:chgData name="Georges MATHIO" userId="1057b68d-d9cf-4cd5-bc4c-3fe68ec33e97" providerId="ADAL" clId="{8AF8DD3D-C69F-43D8-A6D7-A7756DBB38D5}" dt="2023-11-06T09:46:01.467" v="33" actId="478"/>
          <ac:graphicFrameMkLst>
            <pc:docMk/>
            <pc:sldMk cId="3528323971" sldId="263"/>
            <ac:graphicFrameMk id="6" creationId="{C045C412-A1B0-A9EE-7325-E8E09ED13DDF}"/>
          </ac:graphicFrameMkLst>
        </pc:graphicFrameChg>
        <pc:picChg chg="add del mod">
          <ac:chgData name="Georges MATHIO" userId="1057b68d-d9cf-4cd5-bc4c-3fe68ec33e97" providerId="ADAL" clId="{8AF8DD3D-C69F-43D8-A6D7-A7756DBB38D5}" dt="2023-11-06T10:10:02.141" v="500" actId="478"/>
          <ac:picMkLst>
            <pc:docMk/>
            <pc:sldMk cId="3528323971" sldId="263"/>
            <ac:picMk id="8" creationId="{5834B44C-5BDF-0A53-C22B-5A1A0E81F03C}"/>
          </ac:picMkLst>
        </pc:picChg>
      </pc:sldChg>
      <pc:sldChg chg="delSp modSp add mod modTransition">
        <pc:chgData name="Georges MATHIO" userId="1057b68d-d9cf-4cd5-bc4c-3fe68ec33e97" providerId="ADAL" clId="{8AF8DD3D-C69F-43D8-A6D7-A7756DBB38D5}" dt="2023-11-06T12:40:33.952" v="2325"/>
        <pc:sldMkLst>
          <pc:docMk/>
          <pc:sldMk cId="627697460" sldId="264"/>
        </pc:sldMkLst>
        <pc:spChg chg="del">
          <ac:chgData name="Georges MATHIO" userId="1057b68d-d9cf-4cd5-bc4c-3fe68ec33e97" providerId="ADAL" clId="{8AF8DD3D-C69F-43D8-A6D7-A7756DBB38D5}" dt="2023-11-06T10:10:09.340" v="503" actId="478"/>
          <ac:spMkLst>
            <pc:docMk/>
            <pc:sldMk cId="627697460" sldId="264"/>
            <ac:spMk id="3" creationId="{B5620FEA-FA3C-B3F6-C2FC-F9D51C3D46CB}"/>
          </ac:spMkLst>
        </pc:spChg>
        <pc:spChg chg="mod">
          <ac:chgData name="Georges MATHIO" userId="1057b68d-d9cf-4cd5-bc4c-3fe68ec33e97" providerId="ADAL" clId="{8AF8DD3D-C69F-43D8-A6D7-A7756DBB38D5}" dt="2023-11-06T10:11:17.762" v="528" actId="1076"/>
          <ac:spMkLst>
            <pc:docMk/>
            <pc:sldMk cId="627697460" sldId="264"/>
            <ac:spMk id="4" creationId="{BC9B77C8-9A8F-04DA-61A0-7CC125F1DCD5}"/>
          </ac:spMkLst>
        </pc:spChg>
        <pc:spChg chg="mod">
          <ac:chgData name="Georges MATHIO" userId="1057b68d-d9cf-4cd5-bc4c-3fe68ec33e97" providerId="ADAL" clId="{8AF8DD3D-C69F-43D8-A6D7-A7756DBB38D5}" dt="2023-11-06T10:11:26.602" v="531" actId="1076"/>
          <ac:spMkLst>
            <pc:docMk/>
            <pc:sldMk cId="627697460" sldId="264"/>
            <ac:spMk id="9" creationId="{0DC612B6-302A-54B8-1C1C-1FAAC6494AA1}"/>
          </ac:spMkLst>
        </pc:spChg>
        <pc:picChg chg="mod">
          <ac:chgData name="Georges MATHIO" userId="1057b68d-d9cf-4cd5-bc4c-3fe68ec33e97" providerId="ADAL" clId="{8AF8DD3D-C69F-43D8-A6D7-A7756DBB38D5}" dt="2023-11-06T10:11:07.551" v="526" actId="1440"/>
          <ac:picMkLst>
            <pc:docMk/>
            <pc:sldMk cId="627697460" sldId="264"/>
            <ac:picMk id="8" creationId="{5834B44C-5BDF-0A53-C22B-5A1A0E81F03C}"/>
          </ac:picMkLst>
        </pc:picChg>
      </pc:sldChg>
      <pc:sldChg chg="addSp delSp modSp add mod modNotesTx">
        <pc:chgData name="Georges MATHIO" userId="1057b68d-d9cf-4cd5-bc4c-3fe68ec33e97" providerId="ADAL" clId="{8AF8DD3D-C69F-43D8-A6D7-A7756DBB38D5}" dt="2023-11-06T12:40:08.450" v="2324" actId="20577"/>
        <pc:sldMkLst>
          <pc:docMk/>
          <pc:sldMk cId="3094259395" sldId="265"/>
        </pc:sldMkLst>
        <pc:spChg chg="add mod">
          <ac:chgData name="Georges MATHIO" userId="1057b68d-d9cf-4cd5-bc4c-3fe68ec33e97" providerId="ADAL" clId="{8AF8DD3D-C69F-43D8-A6D7-A7756DBB38D5}" dt="2023-11-06T10:23:39.379" v="572" actId="20577"/>
          <ac:spMkLst>
            <pc:docMk/>
            <pc:sldMk cId="3094259395" sldId="265"/>
            <ac:spMk id="3" creationId="{77DC5684-6FE2-D7D0-22C7-10C14611179B}"/>
          </ac:spMkLst>
        </pc:spChg>
        <pc:spChg chg="del">
          <ac:chgData name="Georges MATHIO" userId="1057b68d-d9cf-4cd5-bc4c-3fe68ec33e97" providerId="ADAL" clId="{8AF8DD3D-C69F-43D8-A6D7-A7756DBB38D5}" dt="2023-11-06T10:16:31.200" v="534" actId="478"/>
          <ac:spMkLst>
            <pc:docMk/>
            <pc:sldMk cId="3094259395" sldId="265"/>
            <ac:spMk id="4" creationId="{BC9B77C8-9A8F-04DA-61A0-7CC125F1DCD5}"/>
          </ac:spMkLst>
        </pc:spChg>
        <pc:spChg chg="add mod">
          <ac:chgData name="Georges MATHIO" userId="1057b68d-d9cf-4cd5-bc4c-3fe68ec33e97" providerId="ADAL" clId="{8AF8DD3D-C69F-43D8-A6D7-A7756DBB38D5}" dt="2023-11-06T10:25:09.640" v="613" actId="20577"/>
          <ac:spMkLst>
            <pc:docMk/>
            <pc:sldMk cId="3094259395" sldId="265"/>
            <ac:spMk id="5" creationId="{30B95D2B-6C90-9692-8E9C-87B3FA2F3901}"/>
          </ac:spMkLst>
        </pc:spChg>
        <pc:spChg chg="del">
          <ac:chgData name="Georges MATHIO" userId="1057b68d-d9cf-4cd5-bc4c-3fe68ec33e97" providerId="ADAL" clId="{8AF8DD3D-C69F-43D8-A6D7-A7756DBB38D5}" dt="2023-11-06T10:16:33.270" v="535" actId="478"/>
          <ac:spMkLst>
            <pc:docMk/>
            <pc:sldMk cId="3094259395" sldId="265"/>
            <ac:spMk id="9" creationId="{0DC612B6-302A-54B8-1C1C-1FAAC6494AA1}"/>
          </ac:spMkLst>
        </pc:spChg>
        <pc:picChg chg="del">
          <ac:chgData name="Georges MATHIO" userId="1057b68d-d9cf-4cd5-bc4c-3fe68ec33e97" providerId="ADAL" clId="{8AF8DD3D-C69F-43D8-A6D7-A7756DBB38D5}" dt="2023-11-06T10:16:27.691" v="533" actId="478"/>
          <ac:picMkLst>
            <pc:docMk/>
            <pc:sldMk cId="3094259395" sldId="265"/>
            <ac:picMk id="8" creationId="{5834B44C-5BDF-0A53-C22B-5A1A0E81F03C}"/>
          </ac:picMkLst>
        </pc:picChg>
      </pc:sldChg>
      <pc:sldChg chg="addSp delSp modSp add mod">
        <pc:chgData name="Georges MATHIO" userId="1057b68d-d9cf-4cd5-bc4c-3fe68ec33e97" providerId="ADAL" clId="{8AF8DD3D-C69F-43D8-A6D7-A7756DBB38D5}" dt="2023-11-06T10:29:54.962" v="661" actId="478"/>
        <pc:sldMkLst>
          <pc:docMk/>
          <pc:sldMk cId="538617487" sldId="266"/>
        </pc:sldMkLst>
        <pc:spChg chg="mod">
          <ac:chgData name="Georges MATHIO" userId="1057b68d-d9cf-4cd5-bc4c-3fe68ec33e97" providerId="ADAL" clId="{8AF8DD3D-C69F-43D8-A6D7-A7756DBB38D5}" dt="2023-11-06T10:28:39.191" v="625" actId="20577"/>
          <ac:spMkLst>
            <pc:docMk/>
            <pc:sldMk cId="538617487" sldId="266"/>
            <ac:spMk id="2" creationId="{8AE1D70E-C040-1542-B36E-7DDF82084F61}"/>
          </ac:spMkLst>
        </pc:spChg>
        <pc:spChg chg="del">
          <ac:chgData name="Georges MATHIO" userId="1057b68d-d9cf-4cd5-bc4c-3fe68ec33e97" providerId="ADAL" clId="{8AF8DD3D-C69F-43D8-A6D7-A7756DBB38D5}" dt="2023-11-06T10:28:42.461" v="626" actId="478"/>
          <ac:spMkLst>
            <pc:docMk/>
            <pc:sldMk cId="538617487" sldId="266"/>
            <ac:spMk id="3" creationId="{77DC5684-6FE2-D7D0-22C7-10C14611179B}"/>
          </ac:spMkLst>
        </pc:spChg>
        <pc:spChg chg="add mod">
          <ac:chgData name="Georges MATHIO" userId="1057b68d-d9cf-4cd5-bc4c-3fe68ec33e97" providerId="ADAL" clId="{8AF8DD3D-C69F-43D8-A6D7-A7756DBB38D5}" dt="2023-11-06T10:29:07.843" v="631" actId="1076"/>
          <ac:spMkLst>
            <pc:docMk/>
            <pc:sldMk cId="538617487" sldId="266"/>
            <ac:spMk id="4" creationId="{7E03E1F9-EA50-1761-52C4-E2031AC653F8}"/>
          </ac:spMkLst>
        </pc:spChg>
        <pc:spChg chg="del">
          <ac:chgData name="Georges MATHIO" userId="1057b68d-d9cf-4cd5-bc4c-3fe68ec33e97" providerId="ADAL" clId="{8AF8DD3D-C69F-43D8-A6D7-A7756DBB38D5}" dt="2023-11-06T10:28:45.406" v="627" actId="478"/>
          <ac:spMkLst>
            <pc:docMk/>
            <pc:sldMk cId="538617487" sldId="266"/>
            <ac:spMk id="5" creationId="{30B95D2B-6C90-9692-8E9C-87B3FA2F3901}"/>
          </ac:spMkLst>
        </pc:spChg>
        <pc:spChg chg="add mod">
          <ac:chgData name="Georges MATHIO" userId="1057b68d-d9cf-4cd5-bc4c-3fe68ec33e97" providerId="ADAL" clId="{8AF8DD3D-C69F-43D8-A6D7-A7756DBB38D5}" dt="2023-11-06T10:29:34.338" v="660" actId="20577"/>
          <ac:spMkLst>
            <pc:docMk/>
            <pc:sldMk cId="538617487" sldId="266"/>
            <ac:spMk id="6" creationId="{37E68E50-1F8D-C6EF-3F0A-17CAC14C946D}"/>
          </ac:spMkLst>
        </pc:spChg>
        <pc:picChg chg="del">
          <ac:chgData name="Georges MATHIO" userId="1057b68d-d9cf-4cd5-bc4c-3fe68ec33e97" providerId="ADAL" clId="{8AF8DD3D-C69F-43D8-A6D7-A7756DBB38D5}" dt="2023-11-06T10:29:54.962" v="661" actId="478"/>
          <ac:picMkLst>
            <pc:docMk/>
            <pc:sldMk cId="538617487" sldId="266"/>
            <ac:picMk id="7" creationId="{AFC06658-BFBB-005C-EE3C-154C28020115}"/>
          </ac:picMkLst>
        </pc:picChg>
      </pc:sldChg>
      <pc:sldChg chg="add del">
        <pc:chgData name="Georges MATHIO" userId="1057b68d-d9cf-4cd5-bc4c-3fe68ec33e97" providerId="ADAL" clId="{8AF8DD3D-C69F-43D8-A6D7-A7756DBB38D5}" dt="2023-11-06T10:28:47.300" v="629"/>
        <pc:sldMkLst>
          <pc:docMk/>
          <pc:sldMk cId="710927583" sldId="267"/>
        </pc:sldMkLst>
      </pc:sldChg>
      <pc:sldChg chg="addSp delSp modSp add mod ord">
        <pc:chgData name="Georges MATHIO" userId="1057b68d-d9cf-4cd5-bc4c-3fe68ec33e97" providerId="ADAL" clId="{8AF8DD3D-C69F-43D8-A6D7-A7756DBB38D5}" dt="2023-11-06T12:43:32.698" v="2345" actId="20577"/>
        <pc:sldMkLst>
          <pc:docMk/>
          <pc:sldMk cId="1284593695" sldId="267"/>
        </pc:sldMkLst>
        <pc:spChg chg="mod">
          <ac:chgData name="Georges MATHIO" userId="1057b68d-d9cf-4cd5-bc4c-3fe68ec33e97" providerId="ADAL" clId="{8AF8DD3D-C69F-43D8-A6D7-A7756DBB38D5}" dt="2023-11-06T10:30:55.773" v="698" actId="20577"/>
          <ac:spMkLst>
            <pc:docMk/>
            <pc:sldMk cId="1284593695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AF8DD3D-C69F-43D8-A6D7-A7756DBB38D5}" dt="2023-11-06T12:43:32.698" v="2345" actId="20577"/>
          <ac:spMkLst>
            <pc:docMk/>
            <pc:sldMk cId="1284593695" sldId="267"/>
            <ac:spMk id="3" creationId="{B5620FEA-FA3C-B3F6-C2FC-F9D51C3D46CB}"/>
          </ac:spMkLst>
        </pc:spChg>
        <pc:picChg chg="add mod">
          <ac:chgData name="Georges MATHIO" userId="1057b68d-d9cf-4cd5-bc4c-3fe68ec33e97" providerId="ADAL" clId="{8AF8DD3D-C69F-43D8-A6D7-A7756DBB38D5}" dt="2023-11-06T10:32:22.617" v="707" actId="1440"/>
          <ac:picMkLst>
            <pc:docMk/>
            <pc:sldMk cId="1284593695" sldId="267"/>
            <ac:picMk id="4" creationId="{FF4D0297-11AD-5543-7C26-1E9F281AE7D0}"/>
          </ac:picMkLst>
        </pc:picChg>
        <pc:picChg chg="del">
          <ac:chgData name="Georges MATHIO" userId="1057b68d-d9cf-4cd5-bc4c-3fe68ec33e97" providerId="ADAL" clId="{8AF8DD3D-C69F-43D8-A6D7-A7756DBB38D5}" dt="2023-11-06T10:30:38.237" v="669" actId="478"/>
          <ac:picMkLst>
            <pc:docMk/>
            <pc:sldMk cId="1284593695" sldId="267"/>
            <ac:picMk id="7" creationId="{AFC06658-BFBB-005C-EE3C-154C28020115}"/>
          </ac:picMkLst>
        </pc:picChg>
      </pc:sldChg>
      <pc:sldChg chg="addSp modSp add mod">
        <pc:chgData name="Georges MATHIO" userId="1057b68d-d9cf-4cd5-bc4c-3fe68ec33e97" providerId="ADAL" clId="{8AF8DD3D-C69F-43D8-A6D7-A7756DBB38D5}" dt="2023-11-06T12:42:48.015" v="2336" actId="1582"/>
        <pc:sldMkLst>
          <pc:docMk/>
          <pc:sldMk cId="1145508314" sldId="268"/>
        </pc:sldMkLst>
        <pc:spChg chg="mod">
          <ac:chgData name="Georges MATHIO" userId="1057b68d-d9cf-4cd5-bc4c-3fe68ec33e97" providerId="ADAL" clId="{8AF8DD3D-C69F-43D8-A6D7-A7756DBB38D5}" dt="2023-11-06T10:56:15.348" v="1154" actId="20577"/>
          <ac:spMkLst>
            <pc:docMk/>
            <pc:sldMk cId="1145508314" sldId="268"/>
            <ac:spMk id="2" creationId="{8AE1D70E-C040-1542-B36E-7DDF82084F61}"/>
          </ac:spMkLst>
        </pc:spChg>
        <pc:spChg chg="mod">
          <ac:chgData name="Georges MATHIO" userId="1057b68d-d9cf-4cd5-bc4c-3fe68ec33e97" providerId="ADAL" clId="{8AF8DD3D-C69F-43D8-A6D7-A7756DBB38D5}" dt="2023-11-06T11:19:47.485" v="1329" actId="5793"/>
          <ac:spMkLst>
            <pc:docMk/>
            <pc:sldMk cId="1145508314" sldId="268"/>
            <ac:spMk id="3" creationId="{B5620FEA-FA3C-B3F6-C2FC-F9D51C3D46CB}"/>
          </ac:spMkLst>
        </pc:spChg>
        <pc:spChg chg="add mod">
          <ac:chgData name="Georges MATHIO" userId="1057b68d-d9cf-4cd5-bc4c-3fe68ec33e97" providerId="ADAL" clId="{8AF8DD3D-C69F-43D8-A6D7-A7756DBB38D5}" dt="2023-11-06T12:42:36.216" v="2334" actId="1582"/>
          <ac:spMkLst>
            <pc:docMk/>
            <pc:sldMk cId="1145508314" sldId="268"/>
            <ac:spMk id="5" creationId="{9F5B6DCF-C499-D0F6-EF7A-EB6E948B7C81}"/>
          </ac:spMkLst>
        </pc:spChg>
        <pc:spChg chg="add mod">
          <ac:chgData name="Georges MATHIO" userId="1057b68d-d9cf-4cd5-bc4c-3fe68ec33e97" providerId="ADAL" clId="{8AF8DD3D-C69F-43D8-A6D7-A7756DBB38D5}" dt="2023-11-06T11:27:26.505" v="1359" actId="1076"/>
          <ac:spMkLst>
            <pc:docMk/>
            <pc:sldMk cId="1145508314" sldId="268"/>
            <ac:spMk id="6" creationId="{5EF3C494-A9EF-C44B-1946-E8A5C8A69923}"/>
          </ac:spMkLst>
        </pc:spChg>
        <pc:spChg chg="add mod">
          <ac:chgData name="Georges MATHIO" userId="1057b68d-d9cf-4cd5-bc4c-3fe68ec33e97" providerId="ADAL" clId="{8AF8DD3D-C69F-43D8-A6D7-A7756DBB38D5}" dt="2023-11-06T12:42:48.015" v="2336" actId="1582"/>
          <ac:spMkLst>
            <pc:docMk/>
            <pc:sldMk cId="1145508314" sldId="268"/>
            <ac:spMk id="7" creationId="{E43BBB82-4F6E-23A9-DB98-B4E7D7424A6B}"/>
          </ac:spMkLst>
        </pc:spChg>
        <pc:spChg chg="add mod">
          <ac:chgData name="Georges MATHIO" userId="1057b68d-d9cf-4cd5-bc4c-3fe68ec33e97" providerId="ADAL" clId="{8AF8DD3D-C69F-43D8-A6D7-A7756DBB38D5}" dt="2023-11-06T12:41:38.457" v="2328" actId="1076"/>
          <ac:spMkLst>
            <pc:docMk/>
            <pc:sldMk cId="1145508314" sldId="268"/>
            <ac:spMk id="11" creationId="{109EC802-59FF-FD4B-4966-032166A547FF}"/>
          </ac:spMkLst>
        </pc:spChg>
        <pc:spChg chg="add mod">
          <ac:chgData name="Georges MATHIO" userId="1057b68d-d9cf-4cd5-bc4c-3fe68ec33e97" providerId="ADAL" clId="{8AF8DD3D-C69F-43D8-A6D7-A7756DBB38D5}" dt="2023-11-06T11:35:08.031" v="1496" actId="1037"/>
          <ac:spMkLst>
            <pc:docMk/>
            <pc:sldMk cId="1145508314" sldId="268"/>
            <ac:spMk id="12" creationId="{51733CC9-0ECF-C7AE-EA57-E3BF15C86DB1}"/>
          </ac:spMkLst>
        </pc:spChg>
        <pc:spChg chg="add mod">
          <ac:chgData name="Georges MATHIO" userId="1057b68d-d9cf-4cd5-bc4c-3fe68ec33e97" providerId="ADAL" clId="{8AF8DD3D-C69F-43D8-A6D7-A7756DBB38D5}" dt="2023-11-06T11:35:10.841" v="1517" actId="1038"/>
          <ac:spMkLst>
            <pc:docMk/>
            <pc:sldMk cId="1145508314" sldId="268"/>
            <ac:spMk id="16" creationId="{E211FE80-D690-D9C8-A3AA-402C0F5C84CD}"/>
          </ac:spMkLst>
        </pc:spChg>
        <pc:cxnChg chg="add mod">
          <ac:chgData name="Georges MATHIO" userId="1057b68d-d9cf-4cd5-bc4c-3fe68ec33e97" providerId="ADAL" clId="{8AF8DD3D-C69F-43D8-A6D7-A7756DBB38D5}" dt="2023-11-06T12:42:01.185" v="2331" actId="14100"/>
          <ac:cxnSpMkLst>
            <pc:docMk/>
            <pc:sldMk cId="1145508314" sldId="268"/>
            <ac:cxnSpMk id="9" creationId="{C155B434-AF1C-74BA-A22D-E0AFF40AC239}"/>
          </ac:cxnSpMkLst>
        </pc:cxnChg>
        <pc:cxnChg chg="add mod">
          <ac:chgData name="Georges MATHIO" userId="1057b68d-d9cf-4cd5-bc4c-3fe68ec33e97" providerId="ADAL" clId="{8AF8DD3D-C69F-43D8-A6D7-A7756DBB38D5}" dt="2023-11-06T12:42:04.981" v="2332" actId="14100"/>
          <ac:cxnSpMkLst>
            <pc:docMk/>
            <pc:sldMk cId="1145508314" sldId="268"/>
            <ac:cxnSpMk id="13" creationId="{8721B54A-AF1B-375A-ADCA-3FEF02BAF435}"/>
          </ac:cxnSpMkLst>
        </pc:cxnChg>
      </pc:sldChg>
      <pc:sldChg chg="addSp modSp add mod">
        <pc:chgData name="Georges MATHIO" userId="1057b68d-d9cf-4cd5-bc4c-3fe68ec33e97" providerId="ADAL" clId="{8AF8DD3D-C69F-43D8-A6D7-A7756DBB38D5}" dt="2023-11-06T12:44:43.120" v="2382" actId="1036"/>
        <pc:sldMkLst>
          <pc:docMk/>
          <pc:sldMk cId="221982814" sldId="269"/>
        </pc:sldMkLst>
        <pc:spChg chg="mod">
          <ac:chgData name="Georges MATHIO" userId="1057b68d-d9cf-4cd5-bc4c-3fe68ec33e97" providerId="ADAL" clId="{8AF8DD3D-C69F-43D8-A6D7-A7756DBB38D5}" dt="2023-11-06T12:44:43.120" v="2382" actId="1036"/>
          <ac:spMkLst>
            <pc:docMk/>
            <pc:sldMk cId="221982814" sldId="269"/>
            <ac:spMk id="3" creationId="{B5620FEA-FA3C-B3F6-C2FC-F9D51C3D46CB}"/>
          </ac:spMkLst>
        </pc:spChg>
        <pc:spChg chg="add mod">
          <ac:chgData name="Georges MATHIO" userId="1057b68d-d9cf-4cd5-bc4c-3fe68ec33e97" providerId="ADAL" clId="{8AF8DD3D-C69F-43D8-A6D7-A7756DBB38D5}" dt="2023-11-06T12:43:55.141" v="2347" actId="1076"/>
          <ac:spMkLst>
            <pc:docMk/>
            <pc:sldMk cId="221982814" sldId="269"/>
            <ac:spMk id="5" creationId="{82E84340-5B9F-6D0C-AB18-C715907BE0AC}"/>
          </ac:spMkLst>
        </pc:spChg>
      </pc:sldChg>
      <pc:sldChg chg="addSp delSp modSp add mod modNotesTx">
        <pc:chgData name="Georges MATHIO" userId="1057b68d-d9cf-4cd5-bc4c-3fe68ec33e97" providerId="ADAL" clId="{8AF8DD3D-C69F-43D8-A6D7-A7756DBB38D5}" dt="2023-11-06T12:39:19.850" v="2222" actId="20577"/>
        <pc:sldMkLst>
          <pc:docMk/>
          <pc:sldMk cId="1784520803" sldId="270"/>
        </pc:sldMkLst>
        <pc:spChg chg="mod">
          <ac:chgData name="Georges MATHIO" userId="1057b68d-d9cf-4cd5-bc4c-3fe68ec33e97" providerId="ADAL" clId="{8AF8DD3D-C69F-43D8-A6D7-A7756DBB38D5}" dt="2023-11-06T12:22:04.174" v="1826" actId="20577"/>
          <ac:spMkLst>
            <pc:docMk/>
            <pc:sldMk cId="1784520803" sldId="270"/>
            <ac:spMk id="3" creationId="{B5620FEA-FA3C-B3F6-C2FC-F9D51C3D46CB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5" creationId="{9F5B6DCF-C499-D0F6-EF7A-EB6E948B7C81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6" creationId="{5EF3C494-A9EF-C44B-1946-E8A5C8A69923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7" creationId="{E43BBB82-4F6E-23A9-DB98-B4E7D7424A6B}"/>
          </ac:spMkLst>
        </pc:spChg>
        <pc:spChg chg="add mod">
          <ac:chgData name="Georges MATHIO" userId="1057b68d-d9cf-4cd5-bc4c-3fe68ec33e97" providerId="ADAL" clId="{8AF8DD3D-C69F-43D8-A6D7-A7756DBB38D5}" dt="2023-11-06T12:28:12.499" v="2068" actId="20577"/>
          <ac:spMkLst>
            <pc:docMk/>
            <pc:sldMk cId="1784520803" sldId="270"/>
            <ac:spMk id="8" creationId="{922C269F-BBF1-3F4D-0263-3C3940B944CC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11" creationId="{109EC802-59FF-FD4B-4966-032166A547FF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12" creationId="{51733CC9-0ECF-C7AE-EA57-E3BF15C86DB1}"/>
          </ac:spMkLst>
        </pc:spChg>
        <pc:spChg chg="del">
          <ac:chgData name="Georges MATHIO" userId="1057b68d-d9cf-4cd5-bc4c-3fe68ec33e97" providerId="ADAL" clId="{8AF8DD3D-C69F-43D8-A6D7-A7756DBB38D5}" dt="2023-11-06T11:35:57.638" v="1519" actId="478"/>
          <ac:spMkLst>
            <pc:docMk/>
            <pc:sldMk cId="1784520803" sldId="270"/>
            <ac:spMk id="16" creationId="{E211FE80-D690-D9C8-A3AA-402C0F5C84CD}"/>
          </ac:spMkLst>
        </pc:spChg>
        <pc:cxnChg chg="del">
          <ac:chgData name="Georges MATHIO" userId="1057b68d-d9cf-4cd5-bc4c-3fe68ec33e97" providerId="ADAL" clId="{8AF8DD3D-C69F-43D8-A6D7-A7756DBB38D5}" dt="2023-11-06T11:35:57.638" v="1519" actId="478"/>
          <ac:cxnSpMkLst>
            <pc:docMk/>
            <pc:sldMk cId="1784520803" sldId="270"/>
            <ac:cxnSpMk id="9" creationId="{C155B434-AF1C-74BA-A22D-E0AFF40AC239}"/>
          </ac:cxnSpMkLst>
        </pc:cxnChg>
        <pc:cxnChg chg="del">
          <ac:chgData name="Georges MATHIO" userId="1057b68d-d9cf-4cd5-bc4c-3fe68ec33e97" providerId="ADAL" clId="{8AF8DD3D-C69F-43D8-A6D7-A7756DBB38D5}" dt="2023-11-06T11:35:57.638" v="1519" actId="478"/>
          <ac:cxnSpMkLst>
            <pc:docMk/>
            <pc:sldMk cId="1784520803" sldId="270"/>
            <ac:cxnSpMk id="13" creationId="{8721B54A-AF1B-375A-ADCA-3FEF02BAF435}"/>
          </ac:cxnSpMkLst>
        </pc:cxnChg>
      </pc:sldChg>
      <pc:sldChg chg="addSp delSp modSp new del mod setBg">
        <pc:chgData name="Georges MATHIO" userId="1057b68d-d9cf-4cd5-bc4c-3fe68ec33e97" providerId="ADAL" clId="{8AF8DD3D-C69F-43D8-A6D7-A7756DBB38D5}" dt="2023-11-06T12:35:36.368" v="2112" actId="47"/>
        <pc:sldMkLst>
          <pc:docMk/>
          <pc:sldMk cId="1469244954" sldId="271"/>
        </pc:sldMkLst>
        <pc:spChg chg="mod">
          <ac:chgData name="Georges MATHIO" userId="1057b68d-d9cf-4cd5-bc4c-3fe68ec33e97" providerId="ADAL" clId="{8AF8DD3D-C69F-43D8-A6D7-A7756DBB38D5}" dt="2023-11-06T12:35:10.729" v="2110" actId="20577"/>
          <ac:spMkLst>
            <pc:docMk/>
            <pc:sldMk cId="1469244954" sldId="271"/>
            <ac:spMk id="2" creationId="{F0C16CCA-1DC9-4A3A-5BEB-492DF35A313C}"/>
          </ac:spMkLst>
        </pc:spChg>
        <pc:spChg chg="mod">
          <ac:chgData name="Georges MATHIO" userId="1057b68d-d9cf-4cd5-bc4c-3fe68ec33e97" providerId="ADAL" clId="{8AF8DD3D-C69F-43D8-A6D7-A7756DBB38D5}" dt="2023-11-06T12:34:53.795" v="2089" actId="26606"/>
          <ac:spMkLst>
            <pc:docMk/>
            <pc:sldMk cId="1469244954" sldId="271"/>
            <ac:spMk id="3" creationId="{88568A27-B9FA-3358-B28B-564FF2C85B30}"/>
          </ac:spMkLst>
        </pc:spChg>
        <pc:picChg chg="add del">
          <ac:chgData name="Georges MATHIO" userId="1057b68d-d9cf-4cd5-bc4c-3fe68ec33e97" providerId="ADAL" clId="{8AF8DD3D-C69F-43D8-A6D7-A7756DBB38D5}" dt="2023-11-06T12:34:48.665" v="2086" actId="26606"/>
          <ac:picMkLst>
            <pc:docMk/>
            <pc:sldMk cId="1469244954" sldId="271"/>
            <ac:picMk id="5" creationId="{E7BC91A7-72A6-C6AB-B6FD-A160D04E39D5}"/>
          </ac:picMkLst>
        </pc:picChg>
        <pc:picChg chg="add del">
          <ac:chgData name="Georges MATHIO" userId="1057b68d-d9cf-4cd5-bc4c-3fe68ec33e97" providerId="ADAL" clId="{8AF8DD3D-C69F-43D8-A6D7-A7756DBB38D5}" dt="2023-11-06T12:34:53.746" v="2088" actId="26606"/>
          <ac:picMkLst>
            <pc:docMk/>
            <pc:sldMk cId="1469244954" sldId="271"/>
            <ac:picMk id="7" creationId="{F2273674-D145-66BD-4A3A-F755E2A33D2D}"/>
          </ac:picMkLst>
        </pc:picChg>
        <pc:picChg chg="add mod">
          <ac:chgData name="Georges MATHIO" userId="1057b68d-d9cf-4cd5-bc4c-3fe68ec33e97" providerId="ADAL" clId="{8AF8DD3D-C69F-43D8-A6D7-A7756DBB38D5}" dt="2023-11-06T12:35:18.444" v="2111" actId="26606"/>
          <ac:picMkLst>
            <pc:docMk/>
            <pc:sldMk cId="1469244954" sldId="271"/>
            <ac:picMk id="9" creationId="{E7BC91A7-72A6-C6AB-B6FD-A160D04E39D5}"/>
          </ac:picMkLst>
        </pc:picChg>
      </pc:sldChg>
      <pc:sldChg chg="addSp delSp modSp new mod setBg addAnim delAnim">
        <pc:chgData name="Georges MATHIO" userId="1057b68d-d9cf-4cd5-bc4c-3fe68ec33e97" providerId="ADAL" clId="{8AF8DD3D-C69F-43D8-A6D7-A7756DBB38D5}" dt="2023-11-06T12:38:15.883" v="2151" actId="14100"/>
        <pc:sldMkLst>
          <pc:docMk/>
          <pc:sldMk cId="2283270988" sldId="271"/>
        </pc:sldMkLst>
        <pc:spChg chg="mod ord">
          <ac:chgData name="Georges MATHIO" userId="1057b68d-d9cf-4cd5-bc4c-3fe68ec33e97" providerId="ADAL" clId="{8AF8DD3D-C69F-43D8-A6D7-A7756DBB38D5}" dt="2023-11-06T12:38:15.634" v="2150" actId="1076"/>
          <ac:spMkLst>
            <pc:docMk/>
            <pc:sldMk cId="2283270988" sldId="271"/>
            <ac:spMk id="2" creationId="{141FA733-020C-FC23-3F4B-8EA53B774EFD}"/>
          </ac:spMkLst>
        </pc:spChg>
        <pc:spChg chg="del mod">
          <ac:chgData name="Georges MATHIO" userId="1057b68d-d9cf-4cd5-bc4c-3fe68ec33e97" providerId="ADAL" clId="{8AF8DD3D-C69F-43D8-A6D7-A7756DBB38D5}" dt="2023-11-06T12:36:32.380" v="2127" actId="478"/>
          <ac:spMkLst>
            <pc:docMk/>
            <pc:sldMk cId="2283270988" sldId="271"/>
            <ac:spMk id="3" creationId="{0E353883-983D-16EE-B09F-8929B8D1BAE7}"/>
          </ac:spMkLst>
        </pc:spChg>
        <pc:spChg chg="add del">
          <ac:chgData name="Georges MATHIO" userId="1057b68d-d9cf-4cd5-bc4c-3fe68ec33e97" providerId="ADAL" clId="{8AF8DD3D-C69F-43D8-A6D7-A7756DBB38D5}" dt="2023-11-06T12:36:50.299" v="2130" actId="26606"/>
          <ac:spMkLst>
            <pc:docMk/>
            <pc:sldMk cId="2283270988" sldId="271"/>
            <ac:spMk id="14" creationId="{DE6F2CF7-0423-4CC7-90FD-1FEBA0CA5B4D}"/>
          </ac:spMkLst>
        </pc:spChg>
        <pc:spChg chg="add del">
          <ac:chgData name="Georges MATHIO" userId="1057b68d-d9cf-4cd5-bc4c-3fe68ec33e97" providerId="ADAL" clId="{8AF8DD3D-C69F-43D8-A6D7-A7756DBB38D5}" dt="2023-11-06T12:37:00.743" v="2135" actId="26606"/>
          <ac:spMkLst>
            <pc:docMk/>
            <pc:sldMk cId="2283270988" sldId="271"/>
            <ac:spMk id="20" creationId="{0DC895F7-4E59-40FB-87DD-ACE47F94C143}"/>
          </ac:spMkLst>
        </pc:spChg>
        <pc:spChg chg="add del">
          <ac:chgData name="Georges MATHIO" userId="1057b68d-d9cf-4cd5-bc4c-3fe68ec33e97" providerId="ADAL" clId="{8AF8DD3D-C69F-43D8-A6D7-A7756DBB38D5}" dt="2023-11-06T12:37:55.906" v="2147" actId="26606"/>
          <ac:spMkLst>
            <pc:docMk/>
            <pc:sldMk cId="2283270988" sldId="271"/>
            <ac:spMk id="25" creationId="{DE6F2CF7-0423-4CC7-90FD-1FEBA0CA5B4D}"/>
          </ac:spMkLst>
        </pc:spChg>
        <pc:picChg chg="add mod">
          <ac:chgData name="Georges MATHIO" userId="1057b68d-d9cf-4cd5-bc4c-3fe68ec33e97" providerId="ADAL" clId="{8AF8DD3D-C69F-43D8-A6D7-A7756DBB38D5}" dt="2023-11-06T12:38:15.883" v="2151" actId="14100"/>
          <ac:picMkLst>
            <pc:docMk/>
            <pc:sldMk cId="2283270988" sldId="271"/>
            <ac:picMk id="5" creationId="{4E0C6E6C-57E3-DBD2-82EE-E7E815665A7B}"/>
          </ac:picMkLst>
        </pc:picChg>
        <pc:picChg chg="add del">
          <ac:chgData name="Georges MATHIO" userId="1057b68d-d9cf-4cd5-bc4c-3fe68ec33e97" providerId="ADAL" clId="{8AF8DD3D-C69F-43D8-A6D7-A7756DBB38D5}" dt="2023-11-06T12:36:50.299" v="2130" actId="26606"/>
          <ac:picMkLst>
            <pc:docMk/>
            <pc:sldMk cId="2283270988" sldId="271"/>
            <ac:picMk id="10" creationId="{CBECFFDC-94DB-4DA3-94FE-22FEDDA8FA30}"/>
          </ac:picMkLst>
        </pc:picChg>
        <pc:picChg chg="add del">
          <ac:chgData name="Georges MATHIO" userId="1057b68d-d9cf-4cd5-bc4c-3fe68ec33e97" providerId="ADAL" clId="{8AF8DD3D-C69F-43D8-A6D7-A7756DBB38D5}" dt="2023-11-06T12:36:50.299" v="2130" actId="26606"/>
          <ac:picMkLst>
            <pc:docMk/>
            <pc:sldMk cId="2283270988" sldId="271"/>
            <ac:picMk id="12" creationId="{F28C5E77-0080-4457-B42A-3E5420A7C8DC}"/>
          </ac:picMkLst>
        </pc:picChg>
        <pc:picChg chg="add del">
          <ac:chgData name="Georges MATHIO" userId="1057b68d-d9cf-4cd5-bc4c-3fe68ec33e97" providerId="ADAL" clId="{8AF8DD3D-C69F-43D8-A6D7-A7756DBB38D5}" dt="2023-11-06T12:36:54.348" v="2132" actId="26606"/>
          <ac:picMkLst>
            <pc:docMk/>
            <pc:sldMk cId="2283270988" sldId="271"/>
            <ac:picMk id="16" creationId="{CBECFFDC-94DB-4DA3-94FE-22FEDDA8FA30}"/>
          </ac:picMkLst>
        </pc:picChg>
        <pc:picChg chg="add del">
          <ac:chgData name="Georges MATHIO" userId="1057b68d-d9cf-4cd5-bc4c-3fe68ec33e97" providerId="ADAL" clId="{8AF8DD3D-C69F-43D8-A6D7-A7756DBB38D5}" dt="2023-11-06T12:36:54.348" v="2132" actId="26606"/>
          <ac:picMkLst>
            <pc:docMk/>
            <pc:sldMk cId="2283270988" sldId="271"/>
            <ac:picMk id="17" creationId="{98BF0107-3463-486E-B9EE-5A5727B4F7FB}"/>
          </ac:picMkLst>
        </pc:picChg>
        <pc:picChg chg="add del">
          <ac:chgData name="Georges MATHIO" userId="1057b68d-d9cf-4cd5-bc4c-3fe68ec33e97" providerId="ADAL" clId="{8AF8DD3D-C69F-43D8-A6D7-A7756DBB38D5}" dt="2023-11-06T12:37:00.743" v="2135" actId="26606"/>
          <ac:picMkLst>
            <pc:docMk/>
            <pc:sldMk cId="2283270988" sldId="271"/>
            <ac:picMk id="19" creationId="{CBECFFDC-94DB-4DA3-94FE-22FEDDA8FA30}"/>
          </ac:picMkLst>
        </pc:picChg>
        <pc:picChg chg="add del">
          <ac:chgData name="Georges MATHIO" userId="1057b68d-d9cf-4cd5-bc4c-3fe68ec33e97" providerId="ADAL" clId="{8AF8DD3D-C69F-43D8-A6D7-A7756DBB38D5}" dt="2023-11-06T12:37:00.743" v="2135" actId="26606"/>
          <ac:picMkLst>
            <pc:docMk/>
            <pc:sldMk cId="2283270988" sldId="271"/>
            <ac:picMk id="21" creationId="{1A4C720E-710D-44F8-A8D7-2BAA61E1814B}"/>
          </ac:picMkLst>
        </pc:picChg>
        <pc:picChg chg="add del">
          <ac:chgData name="Georges MATHIO" userId="1057b68d-d9cf-4cd5-bc4c-3fe68ec33e97" providerId="ADAL" clId="{8AF8DD3D-C69F-43D8-A6D7-A7756DBB38D5}" dt="2023-11-06T12:37:55.906" v="2147" actId="26606"/>
          <ac:picMkLst>
            <pc:docMk/>
            <pc:sldMk cId="2283270988" sldId="271"/>
            <ac:picMk id="23" creationId="{CBECFFDC-94DB-4DA3-94FE-22FEDDA8FA30}"/>
          </ac:picMkLst>
        </pc:picChg>
        <pc:picChg chg="add del">
          <ac:chgData name="Georges MATHIO" userId="1057b68d-d9cf-4cd5-bc4c-3fe68ec33e97" providerId="ADAL" clId="{8AF8DD3D-C69F-43D8-A6D7-A7756DBB38D5}" dt="2023-11-06T12:37:55.906" v="2147" actId="26606"/>
          <ac:picMkLst>
            <pc:docMk/>
            <pc:sldMk cId="2283270988" sldId="271"/>
            <ac:picMk id="24" creationId="{F28C5E77-0080-4457-B42A-3E5420A7C8DC}"/>
          </ac:picMkLst>
        </pc:picChg>
      </pc:sldChg>
      <pc:sldChg chg="delSp modSp add mod">
        <pc:chgData name="Georges MATHIO" userId="1057b68d-d9cf-4cd5-bc4c-3fe68ec33e97" providerId="ADAL" clId="{8AF8DD3D-C69F-43D8-A6D7-A7756DBB38D5}" dt="2023-11-06T20:44:23.167" v="2451" actId="20577"/>
        <pc:sldMkLst>
          <pc:docMk/>
          <pc:sldMk cId="4245620818" sldId="272"/>
        </pc:sldMkLst>
        <pc:spChg chg="mod">
          <ac:chgData name="Georges MATHIO" userId="1057b68d-d9cf-4cd5-bc4c-3fe68ec33e97" providerId="ADAL" clId="{8AF8DD3D-C69F-43D8-A6D7-A7756DBB38D5}" dt="2023-11-06T20:43:33.591" v="2396" actId="20577"/>
          <ac:spMkLst>
            <pc:docMk/>
            <pc:sldMk cId="4245620818" sldId="272"/>
            <ac:spMk id="2" creationId="{8AE1D70E-C040-1542-B36E-7DDF82084F61}"/>
          </ac:spMkLst>
        </pc:spChg>
        <pc:spChg chg="del">
          <ac:chgData name="Georges MATHIO" userId="1057b68d-d9cf-4cd5-bc4c-3fe68ec33e97" providerId="ADAL" clId="{8AF8DD3D-C69F-43D8-A6D7-A7756DBB38D5}" dt="2023-11-06T20:43:37.100" v="2397" actId="478"/>
          <ac:spMkLst>
            <pc:docMk/>
            <pc:sldMk cId="4245620818" sldId="272"/>
            <ac:spMk id="4" creationId="{7E03E1F9-EA50-1761-52C4-E2031AC653F8}"/>
          </ac:spMkLst>
        </pc:spChg>
        <pc:spChg chg="mod">
          <ac:chgData name="Georges MATHIO" userId="1057b68d-d9cf-4cd5-bc4c-3fe68ec33e97" providerId="ADAL" clId="{8AF8DD3D-C69F-43D8-A6D7-A7756DBB38D5}" dt="2023-11-06T20:44:23.167" v="2451" actId="20577"/>
          <ac:spMkLst>
            <pc:docMk/>
            <pc:sldMk cId="4245620818" sldId="272"/>
            <ac:spMk id="6" creationId="{37E68E50-1F8D-C6EF-3F0A-17CAC14C946D}"/>
          </ac:spMkLst>
        </pc:spChg>
      </pc:sldChg>
      <pc:sldMasterChg chg="addSp modSp mod modSldLayout">
        <pc:chgData name="Georges MATHIO" userId="1057b68d-d9cf-4cd5-bc4c-3fe68ec33e97" providerId="ADAL" clId="{8AF8DD3D-C69F-43D8-A6D7-A7756DBB38D5}" dt="2023-11-06T09:45:19.554" v="32" actId="207"/>
        <pc:sldMasterMkLst>
          <pc:docMk/>
          <pc:sldMasterMk cId="0" sldId="2147483648"/>
        </pc:sldMasterMkLst>
        <pc:spChg chg="add mod">
          <ac:chgData name="Georges MATHIO" userId="1057b68d-d9cf-4cd5-bc4c-3fe68ec33e97" providerId="ADAL" clId="{8AF8DD3D-C69F-43D8-A6D7-A7756DBB38D5}" dt="2023-11-06T09:45:19.554" v="32" actId="207"/>
          <ac:spMkLst>
            <pc:docMk/>
            <pc:sldMasterMk cId="0" sldId="2147483648"/>
            <ac:spMk id="7" creationId="{B18878BD-F551-044F-11EA-E13A4F7FC732}"/>
          </ac:spMkLst>
        </pc:spChg>
        <pc:picChg chg="mod ord">
          <ac:chgData name="Georges MATHIO" userId="1057b68d-d9cf-4cd5-bc4c-3fe68ec33e97" providerId="ADAL" clId="{8AF8DD3D-C69F-43D8-A6D7-A7756DBB38D5}" dt="2023-11-06T09:43:45.336" v="27" actId="14861"/>
          <ac:picMkLst>
            <pc:docMk/>
            <pc:sldMasterMk cId="0" sldId="2147483648"/>
            <ac:picMk id="8" creationId="{396E9789-E64B-700E-1F72-C4F0350E8E00}"/>
          </ac:picMkLst>
        </pc:picChg>
        <pc:sldLayoutChg chg="addSp delSp modSp mod">
          <pc:chgData name="Georges MATHIO" userId="1057b68d-d9cf-4cd5-bc4c-3fe68ec33e97" providerId="ADAL" clId="{8AF8DD3D-C69F-43D8-A6D7-A7756DBB38D5}" dt="2023-11-06T09:42:54.586" v="21" actId="11529"/>
          <pc:sldLayoutMkLst>
            <pc:docMk/>
            <pc:sldMasterMk cId="0" sldId="2147483648"/>
            <pc:sldLayoutMk cId="0" sldId="2147483649"/>
          </pc:sldLayoutMkLst>
          <pc:spChg chg="add del mod ord">
            <ac:chgData name="Georges MATHIO" userId="1057b68d-d9cf-4cd5-bc4c-3fe68ec33e97" providerId="ADAL" clId="{8AF8DD3D-C69F-43D8-A6D7-A7756DBB38D5}" dt="2023-11-06T09:42:54.586" v="21" actId="11529"/>
            <ac:spMkLst>
              <pc:docMk/>
              <pc:sldMasterMk cId="0" sldId="2147483648"/>
              <pc:sldLayoutMk cId="0" sldId="2147483649"/>
              <ac:spMk id="8" creationId="{8CE91F0C-7B7D-FADD-49FA-CE845C698396}"/>
            </ac:spMkLst>
          </pc:spChg>
          <pc:picChg chg="mod">
            <ac:chgData name="Georges MATHIO" userId="1057b68d-d9cf-4cd5-bc4c-3fe68ec33e97" providerId="ADAL" clId="{8AF8DD3D-C69F-43D8-A6D7-A7756DBB38D5}" dt="2023-11-06T09:42:52.448" v="14" actId="1076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</pc:sldLayoutChg>
      </pc:sldMasterChg>
    </pc:docChg>
  </pc:docChgLst>
  <pc:docChgLst>
    <pc:chgData name="Georges MATHIO" userId="S::georges.mathio@estia.fr::1057b68d-d9cf-4cd5-bc4c-3fe68ec33e97" providerId="AD" clId="Web-{BB5A83B7-C83F-2E0F-B045-1F392B8B65F6}"/>
    <pc:docChg chg="modSld">
      <pc:chgData name="Georges MATHIO" userId="S::georges.mathio@estia.fr::1057b68d-d9cf-4cd5-bc4c-3fe68ec33e97" providerId="AD" clId="Web-{BB5A83B7-C83F-2E0F-B045-1F392B8B65F6}" dt="2023-12-03T22:02:24.692" v="0"/>
      <pc:docMkLst>
        <pc:docMk/>
      </pc:docMkLst>
      <pc:sldChg chg="modSp">
        <pc:chgData name="Georges MATHIO" userId="S::georges.mathio@estia.fr::1057b68d-d9cf-4cd5-bc4c-3fe68ec33e97" providerId="AD" clId="Web-{BB5A83B7-C83F-2E0F-B045-1F392B8B65F6}" dt="2023-12-03T22:02:24.692" v="0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BB5A83B7-C83F-2E0F-B045-1F392B8B65F6}" dt="2023-12-03T22:02:24.692" v="0"/>
          <ac:spMkLst>
            <pc:docMk/>
            <pc:sldMk cId="1018468898" sldId="261"/>
            <ac:spMk id="12" creationId="{29653E2C-D912-81DB-1716-75E4746FF989}"/>
          </ac:spMkLst>
        </pc:spChg>
      </pc:sldChg>
    </pc:docChg>
  </pc:docChgLst>
  <pc:docChgLst>
    <pc:chgData name="Georges MATHIO" userId="S::georges.mathio@estia.fr::1057b68d-d9cf-4cd5-bc4c-3fe68ec33e97" providerId="AD" clId="Web-{9A41681B-2391-37CE-15A6-B8DEA12FA10A}"/>
    <pc:docChg chg="modSld">
      <pc:chgData name="Georges MATHIO" userId="S::georges.mathio@estia.fr::1057b68d-d9cf-4cd5-bc4c-3fe68ec33e97" providerId="AD" clId="Web-{9A41681B-2391-37CE-15A6-B8DEA12FA10A}" dt="2024-07-18T11:46:43.224" v="0" actId="14100"/>
      <pc:docMkLst>
        <pc:docMk/>
      </pc:docMkLst>
      <pc:sldChg chg="modSp">
        <pc:chgData name="Georges MATHIO" userId="S::georges.mathio@estia.fr::1057b68d-d9cf-4cd5-bc4c-3fe68ec33e97" providerId="AD" clId="Web-{9A41681B-2391-37CE-15A6-B8DEA12FA10A}" dt="2024-07-18T11:46:43.224" v="0" actId="14100"/>
        <pc:sldMkLst>
          <pc:docMk/>
          <pc:sldMk cId="1284593695" sldId="267"/>
        </pc:sldMkLst>
        <pc:spChg chg="mod">
          <ac:chgData name="Georges MATHIO" userId="S::georges.mathio@estia.fr::1057b68d-d9cf-4cd5-bc4c-3fe68ec33e97" providerId="AD" clId="Web-{9A41681B-2391-37CE-15A6-B8DEA12FA10A}" dt="2024-07-18T11:46:43.224" v="0" actId="14100"/>
          <ac:spMkLst>
            <pc:docMk/>
            <pc:sldMk cId="1284593695" sldId="267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B27BBA7F-D267-5179-4C72-E136F7A610B5}"/>
    <pc:docChg chg="addSld delSld modSld">
      <pc:chgData name="Georges MATHIO" userId="S::georges.mathio@estia.fr::1057b68d-d9cf-4cd5-bc4c-3fe68ec33e97" providerId="AD" clId="Web-{B27BBA7F-D267-5179-4C72-E136F7A610B5}" dt="2023-11-05T21:47:18.535" v="321" actId="20577"/>
      <pc:docMkLst>
        <pc:docMk/>
      </pc:docMkLst>
      <pc:sldChg chg="addSp modSp mod setBg">
        <pc:chgData name="Georges MATHIO" userId="S::georges.mathio@estia.fr::1057b68d-d9cf-4cd5-bc4c-3fe68ec33e97" providerId="AD" clId="Web-{B27BBA7F-D267-5179-4C72-E136F7A610B5}" dt="2023-11-05T21:40:56.271" v="22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B27BBA7F-D267-5179-4C72-E136F7A610B5}" dt="2023-11-05T21:40:02.581" v="215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B27BBA7F-D267-5179-4C72-E136F7A610B5}" dt="2023-11-05T21:40:02.581" v="215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S::georges.mathio@estia.fr::1057b68d-d9cf-4cd5-bc4c-3fe68ec33e97" providerId="AD" clId="Web-{B27BBA7F-D267-5179-4C72-E136F7A610B5}" dt="2023-11-05T21:40:56.271" v="226"/>
          <ac:picMkLst>
            <pc:docMk/>
            <pc:sldMk cId="2526593619" sldId="256"/>
            <ac:picMk id="5" creationId="{5CB1AC24-126F-9F94-F4B8-A784E36272A9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18.966" v="31"/>
        <pc:sldMkLst>
          <pc:docMk/>
          <pc:sldMk cId="1554076419" sldId="258"/>
        </pc:sldMkLst>
      </pc:sldChg>
      <pc:sldChg chg="del">
        <pc:chgData name="Georges MATHIO" userId="S::georges.mathio@estia.fr::1057b68d-d9cf-4cd5-bc4c-3fe68ec33e97" providerId="AD" clId="Web-{B27BBA7F-D267-5179-4C72-E136F7A610B5}" dt="2023-11-05T19:59:19.701" v="32"/>
        <pc:sldMkLst>
          <pc:docMk/>
          <pc:sldMk cId="2482283123" sldId="259"/>
        </pc:sldMkLst>
      </pc:sldChg>
      <pc:sldChg chg="delSp modSp del">
        <pc:chgData name="Georges MATHIO" userId="S::georges.mathio@estia.fr::1057b68d-d9cf-4cd5-bc4c-3fe68ec33e97" providerId="AD" clId="Web-{B27BBA7F-D267-5179-4C72-E136F7A610B5}" dt="2023-11-05T19:59:14.857" v="28"/>
        <pc:sldMkLst>
          <pc:docMk/>
          <pc:sldMk cId="319033476" sldId="260"/>
        </pc:sldMkLst>
        <pc:spChg chg="mod">
          <ac:chgData name="Georges MATHIO" userId="S::georges.mathio@estia.fr::1057b68d-d9cf-4cd5-bc4c-3fe68ec33e97" providerId="AD" clId="Web-{B27BBA7F-D267-5179-4C72-E136F7A610B5}" dt="2023-11-05T19:59:12.810" v="27" actId="2057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S::georges.mathio@estia.fr::1057b68d-d9cf-4cd5-bc4c-3fe68ec33e97" providerId="AD" clId="Web-{B27BBA7F-D267-5179-4C72-E136F7A610B5}" dt="2023-11-05T19:59:07.309" v="26"/>
          <ac:spMkLst>
            <pc:docMk/>
            <pc:sldMk cId="319033476" sldId="260"/>
            <ac:spMk id="10" creationId="{C5311046-E730-ED12-CF8A-7238F55775CD}"/>
          </ac:spMkLst>
        </pc:spChg>
      </pc:sldChg>
      <pc:sldChg chg="addSp delSp modSp">
        <pc:chgData name="Georges MATHIO" userId="S::georges.mathio@estia.fr::1057b68d-d9cf-4cd5-bc4c-3fe68ec33e97" providerId="AD" clId="Web-{B27BBA7F-D267-5179-4C72-E136F7A610B5}" dt="2023-11-05T20:50:38.511" v="203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B27BBA7F-D267-5179-4C72-E136F7A610B5}" dt="2023-11-05T20:03:25.104" v="39" actId="20577"/>
          <ac:spMkLst>
            <pc:docMk/>
            <pc:sldMk cId="1018468898" sldId="261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B27BBA7F-D267-5179-4C72-E136F7A610B5}" dt="2023-11-05T20:50:38.511" v="203" actId="20577"/>
          <ac:spMkLst>
            <pc:docMk/>
            <pc:sldMk cId="1018468898" sldId="261"/>
            <ac:spMk id="3" creationId="{B5620FEA-FA3C-B3F6-C2FC-F9D51C3D46CB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6.037" v="83"/>
          <ac:spMkLst>
            <pc:docMk/>
            <pc:sldMk cId="1018468898" sldId="261"/>
            <ac:spMk id="5" creationId="{0BC24324-4B72-8229-AF06-D03DD20A745C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5.177" v="82"/>
          <ac:spMkLst>
            <pc:docMk/>
            <pc:sldMk cId="1018468898" sldId="261"/>
            <ac:spMk id="8" creationId="{1E9F6BEE-3DDC-B917-BB28-FDDE3479E527}"/>
          </ac:spMkLst>
        </pc:spChg>
        <pc:spChg chg="add del mod">
          <ac:chgData name="Georges MATHIO" userId="S::georges.mathio@estia.fr::1057b68d-d9cf-4cd5-bc4c-3fe68ec33e97" providerId="AD" clId="Web-{B27BBA7F-D267-5179-4C72-E136F7A610B5}" dt="2023-11-05T20:41:39.303" v="84"/>
          <ac:spMkLst>
            <pc:docMk/>
            <pc:sldMk cId="1018468898" sldId="261"/>
            <ac:spMk id="9" creationId="{8B1AF24C-C1D6-F173-D373-628509993929}"/>
          </ac:spMkLst>
        </pc:spChg>
        <pc:spChg chg="add del mod ord">
          <ac:chgData name="Georges MATHIO" userId="S::georges.mathio@estia.fr::1057b68d-d9cf-4cd5-bc4c-3fe68ec33e97" providerId="AD" clId="Web-{B27BBA7F-D267-5179-4C72-E136F7A610B5}" dt="2023-11-05T20:43:53.872" v="101"/>
          <ac:spMkLst>
            <pc:docMk/>
            <pc:sldMk cId="1018468898" sldId="261"/>
            <ac:spMk id="10" creationId="{341E99CD-CAB9-D5A3-2278-20ECD861E968}"/>
          </ac:spMkLst>
        </pc:spChg>
        <pc:spChg chg="add mod ord topLvl">
          <ac:chgData name="Georges MATHIO" userId="S::georges.mathio@estia.fr::1057b68d-d9cf-4cd5-bc4c-3fe68ec33e97" providerId="AD" clId="Web-{B27BBA7F-D267-5179-4C72-E136F7A610B5}" dt="2023-11-05T20:45:12.812" v="118" actId="1076"/>
          <ac:spMkLst>
            <pc:docMk/>
            <pc:sldMk cId="1018468898" sldId="261"/>
            <ac:spMk id="12" creationId="{29653E2C-D912-81DB-1716-75E4746FF989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7:41.317" v="135"/>
          <ac:spMkLst>
            <pc:docMk/>
            <pc:sldMk cId="1018468898" sldId="261"/>
            <ac:spMk id="15" creationId="{6FC2A128-1F70-3E6A-C629-D84FACA0066B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7:52.005" v="137" actId="1076"/>
          <ac:spMkLst>
            <pc:docMk/>
            <pc:sldMk cId="1018468898" sldId="261"/>
            <ac:spMk id="16" creationId="{6E1B39EC-EDE0-1A9A-4E38-97F8D7E2166B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0:48:00.036" v="139" actId="1076"/>
          <ac:spMkLst>
            <pc:docMk/>
            <pc:sldMk cId="1018468898" sldId="261"/>
            <ac:spMk id="17" creationId="{6A81EA13-CBCC-947A-51EF-35597D1DA04E}"/>
          </ac:spMkLst>
        </pc:spChg>
        <pc:grpChg chg="add del mod">
          <ac:chgData name="Georges MATHIO" userId="S::georges.mathio@estia.fr::1057b68d-d9cf-4cd5-bc4c-3fe68ec33e97" providerId="AD" clId="Web-{B27BBA7F-D267-5179-4C72-E136F7A610B5}" dt="2023-11-05T20:45:05.468" v="114"/>
          <ac:grpSpMkLst>
            <pc:docMk/>
            <pc:sldMk cId="1018468898" sldId="261"/>
            <ac:grpSpMk id="13" creationId="{3DB3FC2F-29F7-6EFD-9A60-20F531A61236}"/>
          </ac:grpSpMkLst>
        </pc:grpChg>
        <pc:picChg chg="add del mod">
          <ac:chgData name="Georges MATHIO" userId="S::georges.mathio@estia.fr::1057b68d-d9cf-4cd5-bc4c-3fe68ec33e97" providerId="AD" clId="Web-{B27BBA7F-D267-5179-4C72-E136F7A610B5}" dt="2023-11-05T20:42:40.008" v="91"/>
          <ac:picMkLst>
            <pc:docMk/>
            <pc:sldMk cId="1018468898" sldId="261"/>
            <ac:picMk id="6" creationId="{D7BA0221-0DAA-0BF4-D679-9FC3B4B1397B}"/>
          </ac:picMkLst>
        </pc:picChg>
        <pc:picChg chg="add del mod">
          <ac:chgData name="Georges MATHIO" userId="S::georges.mathio@estia.fr::1057b68d-d9cf-4cd5-bc4c-3fe68ec33e97" providerId="AD" clId="Web-{B27BBA7F-D267-5179-4C72-E136F7A610B5}" dt="2023-11-05T20:32:25.095" v="73"/>
          <ac:picMkLst>
            <pc:docMk/>
            <pc:sldMk cId="1018468898" sldId="261"/>
            <ac:picMk id="7" creationId="{9DF59075-6984-7415-4159-6F32CE7F026D}"/>
          </ac:picMkLst>
        </pc:picChg>
        <pc:picChg chg="add mod topLvl">
          <ac:chgData name="Georges MATHIO" userId="S::georges.mathio@estia.fr::1057b68d-d9cf-4cd5-bc4c-3fe68ec33e97" providerId="AD" clId="Web-{B27BBA7F-D267-5179-4C72-E136F7A610B5}" dt="2023-11-05T20:45:23.390" v="120" actId="1076"/>
          <ac:picMkLst>
            <pc:docMk/>
            <pc:sldMk cId="1018468898" sldId="261"/>
            <ac:picMk id="11" creationId="{680F9300-14E0-9D84-F611-0C4A1D2A5DD5}"/>
          </ac:picMkLst>
        </pc:picChg>
        <pc:picChg chg="add del mod">
          <ac:chgData name="Georges MATHIO" userId="S::georges.mathio@estia.fr::1057b68d-d9cf-4cd5-bc4c-3fe68ec33e97" providerId="AD" clId="Web-{B27BBA7F-D267-5179-4C72-E136F7A610B5}" dt="2023-11-05T20:45:33" v="122"/>
          <ac:picMkLst>
            <pc:docMk/>
            <pc:sldMk cId="1018468898" sldId="261"/>
            <ac:picMk id="14" creationId="{808711F1-7E67-7331-C5D1-4693BFF93738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21.716" v="33"/>
        <pc:sldMkLst>
          <pc:docMk/>
          <pc:sldMk cId="340622423" sldId="262"/>
        </pc:sldMkLst>
      </pc:sldChg>
      <pc:sldChg chg="addSp delSp modSp add replId">
        <pc:chgData name="Georges MATHIO" userId="S::georges.mathio@estia.fr::1057b68d-d9cf-4cd5-bc4c-3fe68ec33e97" providerId="AD" clId="Web-{B27BBA7F-D267-5179-4C72-E136F7A610B5}" dt="2023-11-05T21:47:18.535" v="321" actId="20577"/>
        <pc:sldMkLst>
          <pc:docMk/>
          <pc:sldMk cId="1104381753" sldId="262"/>
        </pc:sldMkLst>
        <pc:spChg chg="mod">
          <ac:chgData name="Georges MATHIO" userId="S::georges.mathio@estia.fr::1057b68d-d9cf-4cd5-bc4c-3fe68ec33e97" providerId="AD" clId="Web-{B27BBA7F-D267-5179-4C72-E136F7A610B5}" dt="2023-11-05T21:41:49.632" v="236" actId="20577"/>
          <ac:spMkLst>
            <pc:docMk/>
            <pc:sldMk cId="1104381753" sldId="262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B27BBA7F-D267-5179-4C72-E136F7A610B5}" dt="2023-11-05T21:44:48.530" v="285" actId="20577"/>
          <ac:spMkLst>
            <pc:docMk/>
            <pc:sldMk cId="1104381753" sldId="262"/>
            <ac:spMk id="3" creationId="{B5620FEA-FA3C-B3F6-C2FC-F9D51C3D46C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6.914" v="241"/>
          <ac:spMkLst>
            <pc:docMk/>
            <pc:sldMk cId="1104381753" sldId="262"/>
            <ac:spMk id="12" creationId="{29653E2C-D912-81DB-1716-75E4746FF989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4.413" v="239"/>
          <ac:spMkLst>
            <pc:docMk/>
            <pc:sldMk cId="1104381753" sldId="262"/>
            <ac:spMk id="15" creationId="{6FC2A128-1F70-3E6A-C629-D84FACA0066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2.335" v="238"/>
          <ac:spMkLst>
            <pc:docMk/>
            <pc:sldMk cId="1104381753" sldId="262"/>
            <ac:spMk id="16" creationId="{6E1B39EC-EDE0-1A9A-4E38-97F8D7E2166B}"/>
          </ac:spMkLst>
        </pc:spChg>
        <pc:spChg chg="del">
          <ac:chgData name="Georges MATHIO" userId="S::georges.mathio@estia.fr::1057b68d-d9cf-4cd5-bc4c-3fe68ec33e97" providerId="AD" clId="Web-{B27BBA7F-D267-5179-4C72-E136F7A610B5}" dt="2023-11-05T21:41:56.054" v="240"/>
          <ac:spMkLst>
            <pc:docMk/>
            <pc:sldMk cId="1104381753" sldId="262"/>
            <ac:spMk id="17" creationId="{6A81EA13-CBCC-947A-51EF-35597D1DA04E}"/>
          </ac:spMkLst>
        </pc:spChg>
        <pc:spChg chg="add mod">
          <ac:chgData name="Georges MATHIO" userId="S::georges.mathio@estia.fr::1057b68d-d9cf-4cd5-bc4c-3fe68ec33e97" providerId="AD" clId="Web-{B27BBA7F-D267-5179-4C72-E136F7A610B5}" dt="2023-11-05T21:46:52.909" v="311" actId="20577"/>
          <ac:spMkLst>
            <pc:docMk/>
            <pc:sldMk cId="1104381753" sldId="262"/>
            <ac:spMk id="363" creationId="{28D59067-446A-B81F-4E7F-8B6511B3D0C1}"/>
          </ac:spMkLst>
        </pc:spChg>
        <pc:graphicFrameChg chg="add del mod modGraphic">
          <ac:chgData name="Georges MATHIO" userId="S::georges.mathio@estia.fr::1057b68d-d9cf-4cd5-bc4c-3fe68ec33e97" providerId="AD" clId="Web-{B27BBA7F-D267-5179-4C72-E136F7A610B5}" dt="2023-11-05T21:46:10.361" v="303" actId="1076"/>
          <ac:graphicFrameMkLst>
            <pc:docMk/>
            <pc:sldMk cId="1104381753" sldId="262"/>
            <ac:graphicFrameMk id="5" creationId="{A17FD1F3-74D7-38FA-9394-B97593E781E2}"/>
          </ac:graphicFrameMkLst>
        </pc:graphicFrameChg>
        <pc:graphicFrameChg chg="add mod modGraphic">
          <ac:chgData name="Georges MATHIO" userId="S::georges.mathio@estia.fr::1057b68d-d9cf-4cd5-bc4c-3fe68ec33e97" providerId="AD" clId="Web-{B27BBA7F-D267-5179-4C72-E136F7A610B5}" dt="2023-11-05T21:47:18.535" v="321" actId="20577"/>
          <ac:graphicFrameMkLst>
            <pc:docMk/>
            <pc:sldMk cId="1104381753" sldId="262"/>
            <ac:graphicFrameMk id="364" creationId="{07DA7156-0997-2E20-AD85-AD03EDDDBCC2}"/>
          </ac:graphicFrameMkLst>
        </pc:graphicFrameChg>
        <pc:picChg chg="del">
          <ac:chgData name="Georges MATHIO" userId="S::georges.mathio@estia.fr::1057b68d-d9cf-4cd5-bc4c-3fe68ec33e97" providerId="AD" clId="Web-{B27BBA7F-D267-5179-4C72-E136F7A610B5}" dt="2023-11-05T21:41:50.898" v="237"/>
          <ac:picMkLst>
            <pc:docMk/>
            <pc:sldMk cId="1104381753" sldId="262"/>
            <ac:picMk id="4" creationId="{C76545A6-7767-C8CC-4CA3-607E4E2EBCC7}"/>
          </ac:picMkLst>
        </pc:picChg>
        <pc:picChg chg="del">
          <ac:chgData name="Georges MATHIO" userId="S::georges.mathio@estia.fr::1057b68d-d9cf-4cd5-bc4c-3fe68ec33e97" providerId="AD" clId="Web-{B27BBA7F-D267-5179-4C72-E136F7A610B5}" dt="2023-11-05T21:41:57.820" v="242"/>
          <ac:picMkLst>
            <pc:docMk/>
            <pc:sldMk cId="1104381753" sldId="262"/>
            <ac:picMk id="11" creationId="{680F9300-14E0-9D84-F611-0C4A1D2A5DD5}"/>
          </ac:picMkLst>
        </pc:picChg>
      </pc:sldChg>
      <pc:sldChg chg="del">
        <pc:chgData name="Georges MATHIO" userId="S::georges.mathio@estia.fr::1057b68d-d9cf-4cd5-bc4c-3fe68ec33e97" providerId="AD" clId="Web-{B27BBA7F-D267-5179-4C72-E136F7A610B5}" dt="2023-11-05T19:59:25.779" v="34"/>
        <pc:sldMkLst>
          <pc:docMk/>
          <pc:sldMk cId="1455700223" sldId="263"/>
        </pc:sldMkLst>
      </pc:sldChg>
      <pc:sldChg chg="del">
        <pc:chgData name="Georges MATHIO" userId="S::georges.mathio@estia.fr::1057b68d-d9cf-4cd5-bc4c-3fe68ec33e97" providerId="AD" clId="Web-{B27BBA7F-D267-5179-4C72-E136F7A610B5}" dt="2023-11-05T20:03:06.182" v="35"/>
        <pc:sldMkLst>
          <pc:docMk/>
          <pc:sldMk cId="4167943880" sldId="264"/>
        </pc:sldMkLst>
      </pc:sldChg>
      <pc:sldChg chg="new del">
        <pc:chgData name="Georges MATHIO" userId="S::georges.mathio@estia.fr::1057b68d-d9cf-4cd5-bc4c-3fe68ec33e97" providerId="AD" clId="Web-{B27BBA7F-D267-5179-4C72-E136F7A610B5}" dt="2023-11-05T19:59:17.622" v="30"/>
        <pc:sldMkLst>
          <pc:docMk/>
          <pc:sldMk cId="597883373" sldId="265"/>
        </pc:sldMkLst>
      </pc:sldChg>
    </pc:docChg>
  </pc:docChgLst>
  <pc:docChgLst>
    <pc:chgData name="Georges MATHIO" userId="1057b68d-d9cf-4cd5-bc4c-3fe68ec33e97" providerId="ADAL" clId="{A20EE0AC-CC35-4D5F-A081-C9402B8473BE}"/>
    <pc:docChg chg="modSld">
      <pc:chgData name="Georges MATHIO" userId="1057b68d-d9cf-4cd5-bc4c-3fe68ec33e97" providerId="ADAL" clId="{A20EE0AC-CC35-4D5F-A081-C9402B8473BE}" dt="2023-11-21T14:23:42.313" v="4" actId="20577"/>
      <pc:docMkLst>
        <pc:docMk/>
      </pc:docMkLst>
      <pc:sldChg chg="modSp mod">
        <pc:chgData name="Georges MATHIO" userId="1057b68d-d9cf-4cd5-bc4c-3fe68ec33e97" providerId="ADAL" clId="{A20EE0AC-CC35-4D5F-A081-C9402B8473BE}" dt="2023-11-21T14:23:42.313" v="4" actId="20577"/>
        <pc:sldMkLst>
          <pc:docMk/>
          <pc:sldMk cId="3094259395" sldId="265"/>
        </pc:sldMkLst>
        <pc:spChg chg="mod">
          <ac:chgData name="Georges MATHIO" userId="1057b68d-d9cf-4cd5-bc4c-3fe68ec33e97" providerId="ADAL" clId="{A20EE0AC-CC35-4D5F-A081-C9402B8473BE}" dt="2023-11-21T14:23:42.313" v="4" actId="20577"/>
          <ac:spMkLst>
            <pc:docMk/>
            <pc:sldMk cId="3094259395" sldId="265"/>
            <ac:spMk id="5" creationId="{30B95D2B-6C90-9692-8E9C-87B3FA2F3901}"/>
          </ac:spMkLst>
        </pc:spChg>
      </pc:sldChg>
    </pc:docChg>
  </pc:docChgLst>
  <pc:docChgLst>
    <pc:chgData name="Georges MATHIO" userId="1057b68d-d9cf-4cd5-bc4c-3fe68ec33e97" providerId="ADAL" clId="{B1825C25-8F2F-477C-83B1-7FAE8036AAEA}"/>
    <pc:docChg chg="undo redo custSel addSld delSld modSld">
      <pc:chgData name="Georges MATHIO" userId="1057b68d-d9cf-4cd5-bc4c-3fe68ec33e97" providerId="ADAL" clId="{B1825C25-8F2F-477C-83B1-7FAE8036AAEA}" dt="2023-11-05T22:50:09.517" v="1493" actId="20577"/>
      <pc:docMkLst>
        <pc:docMk/>
      </pc:docMkLst>
      <pc:sldChg chg="modSp mod">
        <pc:chgData name="Georges MATHIO" userId="1057b68d-d9cf-4cd5-bc4c-3fe68ec33e97" providerId="ADAL" clId="{B1825C25-8F2F-477C-83B1-7FAE8036AAEA}" dt="2023-11-05T22:42:25.560" v="1218" actId="113"/>
        <pc:sldMkLst>
          <pc:docMk/>
          <pc:sldMk cId="1018468898" sldId="261"/>
        </pc:sldMkLst>
        <pc:spChg chg="mod">
          <ac:chgData name="Georges MATHIO" userId="1057b68d-d9cf-4cd5-bc4c-3fe68ec33e97" providerId="ADAL" clId="{B1825C25-8F2F-477C-83B1-7FAE8036AAEA}" dt="2023-11-05T22:42:25.560" v="1218" actId="113"/>
          <ac:spMkLst>
            <pc:docMk/>
            <pc:sldMk cId="1018468898" sldId="261"/>
            <ac:spMk id="3" creationId="{B5620FEA-FA3C-B3F6-C2FC-F9D51C3D46CB}"/>
          </ac:spMkLst>
        </pc:spChg>
        <pc:picChg chg="mod">
          <ac:chgData name="Georges MATHIO" userId="1057b68d-d9cf-4cd5-bc4c-3fe68ec33e97" providerId="ADAL" clId="{B1825C25-8F2F-477C-83B1-7FAE8036AAEA}" dt="2023-11-05T20:30:02.419" v="43" actId="14861"/>
          <ac:picMkLst>
            <pc:docMk/>
            <pc:sldMk cId="1018468898" sldId="261"/>
            <ac:picMk id="6" creationId="{D7BA0221-0DAA-0BF4-D679-9FC3B4B1397B}"/>
          </ac:picMkLst>
        </pc:picChg>
      </pc:sldChg>
      <pc:sldChg chg="modSp mod">
        <pc:chgData name="Georges MATHIO" userId="1057b68d-d9cf-4cd5-bc4c-3fe68ec33e97" providerId="ADAL" clId="{B1825C25-8F2F-477C-83B1-7FAE8036AAEA}" dt="2023-11-05T22:11:08.525" v="409" actId="5736"/>
        <pc:sldMkLst>
          <pc:docMk/>
          <pc:sldMk cId="1104381753" sldId="262"/>
        </pc:sldMkLst>
        <pc:graphicFrameChg chg="mod modGraphic">
          <ac:chgData name="Georges MATHIO" userId="1057b68d-d9cf-4cd5-bc4c-3fe68ec33e97" providerId="ADAL" clId="{B1825C25-8F2F-477C-83B1-7FAE8036AAEA}" dt="2023-11-05T21:50:37.572" v="118" actId="113"/>
          <ac:graphicFrameMkLst>
            <pc:docMk/>
            <pc:sldMk cId="1104381753" sldId="262"/>
            <ac:graphicFrameMk id="5" creationId="{A17FD1F3-74D7-38FA-9394-B97593E781E2}"/>
          </ac:graphicFrameMkLst>
        </pc:graphicFrameChg>
        <pc:graphicFrameChg chg="mod">
          <ac:chgData name="Georges MATHIO" userId="1057b68d-d9cf-4cd5-bc4c-3fe68ec33e97" providerId="ADAL" clId="{B1825C25-8F2F-477C-83B1-7FAE8036AAEA}" dt="2023-11-05T22:11:08.525" v="409" actId="5736"/>
          <ac:graphicFrameMkLst>
            <pc:docMk/>
            <pc:sldMk cId="1104381753" sldId="262"/>
            <ac:graphicFrameMk id="364" creationId="{07DA7156-0997-2E20-AD85-AD03EDDDBCC2}"/>
          </ac:graphicFrameMkLst>
        </pc:graphicFrameChg>
      </pc:sldChg>
      <pc:sldChg chg="addSp delSp modSp add mod">
        <pc:chgData name="Georges MATHIO" userId="1057b68d-d9cf-4cd5-bc4c-3fe68ec33e97" providerId="ADAL" clId="{B1825C25-8F2F-477C-83B1-7FAE8036AAEA}" dt="2023-11-05T22:13:55.436" v="433" actId="1076"/>
        <pc:sldMkLst>
          <pc:docMk/>
          <pc:sldMk cId="339944523" sldId="263"/>
        </pc:sldMkLst>
        <pc:spChg chg="mod">
          <ac:chgData name="Georges MATHIO" userId="1057b68d-d9cf-4cd5-bc4c-3fe68ec33e97" providerId="ADAL" clId="{B1825C25-8F2F-477C-83B1-7FAE8036AAEA}" dt="2023-11-05T22:00:38.021" v="200" actId="20577"/>
          <ac:spMkLst>
            <pc:docMk/>
            <pc:sldMk cId="339944523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B1825C25-8F2F-477C-83B1-7FAE8036AAEA}" dt="2023-11-05T22:01:06.782" v="228" actId="113"/>
          <ac:spMkLst>
            <pc:docMk/>
            <pc:sldMk cId="339944523" sldId="263"/>
            <ac:spMk id="3" creationId="{B5620FEA-FA3C-B3F6-C2FC-F9D51C3D46CB}"/>
          </ac:spMkLst>
        </pc:spChg>
        <pc:spChg chg="add mod">
          <ac:chgData name="Georges MATHIO" userId="1057b68d-d9cf-4cd5-bc4c-3fe68ec33e97" providerId="ADAL" clId="{B1825C25-8F2F-477C-83B1-7FAE8036AAEA}" dt="2023-11-05T22:06:18.345" v="256" actId="1076"/>
          <ac:spMkLst>
            <pc:docMk/>
            <pc:sldMk cId="339944523" sldId="263"/>
            <ac:spMk id="6" creationId="{3C77ECBB-647C-438C-F32A-95CBED5A2EE8}"/>
          </ac:spMkLst>
        </pc:spChg>
        <pc:spChg chg="add mod">
          <ac:chgData name="Georges MATHIO" userId="1057b68d-d9cf-4cd5-bc4c-3fe68ec33e97" providerId="ADAL" clId="{B1825C25-8F2F-477C-83B1-7FAE8036AAEA}" dt="2023-11-05T22:07:10.821" v="280" actId="1076"/>
          <ac:spMkLst>
            <pc:docMk/>
            <pc:sldMk cId="339944523" sldId="263"/>
            <ac:spMk id="7" creationId="{83C8284C-2CB7-75B3-A59F-C35E43FE642B}"/>
          </ac:spMkLst>
        </pc:spChg>
        <pc:spChg chg="add mod">
          <ac:chgData name="Georges MATHIO" userId="1057b68d-d9cf-4cd5-bc4c-3fe68ec33e97" providerId="ADAL" clId="{B1825C25-8F2F-477C-83B1-7FAE8036AAEA}" dt="2023-11-05T22:07:43.104" v="304" actId="1076"/>
          <ac:spMkLst>
            <pc:docMk/>
            <pc:sldMk cId="339944523" sldId="263"/>
            <ac:spMk id="8" creationId="{5B263B9D-786B-2AB7-06FE-0151F28CF625}"/>
          </ac:spMkLst>
        </pc:spChg>
        <pc:spChg chg="add mod">
          <ac:chgData name="Georges MATHIO" userId="1057b68d-d9cf-4cd5-bc4c-3fe68ec33e97" providerId="ADAL" clId="{B1825C25-8F2F-477C-83B1-7FAE8036AAEA}" dt="2023-11-05T22:08:11.862" v="321" actId="1076"/>
          <ac:spMkLst>
            <pc:docMk/>
            <pc:sldMk cId="339944523" sldId="263"/>
            <ac:spMk id="9" creationId="{6B9BB17D-0B23-B857-A67D-46008F9C8541}"/>
          </ac:spMkLst>
        </pc:spChg>
        <pc:spChg chg="add del mod">
          <ac:chgData name="Georges MATHIO" userId="1057b68d-d9cf-4cd5-bc4c-3fe68ec33e97" providerId="ADAL" clId="{B1825C25-8F2F-477C-83B1-7FAE8036AAEA}" dt="2023-11-05T22:08:21.993" v="323"/>
          <ac:spMkLst>
            <pc:docMk/>
            <pc:sldMk cId="339944523" sldId="263"/>
            <ac:spMk id="10" creationId="{DDD6CD36-75FC-8BFB-AC10-B0ACFC61BA37}"/>
          </ac:spMkLst>
        </pc:spChg>
        <pc:spChg chg="add mod">
          <ac:chgData name="Georges MATHIO" userId="1057b68d-d9cf-4cd5-bc4c-3fe68ec33e97" providerId="ADAL" clId="{B1825C25-8F2F-477C-83B1-7FAE8036AAEA}" dt="2023-11-05T22:13:39.516" v="430" actId="1076"/>
          <ac:spMkLst>
            <pc:docMk/>
            <pc:sldMk cId="339944523" sldId="263"/>
            <ac:spMk id="13" creationId="{0D6C331C-0DC5-2371-614F-14D8D06B9002}"/>
          </ac:spMkLst>
        </pc:spChg>
        <pc:spChg chg="add mod">
          <ac:chgData name="Georges MATHIO" userId="1057b68d-d9cf-4cd5-bc4c-3fe68ec33e97" providerId="ADAL" clId="{B1825C25-8F2F-477C-83B1-7FAE8036AAEA}" dt="2023-11-05T22:13:55.436" v="433" actId="1076"/>
          <ac:spMkLst>
            <pc:docMk/>
            <pc:sldMk cId="339944523" sldId="263"/>
            <ac:spMk id="14" creationId="{21828784-FF4F-BF1E-ADC7-DAB031E2173A}"/>
          </ac:spMkLst>
        </pc:spChg>
        <pc:spChg chg="del">
          <ac:chgData name="Georges MATHIO" userId="1057b68d-d9cf-4cd5-bc4c-3fe68ec33e97" providerId="ADAL" clId="{B1825C25-8F2F-477C-83B1-7FAE8036AAEA}" dt="2023-11-05T21:52:20.692" v="144" actId="478"/>
          <ac:spMkLst>
            <pc:docMk/>
            <pc:sldMk cId="339944523" sldId="263"/>
            <ac:spMk id="363" creationId="{28D59067-446A-B81F-4E7F-8B6511B3D0C1}"/>
          </ac:spMkLst>
        </pc:spChg>
        <pc:graphicFrameChg chg="del">
          <ac:chgData name="Georges MATHIO" userId="1057b68d-d9cf-4cd5-bc4c-3fe68ec33e97" providerId="ADAL" clId="{B1825C25-8F2F-477C-83B1-7FAE8036AAEA}" dt="2023-11-05T21:52:12.219" v="141" actId="478"/>
          <ac:graphicFrameMkLst>
            <pc:docMk/>
            <pc:sldMk cId="339944523" sldId="263"/>
            <ac:graphicFrameMk id="5" creationId="{A17FD1F3-74D7-38FA-9394-B97593E781E2}"/>
          </ac:graphicFrameMkLst>
        </pc:graphicFrameChg>
        <pc:graphicFrameChg chg="del">
          <ac:chgData name="Georges MATHIO" userId="1057b68d-d9cf-4cd5-bc4c-3fe68ec33e97" providerId="ADAL" clId="{B1825C25-8F2F-477C-83B1-7FAE8036AAEA}" dt="2023-11-05T21:52:09.952" v="140" actId="478"/>
          <ac:graphicFrameMkLst>
            <pc:docMk/>
            <pc:sldMk cId="339944523" sldId="263"/>
            <ac:graphicFrameMk id="364" creationId="{07DA7156-0997-2E20-AD85-AD03EDDDBCC2}"/>
          </ac:graphicFrameMkLst>
        </pc:graphicFrameChg>
        <pc:picChg chg="add mod modCrop">
          <ac:chgData name="Georges MATHIO" userId="1057b68d-d9cf-4cd5-bc4c-3fe68ec33e97" providerId="ADAL" clId="{B1825C25-8F2F-477C-83B1-7FAE8036AAEA}" dt="2023-11-05T22:12:15.156" v="424" actId="1076"/>
          <ac:picMkLst>
            <pc:docMk/>
            <pc:sldMk cId="339944523" sldId="263"/>
            <ac:picMk id="12" creationId="{D6A77C85-5698-11C7-3E6C-3777DA25112B}"/>
          </ac:picMkLst>
        </pc:picChg>
      </pc:sldChg>
      <pc:sldChg chg="addSp delSp modSp add mod">
        <pc:chgData name="Georges MATHIO" userId="1057b68d-d9cf-4cd5-bc4c-3fe68ec33e97" providerId="ADAL" clId="{B1825C25-8F2F-477C-83B1-7FAE8036AAEA}" dt="2023-11-05T22:39:21.393" v="1073" actId="20577"/>
        <pc:sldMkLst>
          <pc:docMk/>
          <pc:sldMk cId="2132174831" sldId="264"/>
        </pc:sldMkLst>
        <pc:spChg chg="mod">
          <ac:chgData name="Georges MATHIO" userId="1057b68d-d9cf-4cd5-bc4c-3fe68ec33e97" providerId="ADAL" clId="{B1825C25-8F2F-477C-83B1-7FAE8036AAEA}" dt="2023-11-05T22:14:53.967" v="442" actId="20577"/>
          <ac:spMkLst>
            <pc:docMk/>
            <pc:sldMk cId="2132174831" sldId="264"/>
            <ac:spMk id="2" creationId="{8AE1D70E-C040-1542-B36E-7DDF82084F61}"/>
          </ac:spMkLst>
        </pc:spChg>
        <pc:spChg chg="del">
          <ac:chgData name="Georges MATHIO" userId="1057b68d-d9cf-4cd5-bc4c-3fe68ec33e97" providerId="ADAL" clId="{B1825C25-8F2F-477C-83B1-7FAE8036AAEA}" dt="2023-11-05T22:08:44.907" v="345" actId="478"/>
          <ac:spMkLst>
            <pc:docMk/>
            <pc:sldMk cId="2132174831" sldId="264"/>
            <ac:spMk id="3" creationId="{B5620FEA-FA3C-B3F6-C2FC-F9D51C3D46CB}"/>
          </ac:spMkLst>
        </pc:spChg>
        <pc:spChg chg="add mod">
          <ac:chgData name="Georges MATHIO" userId="1057b68d-d9cf-4cd5-bc4c-3fe68ec33e97" providerId="ADAL" clId="{B1825C25-8F2F-477C-83B1-7FAE8036AAEA}" dt="2023-11-05T22:10:23.734" v="408" actId="1035"/>
          <ac:spMkLst>
            <pc:docMk/>
            <pc:sldMk cId="2132174831" sldId="264"/>
            <ac:spMk id="4" creationId="{46CA3815-7C3E-59B9-C0A9-9A7C4340D8CB}"/>
          </ac:spMkLst>
        </pc:spChg>
        <pc:spChg chg="del">
          <ac:chgData name="Georges MATHIO" userId="1057b68d-d9cf-4cd5-bc4c-3fe68ec33e97" providerId="ADAL" clId="{B1825C25-8F2F-477C-83B1-7FAE8036AAEA}" dt="2023-11-05T22:15:35.615" v="446" actId="478"/>
          <ac:spMkLst>
            <pc:docMk/>
            <pc:sldMk cId="2132174831" sldId="264"/>
            <ac:spMk id="6" creationId="{3C77ECBB-647C-438C-F32A-95CBED5A2EE8}"/>
          </ac:spMkLst>
        </pc:spChg>
        <pc:spChg chg="del">
          <ac:chgData name="Georges MATHIO" userId="1057b68d-d9cf-4cd5-bc4c-3fe68ec33e97" providerId="ADAL" clId="{B1825C25-8F2F-477C-83B1-7FAE8036AAEA}" dt="2023-11-05T22:08:49.306" v="346" actId="478"/>
          <ac:spMkLst>
            <pc:docMk/>
            <pc:sldMk cId="2132174831" sldId="264"/>
            <ac:spMk id="7" creationId="{83C8284C-2CB7-75B3-A59F-C35E43FE642B}"/>
          </ac:spMkLst>
        </pc:spChg>
        <pc:spChg chg="del mod">
          <ac:chgData name="Georges MATHIO" userId="1057b68d-d9cf-4cd5-bc4c-3fe68ec33e97" providerId="ADAL" clId="{B1825C25-8F2F-477C-83B1-7FAE8036AAEA}" dt="2023-11-05T22:15:06.631" v="445" actId="478"/>
          <ac:spMkLst>
            <pc:docMk/>
            <pc:sldMk cId="2132174831" sldId="264"/>
            <ac:spMk id="8" creationId="{5B263B9D-786B-2AB7-06FE-0151F28CF625}"/>
          </ac:spMkLst>
        </pc:spChg>
        <pc:spChg chg="del">
          <ac:chgData name="Georges MATHIO" userId="1057b68d-d9cf-4cd5-bc4c-3fe68ec33e97" providerId="ADAL" clId="{B1825C25-8F2F-477C-83B1-7FAE8036AAEA}" dt="2023-11-05T22:08:51.271" v="347" actId="478"/>
          <ac:spMkLst>
            <pc:docMk/>
            <pc:sldMk cId="2132174831" sldId="264"/>
            <ac:spMk id="9" creationId="{6B9BB17D-0B23-B857-A67D-46008F9C8541}"/>
          </ac:spMkLst>
        </pc:spChg>
        <pc:spChg chg="add mod">
          <ac:chgData name="Georges MATHIO" userId="1057b68d-d9cf-4cd5-bc4c-3fe68ec33e97" providerId="ADAL" clId="{B1825C25-8F2F-477C-83B1-7FAE8036AAEA}" dt="2023-11-05T22:14:35.577" v="434"/>
          <ac:spMkLst>
            <pc:docMk/>
            <pc:sldMk cId="2132174831" sldId="264"/>
            <ac:spMk id="10" creationId="{1BE161CE-9DF2-30A5-CB93-E34BCEEA9E69}"/>
          </ac:spMkLst>
        </pc:spChg>
        <pc:spChg chg="add mod">
          <ac:chgData name="Georges MATHIO" userId="1057b68d-d9cf-4cd5-bc4c-3fe68ec33e97" providerId="ADAL" clId="{B1825C25-8F2F-477C-83B1-7FAE8036AAEA}" dt="2023-11-05T22:14:35.577" v="434"/>
          <ac:spMkLst>
            <pc:docMk/>
            <pc:sldMk cId="2132174831" sldId="264"/>
            <ac:spMk id="11" creationId="{3BDEC5D5-BF8E-0204-4176-73A7DB110090}"/>
          </ac:spMkLst>
        </pc:spChg>
        <pc:spChg chg="add mod">
          <ac:chgData name="Georges MATHIO" userId="1057b68d-d9cf-4cd5-bc4c-3fe68ec33e97" providerId="ADAL" clId="{B1825C25-8F2F-477C-83B1-7FAE8036AAEA}" dt="2023-11-05T22:39:21.393" v="1073" actId="20577"/>
          <ac:spMkLst>
            <pc:docMk/>
            <pc:sldMk cId="2132174831" sldId="264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B1825C25-8F2F-477C-83B1-7FAE8036AAEA}" dt="2023-11-05T22:14:35.577" v="434"/>
          <ac:picMkLst>
            <pc:docMk/>
            <pc:sldMk cId="2132174831" sldId="264"/>
            <ac:picMk id="5" creationId="{2DABFAD2-751C-E246-082C-E0E7B0A6048A}"/>
          </ac:picMkLst>
        </pc:picChg>
      </pc:sldChg>
      <pc:sldChg chg="add del">
        <pc:chgData name="Georges MATHIO" userId="1057b68d-d9cf-4cd5-bc4c-3fe68ec33e97" providerId="ADAL" clId="{B1825C25-8F2F-477C-83B1-7FAE8036AAEA}" dt="2023-11-05T22:09:00.873" v="351"/>
        <pc:sldMkLst>
          <pc:docMk/>
          <pc:sldMk cId="140812154" sldId="265"/>
        </pc:sldMkLst>
      </pc:sldChg>
      <pc:sldChg chg="modSp add mod">
        <pc:chgData name="Georges MATHIO" userId="1057b68d-d9cf-4cd5-bc4c-3fe68ec33e97" providerId="ADAL" clId="{B1825C25-8F2F-477C-83B1-7FAE8036AAEA}" dt="2023-11-05T22:37:39.077" v="1013" actId="1076"/>
        <pc:sldMkLst>
          <pc:docMk/>
          <pc:sldMk cId="1479512418" sldId="265"/>
        </pc:sldMkLst>
        <pc:spChg chg="mod">
          <ac:chgData name="Georges MATHIO" userId="1057b68d-d9cf-4cd5-bc4c-3fe68ec33e97" providerId="ADAL" clId="{B1825C25-8F2F-477C-83B1-7FAE8036AAEA}" dt="2023-11-05T22:37:39.077" v="1013" actId="1076"/>
          <ac:spMkLst>
            <pc:docMk/>
            <pc:sldMk cId="1479512418" sldId="265"/>
            <ac:spMk id="12" creationId="{E0568965-B3C1-C522-D042-9FFF0D700724}"/>
          </ac:spMkLst>
        </pc:spChg>
      </pc:sldChg>
      <pc:sldChg chg="add del">
        <pc:chgData name="Georges MATHIO" userId="1057b68d-d9cf-4cd5-bc4c-3fe68ec33e97" providerId="ADAL" clId="{B1825C25-8F2F-477C-83B1-7FAE8036AAEA}" dt="2023-11-05T22:08:55.959" v="349"/>
        <pc:sldMkLst>
          <pc:docMk/>
          <pc:sldMk cId="2726060581" sldId="265"/>
        </pc:sldMkLst>
      </pc:sldChg>
      <pc:sldChg chg="addSp delSp modSp add mod">
        <pc:chgData name="Georges MATHIO" userId="1057b68d-d9cf-4cd5-bc4c-3fe68ec33e97" providerId="ADAL" clId="{B1825C25-8F2F-477C-83B1-7FAE8036AAEA}" dt="2023-11-05T22:47:11.936" v="1388" actId="20577"/>
        <pc:sldMkLst>
          <pc:docMk/>
          <pc:sldMk cId="1453921559" sldId="266"/>
        </pc:sldMkLst>
        <pc:spChg chg="mod">
          <ac:chgData name="Georges MATHIO" userId="1057b68d-d9cf-4cd5-bc4c-3fe68ec33e97" providerId="ADAL" clId="{B1825C25-8F2F-477C-83B1-7FAE8036AAEA}" dt="2023-11-05T22:41:01.603" v="1154" actId="20577"/>
          <ac:spMkLst>
            <pc:docMk/>
            <pc:sldMk cId="1453921559" sldId="266"/>
            <ac:spMk id="2" creationId="{8AE1D70E-C040-1542-B36E-7DDF82084F61}"/>
          </ac:spMkLst>
        </pc:spChg>
        <pc:spChg chg="del">
          <ac:chgData name="Georges MATHIO" userId="1057b68d-d9cf-4cd5-bc4c-3fe68ec33e97" providerId="ADAL" clId="{B1825C25-8F2F-477C-83B1-7FAE8036AAEA}" dt="2023-11-05T22:40:20.404" v="1088" actId="478"/>
          <ac:spMkLst>
            <pc:docMk/>
            <pc:sldMk cId="1453921559" sldId="266"/>
            <ac:spMk id="4" creationId="{46CA3815-7C3E-59B9-C0A9-9A7C4340D8CB}"/>
          </ac:spMkLst>
        </pc:spChg>
        <pc:spChg chg="add mod">
          <ac:chgData name="Georges MATHIO" userId="1057b68d-d9cf-4cd5-bc4c-3fe68ec33e97" providerId="ADAL" clId="{B1825C25-8F2F-477C-83B1-7FAE8036AAEA}" dt="2023-11-05T22:47:11.936" v="1388" actId="20577"/>
          <ac:spMkLst>
            <pc:docMk/>
            <pc:sldMk cId="1453921559" sldId="266"/>
            <ac:spMk id="6" creationId="{F70B845A-EE3D-77EF-ECA9-E34AE1296D4D}"/>
          </ac:spMkLst>
        </pc:spChg>
        <pc:spChg chg="mod">
          <ac:chgData name="Georges MATHIO" userId="1057b68d-d9cf-4cd5-bc4c-3fe68ec33e97" providerId="ADAL" clId="{B1825C25-8F2F-477C-83B1-7FAE8036AAEA}" dt="2023-11-05T22:41:24.814" v="1197" actId="1038"/>
          <ac:spMkLst>
            <pc:docMk/>
            <pc:sldMk cId="1453921559" sldId="266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5T22:41:24.814" v="1197" actId="1038"/>
          <ac:spMkLst>
            <pc:docMk/>
            <pc:sldMk cId="1453921559" sldId="266"/>
            <ac:spMk id="11" creationId="{3BDEC5D5-BF8E-0204-4176-73A7DB110090}"/>
          </ac:spMkLst>
        </pc:spChg>
        <pc:spChg chg="mod">
          <ac:chgData name="Georges MATHIO" userId="1057b68d-d9cf-4cd5-bc4c-3fe68ec33e97" providerId="ADAL" clId="{B1825C25-8F2F-477C-83B1-7FAE8036AAEA}" dt="2023-11-05T22:46:05.090" v="1332" actId="1076"/>
          <ac:spMkLst>
            <pc:docMk/>
            <pc:sldMk cId="1453921559" sldId="266"/>
            <ac:spMk id="12" creationId="{E0568965-B3C1-C522-D042-9FFF0D700724}"/>
          </ac:spMkLst>
        </pc:spChg>
      </pc:sldChg>
      <pc:sldChg chg="modSp add mod">
        <pc:chgData name="Georges MATHIO" userId="1057b68d-d9cf-4cd5-bc4c-3fe68ec33e97" providerId="ADAL" clId="{B1825C25-8F2F-477C-83B1-7FAE8036AAEA}" dt="2023-11-05T22:50:09.517" v="1493" actId="20577"/>
        <pc:sldMkLst>
          <pc:docMk/>
          <pc:sldMk cId="1167075206" sldId="267"/>
        </pc:sldMkLst>
        <pc:spChg chg="mod">
          <ac:chgData name="Georges MATHIO" userId="1057b68d-d9cf-4cd5-bc4c-3fe68ec33e97" providerId="ADAL" clId="{B1825C25-8F2F-477C-83B1-7FAE8036AAEA}" dt="2023-11-05T22:47:30.837" v="1392" actId="20577"/>
          <ac:spMkLst>
            <pc:docMk/>
            <pc:sldMk cId="1167075206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B1825C25-8F2F-477C-83B1-7FAE8036AAEA}" dt="2023-11-05T22:50:09.517" v="1493" actId="20577"/>
          <ac:spMkLst>
            <pc:docMk/>
            <pc:sldMk cId="1167075206" sldId="267"/>
            <ac:spMk id="6" creationId="{F70B845A-EE3D-77EF-ECA9-E34AE1296D4D}"/>
          </ac:spMkLst>
        </pc:spChg>
        <pc:spChg chg="mod">
          <ac:chgData name="Georges MATHIO" userId="1057b68d-d9cf-4cd5-bc4c-3fe68ec33e97" providerId="ADAL" clId="{B1825C25-8F2F-477C-83B1-7FAE8036AAEA}" dt="2023-11-05T22:47:42.181" v="1432" actId="1038"/>
          <ac:spMkLst>
            <pc:docMk/>
            <pc:sldMk cId="1167075206" sldId="267"/>
            <ac:spMk id="10" creationId="{1BE161CE-9DF2-30A5-CB93-E34BCEEA9E69}"/>
          </ac:spMkLst>
        </pc:spChg>
        <pc:spChg chg="mod">
          <ac:chgData name="Georges MATHIO" userId="1057b68d-d9cf-4cd5-bc4c-3fe68ec33e97" providerId="ADAL" clId="{B1825C25-8F2F-477C-83B1-7FAE8036AAEA}" dt="2023-11-05T22:47:42.181" v="1432" actId="1038"/>
          <ac:spMkLst>
            <pc:docMk/>
            <pc:sldMk cId="1167075206" sldId="267"/>
            <ac:spMk id="11" creationId="{3BDEC5D5-BF8E-0204-4176-73A7DB110090}"/>
          </ac:spMkLst>
        </pc:spChg>
      </pc:sldChg>
    </pc:docChg>
  </pc:docChgLst>
  <pc:docChgLst>
    <pc:chgData name="Georges MATHIO" userId="S::georges.mathio@estia.fr::1057b68d-d9cf-4cd5-bc4c-3fe68ec33e97" providerId="AD" clId="Web-{F008ACD2-5844-AA98-3F0E-2148D4C5FFB6}"/>
    <pc:docChg chg="modSld">
      <pc:chgData name="Georges MATHIO" userId="S::georges.mathio@estia.fr::1057b68d-d9cf-4cd5-bc4c-3fe68ec33e97" providerId="AD" clId="Web-{F008ACD2-5844-AA98-3F0E-2148D4C5FFB6}" dt="2023-12-03T21:31:51.626" v="47" actId="20577"/>
      <pc:docMkLst>
        <pc:docMk/>
      </pc:docMkLst>
      <pc:sldChg chg="addSp modSp">
        <pc:chgData name="Georges MATHIO" userId="S::georges.mathio@estia.fr::1057b68d-d9cf-4cd5-bc4c-3fe68ec33e97" providerId="AD" clId="Web-{F008ACD2-5844-AA98-3F0E-2148D4C5FFB6}" dt="2023-12-03T21:31:51.626" v="47" actId="20577"/>
        <pc:sldMkLst>
          <pc:docMk/>
          <pc:sldMk cId="3528323971" sldId="263"/>
        </pc:sldMkLst>
        <pc:spChg chg="add mod">
          <ac:chgData name="Georges MATHIO" userId="S::georges.mathio@estia.fr::1057b68d-d9cf-4cd5-bc4c-3fe68ec33e97" providerId="AD" clId="Web-{F008ACD2-5844-AA98-3F0E-2148D4C5FFB6}" dt="2023-12-03T21:31:51.626" v="47" actId="20577"/>
          <ac:spMkLst>
            <pc:docMk/>
            <pc:sldMk cId="3528323971" sldId="263"/>
            <ac:spMk id="5" creationId="{F47ED753-5A36-1FE3-705A-49EF747C0D41}"/>
          </ac:spMkLst>
        </pc:spChg>
        <pc:picChg chg="add mod">
          <ac:chgData name="Georges MATHIO" userId="S::georges.mathio@estia.fr::1057b68d-d9cf-4cd5-bc4c-3fe68ec33e97" providerId="AD" clId="Web-{F008ACD2-5844-AA98-3F0E-2148D4C5FFB6}" dt="2023-12-03T21:30:37.576" v="2" actId="1076"/>
          <ac:picMkLst>
            <pc:docMk/>
            <pc:sldMk cId="3528323971" sldId="263"/>
            <ac:picMk id="4" creationId="{3B7C25DC-DBD2-FAF1-7B8A-C519AE4534F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Transition: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dive </a:t>
            </a:r>
            <a:r>
              <a:rPr lang="fr-FR" dirty="0" err="1"/>
              <a:t>into</a:t>
            </a:r>
            <a:r>
              <a:rPr lang="fr-FR" dirty="0"/>
              <a:t> the serve code,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theory</a:t>
            </a:r>
            <a:r>
              <a:rPr lang="fr-FR" dirty="0"/>
              <a:t> about APIs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01890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Transition: How the </a:t>
            </a:r>
            <a:r>
              <a:rPr lang="fr-FR" dirty="0" err="1"/>
              <a:t>users</a:t>
            </a:r>
            <a:r>
              <a:rPr lang="fr-FR" dirty="0"/>
              <a:t> know how to </a:t>
            </a:r>
            <a:r>
              <a:rPr lang="fr-FR" dirty="0" err="1"/>
              <a:t>send</a:t>
            </a:r>
            <a:r>
              <a:rPr lang="fr-FR" dirty="0"/>
              <a:t> the right messages ?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052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B18878BD-F551-044F-11EA-E13A4F7FC732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Image 7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396E9789-E64B-700E-1F72-C4F0350E8E0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8511" y="3112633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08737" y="5083338"/>
            <a:ext cx="7787132" cy="1437664"/>
          </a:xfrm>
        </p:spPr>
        <p:txBody>
          <a:bodyPr rtlCol="0">
            <a:normAutofit/>
          </a:bodyPr>
          <a:lstStyle/>
          <a:p>
            <a:pPr algn="l"/>
            <a:r>
              <a:rPr lang="en-GB" sz="2800" b="1" dirty="0">
                <a:ea typeface="Calibri"/>
                <a:cs typeface="Calibri"/>
              </a:rPr>
              <a:t>Golang </a:t>
            </a:r>
            <a:r>
              <a:rPr lang="en-GB" sz="2800" i="1" dirty="0">
                <a:ea typeface="Calibri"/>
                <a:cs typeface="Calibri"/>
              </a:rPr>
              <a:t>–</a:t>
            </a:r>
            <a:r>
              <a:rPr lang="en-GB" sz="2800" dirty="0">
                <a:ea typeface="Calibri"/>
                <a:cs typeface="Calibri"/>
              </a:rPr>
              <a:t> </a:t>
            </a:r>
            <a:r>
              <a:rPr lang="en-GB" sz="2800" i="1" dirty="0">
                <a:ea typeface="Calibri"/>
                <a:cs typeface="Calibri"/>
              </a:rPr>
              <a:t>Do more with less</a:t>
            </a:r>
            <a:br>
              <a:rPr lang="en-GB" sz="2800" i="1" dirty="0">
                <a:ea typeface="Calibri"/>
                <a:cs typeface="Calibri"/>
              </a:rPr>
            </a:br>
            <a:br>
              <a:rPr lang="en-GB" sz="2800" i="1" dirty="0">
                <a:cs typeface="Calibri" panose="020F0502020204030204"/>
              </a:rPr>
            </a:br>
            <a:r>
              <a:rPr lang="en-GB" sz="2800" b="1" dirty="0">
                <a:cs typeface="Calibri" panose="020F0502020204030204"/>
              </a:rPr>
              <a:t>OPENAPI</a:t>
            </a:r>
            <a:r>
              <a:rPr lang="en-GB" sz="2800" b="1" i="1" dirty="0">
                <a:cs typeface="Calibri" panose="020F0502020204030204"/>
              </a:rPr>
              <a:t> </a:t>
            </a:r>
            <a:r>
              <a:rPr lang="en-GB" sz="2800" i="1" dirty="0">
                <a:cs typeface="Calibri" panose="020F0502020204030204"/>
              </a:rPr>
              <a:t>– Universal REST API standard</a:t>
            </a:r>
            <a:endParaRPr lang="en-GB" i="1" dirty="0">
              <a:cs typeface="Calibri" panose="020F0502020204030204"/>
            </a:endParaRPr>
          </a:p>
        </p:txBody>
      </p:sp>
      <p:pic>
        <p:nvPicPr>
          <p:cNvPr id="4" name="Picture 3" descr="A cartoon of a blue mouse&#10;&#10;Description automatically generated">
            <a:extLst>
              <a:ext uri="{FF2B5EF4-FFF2-40B4-BE49-F238E27FC236}">
                <a16:creationId xmlns:a16="http://schemas.microsoft.com/office/drawing/2014/main" id="{EE9DB8EB-CFFA-0F73-33D9-269C2356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021" y="503266"/>
            <a:ext cx="1112829" cy="1506829"/>
          </a:xfrm>
          <a:prstGeom prst="rect">
            <a:avLst/>
          </a:prstGeom>
        </p:spPr>
      </p:pic>
      <p:pic>
        <p:nvPicPr>
          <p:cNvPr id="7" name="Picture 6" descr="A blue letter and fish logo&#10;&#10;Description automatically generated">
            <a:extLst>
              <a:ext uri="{FF2B5EF4-FFF2-40B4-BE49-F238E27FC236}">
                <a16:creationId xmlns:a16="http://schemas.microsoft.com/office/drawing/2014/main" id="{8551692F-F81A-6BD8-9E59-0E3CC1B84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36" y="786450"/>
            <a:ext cx="5334000" cy="20117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 descr="A green and grey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9F6B4B58-CD6E-E4A8-9570-9F2D87D6B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03" y="3646868"/>
            <a:ext cx="2757449" cy="2880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059830"/>
            <a:ext cx="5836346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General concepts of Golang &amp; </a:t>
            </a:r>
            <a:r>
              <a:rPr lang="en-US" sz="2000" dirty="0" err="1">
                <a:ea typeface="Calibri"/>
                <a:cs typeface="Calibri"/>
              </a:rPr>
              <a:t>OpenAPI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Calibri"/>
                <a:cs typeface="Calibri"/>
              </a:rPr>
              <a:t>Typical REST API server</a:t>
            </a:r>
          </a:p>
          <a:p>
            <a:pPr>
              <a:lnSpc>
                <a:spcPct val="150000"/>
              </a:lnSpc>
            </a:pP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/>
                <a:ea typeface="Calibri"/>
                <a:cs typeface="Calibri"/>
              </a:rPr>
              <a:t>The </a:t>
            </a:r>
            <a:r>
              <a:rPr lang="en-US" sz="2000" b="1" dirty="0">
                <a:latin typeface="Consolas"/>
                <a:ea typeface="Calibri"/>
                <a:cs typeface="Calibri"/>
              </a:rPr>
              <a:t>go</a:t>
            </a:r>
            <a:r>
              <a:rPr lang="en-US" sz="2000" dirty="0">
                <a:latin typeface="Calibri" panose="020F0502020204030204"/>
                <a:ea typeface="Calibri"/>
                <a:cs typeface="Calibri"/>
              </a:rPr>
              <a:t> CLI to:</a:t>
            </a:r>
            <a:endParaRPr lang="en-US" sz="2000" b="1" dirty="0">
              <a:latin typeface="Consolas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,Sans-Serif"/>
              <a:buChar char="•"/>
            </a:pPr>
            <a:r>
              <a:rPr lang="en-US" sz="2000" dirty="0">
                <a:latin typeface="Calibri"/>
                <a:cs typeface="Calibri"/>
              </a:rPr>
              <a:t>Manage dependencies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Build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Run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Test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And many others</a:t>
            </a: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653E2C-D912-81DB-1716-75E4746FF989}"/>
              </a:ext>
            </a:extLst>
          </p:cNvPr>
          <p:cNvSpPr/>
          <p:nvPr/>
        </p:nvSpPr>
        <p:spPr>
          <a:xfrm>
            <a:off x="5856768" y="3475516"/>
            <a:ext cx="6237767" cy="2188534"/>
          </a:xfrm>
          <a:prstGeom prst="roundRect">
            <a:avLst/>
          </a:prstGeom>
          <a:solidFill>
            <a:srgbClr val="0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C2A128-1F70-3E6A-C629-D84FACA0066B}"/>
              </a:ext>
            </a:extLst>
          </p:cNvPr>
          <p:cNvSpPr/>
          <p:nvPr/>
        </p:nvSpPr>
        <p:spPr>
          <a:xfrm>
            <a:off x="6822557" y="1118633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1B39EC-EDE0-1A9A-4E38-97F8D7E2166B}"/>
              </a:ext>
            </a:extLst>
          </p:cNvPr>
          <p:cNvSpPr/>
          <p:nvPr/>
        </p:nvSpPr>
        <p:spPr>
          <a:xfrm>
            <a:off x="7518415" y="188284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81EA13-CBCC-947A-51EF-35597D1DA04E}"/>
              </a:ext>
            </a:extLst>
          </p:cNvPr>
          <p:cNvSpPr/>
          <p:nvPr/>
        </p:nvSpPr>
        <p:spPr>
          <a:xfrm>
            <a:off x="7799953" y="1716900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5FA6F4-8D30-5FD3-F177-F66B11D269D5}"/>
              </a:ext>
            </a:extLst>
          </p:cNvPr>
          <p:cNvSpPr/>
          <p:nvPr/>
        </p:nvSpPr>
        <p:spPr>
          <a:xfrm>
            <a:off x="10933812" y="1008562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blue letter and fish logo&#10;&#10;Description automatically generated">
            <a:extLst>
              <a:ext uri="{FF2B5EF4-FFF2-40B4-BE49-F238E27FC236}">
                <a16:creationId xmlns:a16="http://schemas.microsoft.com/office/drawing/2014/main" id="{AFC06658-BFBB-005C-EE3C-154C2802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309" y="3684197"/>
            <a:ext cx="4679324" cy="1764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846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 err="1"/>
              <a:t>GolAng</a:t>
            </a:r>
            <a:r>
              <a:rPr lang="fr-FR" dirty="0"/>
              <a:t> </a:t>
            </a:r>
            <a:r>
              <a:rPr lang="fr-FR" dirty="0" err="1"/>
              <a:t>general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306675"/>
            <a:ext cx="8669697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Launched in 2009, by Google engineers in reaction to C++ complexity</a:t>
            </a:r>
            <a:endParaRPr 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Original authors: Robert Griesemer, Rob Pike, Ken Thompson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Compiled to machine code (like C++, unlike Java)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Garbage collected (like Java, unlike C++)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Large ecosystem &amp; opensource </a:t>
            </a:r>
            <a:r>
              <a:rPr lang="en-US" sz="2000" b="1" i="1" dirty="0">
                <a:cs typeface="Calibri"/>
              </a:rPr>
              <a:t>modules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Simpler syntax rules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Better tooled</a:t>
            </a:r>
          </a:p>
        </p:txBody>
      </p:sp>
      <p:pic>
        <p:nvPicPr>
          <p:cNvPr id="7" name="Picture 6" descr="A blue letter and fish logo&#10;&#10;Description automatically generated">
            <a:extLst>
              <a:ext uri="{FF2B5EF4-FFF2-40B4-BE49-F238E27FC236}">
                <a16:creationId xmlns:a16="http://schemas.microsoft.com/office/drawing/2014/main" id="{AFC06658-BFBB-005C-EE3C-154C2802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618" y="163972"/>
            <a:ext cx="2371860" cy="884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Une image contenant symbole, logo, Emblème, Marque&#10;&#10;Description générée automatiquement">
            <a:extLst>
              <a:ext uri="{FF2B5EF4-FFF2-40B4-BE49-F238E27FC236}">
                <a16:creationId xmlns:a16="http://schemas.microsoft.com/office/drawing/2014/main" id="{3B7C25DC-DBD2-FAF1-7B8A-C519AE453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15" y="5632775"/>
            <a:ext cx="848612" cy="1030030"/>
          </a:xfrm>
          <a:prstGeom prst="rect">
            <a:avLst/>
          </a:prstGeom>
        </p:spPr>
      </p:pic>
      <p:sp>
        <p:nvSpPr>
          <p:cNvPr id="5" name="ZoneTexte 2">
            <a:extLst>
              <a:ext uri="{FF2B5EF4-FFF2-40B4-BE49-F238E27FC236}">
                <a16:creationId xmlns:a16="http://schemas.microsoft.com/office/drawing/2014/main" id="{F47ED753-5A36-1FE3-705A-49EF747C0D41}"/>
              </a:ext>
            </a:extLst>
          </p:cNvPr>
          <p:cNvSpPr txBox="1"/>
          <p:nvPr/>
        </p:nvSpPr>
        <p:spPr>
          <a:xfrm>
            <a:off x="1347214" y="5846478"/>
            <a:ext cx="10011246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November 2022, the US NSA urged </a:t>
            </a:r>
            <a:r>
              <a:rPr lang="en-US" sz="2000" dirty="0" err="1">
                <a:cs typeface="Calibri"/>
              </a:rPr>
              <a:t>devs</a:t>
            </a:r>
            <a:r>
              <a:rPr lang="en-US" sz="2000" dirty="0">
                <a:cs typeface="Calibri"/>
              </a:rPr>
              <a:t> to quit C in </a:t>
            </a:r>
            <a:r>
              <a:rPr lang="en-US" sz="2000" dirty="0" err="1">
                <a:cs typeface="Calibri"/>
              </a:rPr>
              <a:t>favour</a:t>
            </a:r>
            <a:r>
              <a:rPr lang="en-US" sz="2000" dirty="0">
                <a:cs typeface="Calibri"/>
              </a:rPr>
              <a:t> to safe languages</a:t>
            </a:r>
          </a:p>
        </p:txBody>
      </p:sp>
    </p:spTree>
    <p:extLst>
      <p:ext uri="{BB962C8B-B14F-4D97-AF65-F5344CB8AC3E}">
        <p14:creationId xmlns:p14="http://schemas.microsoft.com/office/powerpoint/2010/main" val="352832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 err="1"/>
              <a:t>GolAng</a:t>
            </a:r>
            <a:r>
              <a:rPr lang="fr-FR" dirty="0"/>
              <a:t> </a:t>
            </a:r>
            <a:r>
              <a:rPr lang="fr-FR" dirty="0" err="1"/>
              <a:t>general</a:t>
            </a:r>
            <a:endParaRPr lang="en-US" dirty="0" err="1"/>
          </a:p>
        </p:txBody>
      </p:sp>
      <p:pic>
        <p:nvPicPr>
          <p:cNvPr id="7" name="Picture 6" descr="A blue letter and fish logo&#10;&#10;Description automatically generated">
            <a:extLst>
              <a:ext uri="{FF2B5EF4-FFF2-40B4-BE49-F238E27FC236}">
                <a16:creationId xmlns:a16="http://schemas.microsoft.com/office/drawing/2014/main" id="{AFC06658-BFBB-005C-EE3C-154C2802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618" y="163972"/>
            <a:ext cx="2371860" cy="884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C9B77C8-9A8F-04DA-61A0-7CC125F1DCD5}"/>
              </a:ext>
            </a:extLst>
          </p:cNvPr>
          <p:cNvSpPr txBox="1"/>
          <p:nvPr/>
        </p:nvSpPr>
        <p:spPr>
          <a:xfrm>
            <a:off x="564569" y="4866973"/>
            <a:ext cx="11911911" cy="75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dirty="0">
                <a:cs typeface="Calibri"/>
              </a:rPr>
              <a:t>➡️ High perf, </a:t>
            </a:r>
            <a:r>
              <a:rPr lang="fr-FR" sz="3200" dirty="0" err="1">
                <a:cs typeface="Calibri"/>
              </a:rPr>
              <a:t>easy</a:t>
            </a:r>
            <a:r>
              <a:rPr lang="fr-FR" sz="3200" dirty="0">
                <a:cs typeface="Calibri"/>
              </a:rPr>
              <a:t> to code &amp; </a:t>
            </a:r>
            <a:r>
              <a:rPr lang="fr-FR" sz="3200" dirty="0" err="1">
                <a:cs typeface="Calibri"/>
              </a:rPr>
              <a:t>maintain</a:t>
            </a:r>
            <a:r>
              <a:rPr lang="fr-FR" sz="3200" dirty="0">
                <a:cs typeface="Calibri"/>
              </a:rPr>
              <a:t>: favorite </a:t>
            </a:r>
            <a:r>
              <a:rPr lang="fr-FR" sz="3200" dirty="0" err="1">
                <a:cs typeface="Calibri"/>
              </a:rPr>
              <a:t>devops</a:t>
            </a:r>
            <a:r>
              <a:rPr lang="fr-FR" sz="3200" dirty="0">
                <a:cs typeface="Calibri"/>
              </a:rPr>
              <a:t> </a:t>
            </a:r>
            <a:r>
              <a:rPr lang="fr-FR" sz="3200" dirty="0" err="1">
                <a:cs typeface="Calibri"/>
              </a:rPr>
              <a:t>language</a:t>
            </a:r>
            <a:endParaRPr lang="en-US" sz="3200" dirty="0">
              <a:cs typeface="Calibri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834B44C-5BDF-0A53-C22B-5A1A0E81F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473" y="606382"/>
            <a:ext cx="3867593" cy="3520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DC612B6-302A-54B8-1C1C-1FAAC6494AA1}"/>
              </a:ext>
            </a:extLst>
          </p:cNvPr>
          <p:cNvSpPr txBox="1"/>
          <p:nvPr/>
        </p:nvSpPr>
        <p:spPr>
          <a:xfrm>
            <a:off x="4140353" y="4098726"/>
            <a:ext cx="5186528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>
                <a:cs typeface="Calibri"/>
              </a:rPr>
              <a:t>Cloud Native </a:t>
            </a:r>
            <a:r>
              <a:rPr lang="fr-FR" sz="2000" i="1" dirty="0" err="1">
                <a:cs typeface="Calibri"/>
              </a:rPr>
              <a:t>Computing</a:t>
            </a:r>
            <a:r>
              <a:rPr lang="fr-FR" sz="2000" i="1" dirty="0">
                <a:cs typeface="Calibri"/>
              </a:rPr>
              <a:t> </a:t>
            </a:r>
            <a:r>
              <a:rPr lang="fr-FR" sz="2000" i="1" dirty="0" err="1">
                <a:cs typeface="Calibri"/>
              </a:rPr>
              <a:t>Foundation</a:t>
            </a:r>
            <a:r>
              <a:rPr lang="fr-FR" sz="2000" i="1" dirty="0">
                <a:cs typeface="Calibri"/>
              </a:rPr>
              <a:t> </a:t>
            </a:r>
            <a:r>
              <a:rPr lang="fr-FR" sz="2000" i="1" dirty="0" err="1">
                <a:cs typeface="Calibri"/>
              </a:rPr>
              <a:t>projects</a:t>
            </a:r>
            <a:endParaRPr lang="en-US" sz="2000" i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769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 err="1"/>
              <a:t>GolAng</a:t>
            </a:r>
            <a:r>
              <a:rPr lang="fr-FR" dirty="0"/>
              <a:t> </a:t>
            </a:r>
            <a:r>
              <a:rPr lang="fr-FR" dirty="0" err="1"/>
              <a:t>general</a:t>
            </a:r>
            <a:endParaRPr lang="en-US" dirty="0" err="1"/>
          </a:p>
        </p:txBody>
      </p:sp>
      <p:pic>
        <p:nvPicPr>
          <p:cNvPr id="7" name="Picture 6" descr="A blue letter and fish logo&#10;&#10;Description automatically generated">
            <a:extLst>
              <a:ext uri="{FF2B5EF4-FFF2-40B4-BE49-F238E27FC236}">
                <a16:creationId xmlns:a16="http://schemas.microsoft.com/office/drawing/2014/main" id="{AFC06658-BFBB-005C-EE3C-154C2802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618" y="163972"/>
            <a:ext cx="2371860" cy="884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7DC5684-6FE2-D7D0-22C7-10C14611179B}"/>
              </a:ext>
            </a:extLst>
          </p:cNvPr>
          <p:cNvSpPr txBox="1"/>
          <p:nvPr/>
        </p:nvSpPr>
        <p:spPr>
          <a:xfrm>
            <a:off x="502867" y="1960457"/>
            <a:ext cx="6893614" cy="3416320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pPr defTabSz="684000"/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defTabSz="684000"/>
            <a:b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defTabSz="684000"/>
            <a:b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GB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defTabSz="684000"/>
            <a:r>
              <a:rPr lang="en-GB" sz="24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myMessage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"Bonjour les 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devops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defTabSz="684000"/>
            <a:r>
              <a:rPr lang="en-GB" sz="24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myNumber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</a:t>
            </a:r>
            <a:endParaRPr lang="en-GB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defTabSz="684000"/>
            <a:r>
              <a:rPr lang="en-GB" sz="24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GB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GB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myMessage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myNumber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defTabSz="684000"/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0B95D2B-6C90-9692-8E9C-87B3FA2F3901}"/>
              </a:ext>
            </a:extLst>
          </p:cNvPr>
          <p:cNvSpPr txBox="1"/>
          <p:nvPr/>
        </p:nvSpPr>
        <p:spPr>
          <a:xfrm>
            <a:off x="502867" y="5505255"/>
            <a:ext cx="11911911" cy="75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dirty="0">
                <a:cs typeface="Calibri"/>
              </a:rPr>
              <a:t>➡️ </a:t>
            </a:r>
            <a:r>
              <a:rPr lang="fr-FR" sz="3200" dirty="0" err="1">
                <a:cs typeface="Calibri"/>
              </a:rPr>
              <a:t>We</a:t>
            </a:r>
            <a:r>
              <a:rPr lang="fr-FR" sz="3200" dirty="0">
                <a:cs typeface="Calibri"/>
              </a:rPr>
              <a:t> </a:t>
            </a:r>
            <a:r>
              <a:rPr lang="fr-FR" sz="3200" dirty="0" err="1">
                <a:cs typeface="Calibri"/>
              </a:rPr>
              <a:t>will</a:t>
            </a:r>
            <a:r>
              <a:rPr lang="fr-FR" sz="3200" dirty="0">
                <a:cs typeface="Calibri"/>
              </a:rPr>
              <a:t> go </a:t>
            </a:r>
            <a:r>
              <a:rPr lang="fr-FR" sz="3200" dirty="0" err="1">
                <a:cs typeface="Calibri"/>
              </a:rPr>
              <a:t>deeper</a:t>
            </a:r>
            <a:r>
              <a:rPr lang="fr-FR" sz="3200" dirty="0">
                <a:cs typeface="Calibri"/>
              </a:rPr>
              <a:t> </a:t>
            </a:r>
            <a:r>
              <a:rPr lang="fr-FR" sz="3200" dirty="0" err="1">
                <a:cs typeface="Calibri"/>
              </a:rPr>
              <a:t>into</a:t>
            </a:r>
            <a:r>
              <a:rPr lang="fr-FR" sz="3200" dirty="0">
                <a:cs typeface="Calibri"/>
              </a:rPr>
              <a:t> code </a:t>
            </a:r>
            <a:r>
              <a:rPr lang="fr-FR" sz="3200" dirty="0" err="1">
                <a:cs typeface="Calibri"/>
              </a:rPr>
              <a:t>syntax</a:t>
            </a:r>
            <a:r>
              <a:rPr lang="fr-FR" sz="3200" dirty="0">
                <a:cs typeface="Calibri"/>
              </a:rPr>
              <a:t> </a:t>
            </a:r>
            <a:r>
              <a:rPr lang="fr-FR" sz="3200">
                <a:cs typeface="Calibri"/>
              </a:rPr>
              <a:t>later</a:t>
            </a:r>
            <a:endParaRPr lang="en-US" sz="3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425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9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5" name="Picture 4" descr="Sphere of mesh and nodes">
            <a:extLst>
              <a:ext uri="{FF2B5EF4-FFF2-40B4-BE49-F238E27FC236}">
                <a16:creationId xmlns:a16="http://schemas.microsoft.com/office/drawing/2014/main" id="{4E0C6E6C-57E3-DBD2-82EE-E7E815665A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0" b="2357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4" name="Picture 11">
            <a:extLst>
              <a:ext uri="{FF2B5EF4-FFF2-40B4-BE49-F238E27FC236}">
                <a16:creationId xmlns:a16="http://schemas.microsoft.com/office/drawing/2014/main" id="{F28C5E77-0080-4457-B42A-3E5420A7C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E6F2CF7-0423-4CC7-90FD-1FEBA0CA5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712912" y="2125133"/>
            <a:ext cx="8736013" cy="2607734"/>
          </a:xfrm>
          <a:prstGeom prst="rect">
            <a:avLst/>
          </a:prstGeom>
          <a:solidFill>
            <a:schemeClr val="bg1">
              <a:alpha val="7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1FA733-020C-FC23-3F4B-8EA53B77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991" y="2298700"/>
            <a:ext cx="8347076" cy="15959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HTTP server and REST API</a:t>
            </a:r>
          </a:p>
        </p:txBody>
      </p:sp>
    </p:spTree>
    <p:extLst>
      <p:ext uri="{BB962C8B-B14F-4D97-AF65-F5344CB8AC3E}">
        <p14:creationId xmlns:p14="http://schemas.microsoft.com/office/powerpoint/2010/main" val="228327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HTTP server and REST API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306675"/>
            <a:ext cx="8669697" cy="14296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API: Application Programming Interface (how to talk to a server)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REST: </a:t>
            </a:r>
            <a:r>
              <a:rPr lang="en-US" sz="2000" dirty="0" err="1">
                <a:cs typeface="Calibri"/>
              </a:rPr>
              <a:t>REpresentational</a:t>
            </a:r>
            <a:r>
              <a:rPr lang="en-US" sz="2000" dirty="0">
                <a:cs typeface="Calibri"/>
              </a:rPr>
              <a:t> State Transfer (rules to follow like stateless, resource-oriented, …)</a:t>
            </a:r>
          </a:p>
        </p:txBody>
      </p:sp>
      <p:pic>
        <p:nvPicPr>
          <p:cNvPr id="4" name="Picture 7" descr="A green and grey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FF4D0297-11AD-5543-7C26-1E9F281A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564" y="50469"/>
            <a:ext cx="1082304" cy="1130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F5B6DCF-C499-D0F6-EF7A-EB6E948B7C81}"/>
              </a:ext>
            </a:extLst>
          </p:cNvPr>
          <p:cNvSpPr/>
          <p:nvPr/>
        </p:nvSpPr>
        <p:spPr>
          <a:xfrm>
            <a:off x="8160152" y="3102014"/>
            <a:ext cx="3507129" cy="3345084"/>
          </a:xfrm>
          <a:prstGeom prst="roundRect">
            <a:avLst>
              <a:gd name="adj" fmla="val 4705"/>
            </a:avLst>
          </a:prstGeom>
          <a:ln w="38100">
            <a:solidFill>
              <a:srgbClr val="FFFF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3600" dirty="0"/>
              <a:t>Server</a:t>
            </a:r>
            <a:endParaRPr lang="en-GB" sz="360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EF3C494-A9EF-C44B-1946-E8A5C8A69923}"/>
              </a:ext>
            </a:extLst>
          </p:cNvPr>
          <p:cNvSpPr/>
          <p:nvPr/>
        </p:nvSpPr>
        <p:spPr>
          <a:xfrm>
            <a:off x="1373373" y="3102014"/>
            <a:ext cx="2419109" cy="3345084"/>
          </a:xfrm>
          <a:prstGeom prst="roundRect">
            <a:avLst>
              <a:gd name="adj" fmla="val 4705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600" dirty="0"/>
              <a:t>Client</a:t>
            </a:r>
            <a:endParaRPr lang="en-GB" sz="3600" dirty="0"/>
          </a:p>
        </p:txBody>
      </p:sp>
      <p:sp>
        <p:nvSpPr>
          <p:cNvPr id="7" name="Parchemin : vertical 6">
            <a:extLst>
              <a:ext uri="{FF2B5EF4-FFF2-40B4-BE49-F238E27FC236}">
                <a16:creationId xmlns:a16="http://schemas.microsoft.com/office/drawing/2014/main" id="{E43BBB82-4F6E-23A9-DB98-B4E7D7424A6B}"/>
              </a:ext>
            </a:extLst>
          </p:cNvPr>
          <p:cNvSpPr/>
          <p:nvPr/>
        </p:nvSpPr>
        <p:spPr>
          <a:xfrm>
            <a:off x="7838148" y="3429000"/>
            <a:ext cx="1122744" cy="2873147"/>
          </a:xfrm>
          <a:prstGeom prst="verticalScroll">
            <a:avLst/>
          </a:prstGeom>
          <a:ln w="3175"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API</a:t>
            </a:r>
            <a:endParaRPr lang="en-GB" sz="2800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155B434-AF1C-74BA-A22D-E0AFF40AC239}"/>
              </a:ext>
            </a:extLst>
          </p:cNvPr>
          <p:cNvCxnSpPr>
            <a:cxnSpLocks/>
          </p:cNvCxnSpPr>
          <p:nvPr/>
        </p:nvCxnSpPr>
        <p:spPr>
          <a:xfrm>
            <a:off x="3792482" y="4198983"/>
            <a:ext cx="4193278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Cylindre 10">
            <a:extLst>
              <a:ext uri="{FF2B5EF4-FFF2-40B4-BE49-F238E27FC236}">
                <a16:creationId xmlns:a16="http://schemas.microsoft.com/office/drawing/2014/main" id="{109EC802-59FF-FD4B-4966-032166A547FF}"/>
              </a:ext>
            </a:extLst>
          </p:cNvPr>
          <p:cNvSpPr/>
          <p:nvPr/>
        </p:nvSpPr>
        <p:spPr>
          <a:xfrm>
            <a:off x="9913716" y="4433103"/>
            <a:ext cx="1441049" cy="1643605"/>
          </a:xfrm>
          <a:prstGeom prst="ca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DB</a:t>
            </a:r>
            <a:endParaRPr lang="en-GB" sz="3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733CC9-0ECF-C7AE-EA57-E3BF15C86DB1}"/>
              </a:ext>
            </a:extLst>
          </p:cNvPr>
          <p:cNvSpPr txBox="1"/>
          <p:nvPr/>
        </p:nvSpPr>
        <p:spPr>
          <a:xfrm>
            <a:off x="4147176" y="2819633"/>
            <a:ext cx="1744755" cy="1323439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Headers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Body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721B54A-AF1B-375A-ADCA-3FEF02BAF435}"/>
              </a:ext>
            </a:extLst>
          </p:cNvPr>
          <p:cNvCxnSpPr>
            <a:cxnSpLocks/>
          </p:cNvCxnSpPr>
          <p:nvPr/>
        </p:nvCxnSpPr>
        <p:spPr>
          <a:xfrm flipH="1">
            <a:off x="3792482" y="5764192"/>
            <a:ext cx="4193278" cy="0"/>
          </a:xfrm>
          <a:prstGeom prst="straightConnector1">
            <a:avLst/>
          </a:prstGeom>
          <a:ln w="57150" cap="flat" cmpd="sng" algn="ctr">
            <a:solidFill>
              <a:srgbClr val="FFFF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11FE80-D690-D9C8-A3AA-402C0F5C84CD}"/>
              </a:ext>
            </a:extLst>
          </p:cNvPr>
          <p:cNvSpPr txBox="1"/>
          <p:nvPr/>
        </p:nvSpPr>
        <p:spPr>
          <a:xfrm>
            <a:off x="6126447" y="4998431"/>
            <a:ext cx="1744755" cy="707886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4550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HTTP server and REST API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179350"/>
            <a:ext cx="8669697" cy="2814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Typical Http methods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GET: retrieve a resource, </a:t>
            </a:r>
            <a:r>
              <a:rPr lang="en-US" sz="2000" i="1" dirty="0">
                <a:cs typeface="Calibri"/>
              </a:rPr>
              <a:t>idempotent </a:t>
            </a:r>
            <a:r>
              <a:rPr lang="en-US" sz="2000" dirty="0">
                <a:cs typeface="Calibri"/>
              </a:rPr>
              <a:t>(replay will give the same result)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GET: list all resources of a collection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POST: create a resource, provide attributes, get its ID in return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DELETE: delete a resource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PATCH: modify a resource</a:t>
            </a:r>
          </a:p>
        </p:txBody>
      </p:sp>
      <p:pic>
        <p:nvPicPr>
          <p:cNvPr id="4" name="Picture 7" descr="A green and grey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FF4D0297-11AD-5543-7C26-1E9F281A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564" y="50469"/>
            <a:ext cx="1082304" cy="1130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22C269F-BBF1-3F4D-0263-3C3940B944CC}"/>
              </a:ext>
            </a:extLst>
          </p:cNvPr>
          <p:cNvSpPr txBox="1"/>
          <p:nvPr/>
        </p:nvSpPr>
        <p:spPr>
          <a:xfrm>
            <a:off x="499354" y="4410655"/>
            <a:ext cx="8669697" cy="2352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Typical Http response codes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200 to 299: message &amp; processing OK (resource retrieved, created, deleted, …)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400 to 499: Client error (bad message, forbidden, …)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500 to 599: Server error (those should not be intended = bug)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452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OPENAPI </a:t>
            </a:r>
            <a:r>
              <a:rPr lang="fr-FR" dirty="0" err="1"/>
              <a:t>general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306675"/>
            <a:ext cx="9487453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Published in 2011, originally named Swagger, </a:t>
            </a:r>
            <a:r>
              <a:rPr lang="en-US" dirty="0">
                <a:cs typeface="Calibri"/>
              </a:rPr>
              <a:t>standard way of specifying REST APIs</a:t>
            </a: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Single </a:t>
            </a:r>
            <a:r>
              <a:rPr lang="en-US" sz="2000" b="1" dirty="0">
                <a:latin typeface="Consolas" panose="020B0609020204030204" pitchFamily="49" charset="0"/>
                <a:cs typeface="Calibri"/>
              </a:rPr>
              <a:t>source of truth </a:t>
            </a:r>
            <a:r>
              <a:rPr lang="en-US" sz="2000" dirty="0">
                <a:cs typeface="Calibri"/>
              </a:rPr>
              <a:t>for describing the messages accepted by an HTTP server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Precisely documents the format of the data expected by the server and the responses the server gives back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Used by everyone from developers to customers</a:t>
            </a:r>
          </a:p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Works with Swagger UI, a tool to test the requests live</a:t>
            </a:r>
          </a:p>
        </p:txBody>
      </p:sp>
      <p:pic>
        <p:nvPicPr>
          <p:cNvPr id="4" name="Picture 7" descr="A green and grey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FF4D0297-11AD-5543-7C26-1E9F281A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564" y="50469"/>
            <a:ext cx="1082304" cy="1130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4593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OPENAPI </a:t>
            </a:r>
            <a:r>
              <a:rPr lang="fr-FR" dirty="0" err="1"/>
              <a:t>general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619192"/>
            <a:ext cx="8669697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cs typeface="Calibri"/>
              </a:rPr>
              <a:t>Swagger UI and </a:t>
            </a:r>
            <a:r>
              <a:rPr lang="en-US" sz="2400" dirty="0" err="1">
                <a:cs typeface="Calibri"/>
              </a:rPr>
              <a:t>openapi.yml</a:t>
            </a:r>
            <a:r>
              <a:rPr lang="en-US" sz="2400" dirty="0">
                <a:cs typeface="Calibri"/>
              </a:rPr>
              <a:t> on https://editor.swagger.io</a:t>
            </a:r>
          </a:p>
        </p:txBody>
      </p:sp>
      <p:pic>
        <p:nvPicPr>
          <p:cNvPr id="4" name="Picture 7" descr="A green and grey circular object with a black background&#10;&#10;Description automatically generated">
            <a:extLst>
              <a:ext uri="{FF2B5EF4-FFF2-40B4-BE49-F238E27FC236}">
                <a16:creationId xmlns:a16="http://schemas.microsoft.com/office/drawing/2014/main" id="{FF4D0297-11AD-5543-7C26-1E9F281A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564" y="50469"/>
            <a:ext cx="1082304" cy="11306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2E84340-5B9F-6D0C-AB18-C715907BE0AC}"/>
              </a:ext>
            </a:extLst>
          </p:cNvPr>
          <p:cNvSpPr txBox="1"/>
          <p:nvPr/>
        </p:nvSpPr>
        <p:spPr>
          <a:xfrm>
            <a:off x="4084087" y="3602620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Consolas"/>
                <a:ea typeface="Calibri"/>
                <a:cs typeface="Calibri"/>
              </a:rPr>
              <a:t>Live demo ✨</a:t>
            </a:r>
            <a:endParaRPr lang="fr-FR" sz="4000" u="sng" dirty="0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8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Code tour</a:t>
            </a:r>
            <a:endParaRPr lang="en-US" dirty="0" err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03E1F9-EA50-1761-52C4-E2031AC653F8}"/>
              </a:ext>
            </a:extLst>
          </p:cNvPr>
          <p:cNvSpPr txBox="1"/>
          <p:nvPr/>
        </p:nvSpPr>
        <p:spPr>
          <a:xfrm>
            <a:off x="4199834" y="3429000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Consolas"/>
                <a:ea typeface="Calibri"/>
                <a:cs typeface="Calibri"/>
              </a:rPr>
              <a:t>Live demo ✨</a:t>
            </a:r>
            <a:endParaRPr lang="fr-FR" sz="4000" u="sng" dirty="0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8669697" cy="14296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Syntax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Project 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538617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Next </a:t>
            </a:r>
            <a:r>
              <a:rPr lang="fr-FR" dirty="0" err="1"/>
              <a:t>step</a:t>
            </a:r>
            <a:r>
              <a:rPr lang="fr-FR" dirty="0"/>
              <a:t>: TP</a:t>
            </a:r>
            <a:endParaRPr lang="en-US" dirty="0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499355" y="1306675"/>
            <a:ext cx="8669697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Run the cloned project &amp; send requests </a:t>
            </a:r>
            <a:r>
              <a:rPr lang="en-US" sz="2000">
                <a:cs typeface="Calibri"/>
              </a:rPr>
              <a:t>to it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620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1C3017-D906-4C82-A221-DE5124EECAE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199598-4B5B-4654-B5AF-7A4F4C16AF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C6D93F-2F34-4FE0-86D3-C6B5F5D694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186</TotalTime>
  <Words>449</Words>
  <Application>Microsoft Office PowerPoint</Application>
  <PresentationFormat>Widescreen</PresentationFormat>
  <Paragraphs>84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Celestial</vt:lpstr>
      <vt:lpstr>DEVOPS</vt:lpstr>
      <vt:lpstr>Overview</vt:lpstr>
      <vt:lpstr>GolAng general</vt:lpstr>
      <vt:lpstr>GolAng general</vt:lpstr>
      <vt:lpstr>GolAng general</vt:lpstr>
      <vt:lpstr>HTTP server and REST API</vt:lpstr>
      <vt:lpstr>HTTP server and REST API</vt:lpstr>
      <vt:lpstr>HTTP server and REST API</vt:lpstr>
      <vt:lpstr>OPENAPI general</vt:lpstr>
      <vt:lpstr>OPENAPI general</vt:lpstr>
      <vt:lpstr>Code tour</vt:lpstr>
      <vt:lpstr>Next step: 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lastModifiedBy>Georges MATHIO</cp:lastModifiedBy>
  <cp:revision>137</cp:revision>
  <dcterms:created xsi:type="dcterms:W3CDTF">2023-10-26T12:54:23Z</dcterms:created>
  <dcterms:modified xsi:type="dcterms:W3CDTF">2024-07-18T11:46:43Z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