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1" r:id="rId6"/>
    <p:sldId id="262" r:id="rId7"/>
    <p:sldId id="271" r:id="rId8"/>
    <p:sldId id="277" r:id="rId9"/>
    <p:sldId id="279" r:id="rId10"/>
    <p:sldId id="268" r:id="rId11"/>
    <p:sldId id="272" r:id="rId12"/>
    <p:sldId id="263" r:id="rId13"/>
    <p:sldId id="264" r:id="rId14"/>
    <p:sldId id="265" r:id="rId15"/>
    <p:sldId id="266" r:id="rId16"/>
    <p:sldId id="267" r:id="rId17"/>
    <p:sldId id="274" r:id="rId18"/>
    <p:sldId id="281" r:id="rId19"/>
    <p:sldId id="282" r:id="rId20"/>
    <p:sldId id="278" r:id="rId21"/>
    <p:sldId id="273" r:id="rId22"/>
    <p:sldId id="280" r:id="rId23"/>
    <p:sldId id="276" r:id="rId24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09C4FF"/>
    <a:srgbClr val="E5DA8B"/>
    <a:srgbClr val="88A165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5CA4E-5950-4ED7-23BF-51444E4502B4}" v="9" dt="2024-07-18T11:50:37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646D2A93-3674-1917-E406-4FB26EBF5D30}"/>
    <pc:docChg chg="addSld delSld modSld">
      <pc:chgData name="Georges MATHIO" userId="S::georges.mathio@estia.fr::1057b68d-d9cf-4cd5-bc4c-3fe68ec33e97" providerId="AD" clId="Web-{646D2A93-3674-1917-E406-4FB26EBF5D30}" dt="2023-11-09T09:55:22.963" v="244" actId="20577"/>
      <pc:docMkLst>
        <pc:docMk/>
      </pc:docMkLst>
      <pc:sldChg chg="modSp">
        <pc:chgData name="Georges MATHIO" userId="S::georges.mathio@estia.fr::1057b68d-d9cf-4cd5-bc4c-3fe68ec33e97" providerId="AD" clId="Web-{646D2A93-3674-1917-E406-4FB26EBF5D30}" dt="2023-11-09T09:55:22.963" v="244" actId="20577"/>
        <pc:sldMkLst>
          <pc:docMk/>
          <pc:sldMk cId="1453921559" sldId="266"/>
        </pc:sldMkLst>
        <pc:spChg chg="mod">
          <ac:chgData name="Georges MATHIO" userId="S::georges.mathio@estia.fr::1057b68d-d9cf-4cd5-bc4c-3fe68ec33e97" providerId="AD" clId="Web-{646D2A93-3674-1917-E406-4FB26EBF5D30}" dt="2023-11-09T09:55:22.963" v="244" actId="20577"/>
          <ac:spMkLst>
            <pc:docMk/>
            <pc:sldMk cId="1453921559" sldId="266"/>
            <ac:spMk id="6" creationId="{F70B845A-EE3D-77EF-ECA9-E34AE1296D4D}"/>
          </ac:spMkLst>
        </pc:spChg>
      </pc:sldChg>
      <pc:sldChg chg="modSp">
        <pc:chgData name="Georges MATHIO" userId="S::georges.mathio@estia.fr::1057b68d-d9cf-4cd5-bc4c-3fe68ec33e97" providerId="AD" clId="Web-{646D2A93-3674-1917-E406-4FB26EBF5D30}" dt="2023-11-09T09:54:58.041" v="228" actId="20577"/>
        <pc:sldMkLst>
          <pc:docMk/>
          <pc:sldMk cId="1167075206" sldId="267"/>
        </pc:sldMkLst>
        <pc:spChg chg="mod">
          <ac:chgData name="Georges MATHIO" userId="S::georges.mathio@estia.fr::1057b68d-d9cf-4cd5-bc4c-3fe68ec33e97" providerId="AD" clId="Web-{646D2A93-3674-1917-E406-4FB26EBF5D30}" dt="2023-11-09T09:54:58.041" v="228" actId="20577"/>
          <ac:spMkLst>
            <pc:docMk/>
            <pc:sldMk cId="1167075206" sldId="267"/>
            <ac:spMk id="6" creationId="{F70B845A-EE3D-77EF-ECA9-E34AE1296D4D}"/>
          </ac:spMkLst>
        </pc:spChg>
        <pc:spChg chg="mod">
          <ac:chgData name="Georges MATHIO" userId="S::georges.mathio@estia.fr::1057b68d-d9cf-4cd5-bc4c-3fe68ec33e97" providerId="AD" clId="Web-{646D2A93-3674-1917-E406-4FB26EBF5D30}" dt="2023-11-09T09:54:43.791" v="224" actId="1076"/>
          <ac:spMkLst>
            <pc:docMk/>
            <pc:sldMk cId="1167075206" sldId="267"/>
            <ac:spMk id="12" creationId="{E0568965-B3C1-C522-D042-9FFF0D700724}"/>
          </ac:spMkLst>
        </pc:spChg>
      </pc:sldChg>
      <pc:sldChg chg="modSp">
        <pc:chgData name="Georges MATHIO" userId="S::georges.mathio@estia.fr::1057b68d-d9cf-4cd5-bc4c-3fe68ec33e97" providerId="AD" clId="Web-{646D2A93-3674-1917-E406-4FB26EBF5D30}" dt="2023-11-09T09:33:19.679" v="12" actId="20577"/>
        <pc:sldMkLst>
          <pc:docMk/>
          <pc:sldMk cId="4245620818" sldId="273"/>
        </pc:sldMkLst>
        <pc:spChg chg="mod">
          <ac:chgData name="Georges MATHIO" userId="S::georges.mathio@estia.fr::1057b68d-d9cf-4cd5-bc4c-3fe68ec33e97" providerId="AD" clId="Web-{646D2A93-3674-1917-E406-4FB26EBF5D30}" dt="2023-11-09T09:33:19.679" v="12" actId="20577"/>
          <ac:spMkLst>
            <pc:docMk/>
            <pc:sldMk cId="4245620818" sldId="273"/>
            <ac:spMk id="6" creationId="{37E68E50-1F8D-C6EF-3F0A-17CAC14C946D}"/>
          </ac:spMkLst>
        </pc:spChg>
      </pc:sldChg>
      <pc:sldChg chg="addSp delSp modSp new del">
        <pc:chgData name="Georges MATHIO" userId="S::georges.mathio@estia.fr::1057b68d-d9cf-4cd5-bc4c-3fe68ec33e97" providerId="AD" clId="Web-{646D2A93-3674-1917-E406-4FB26EBF5D30}" dt="2023-11-09T09:43:24.868" v="124"/>
        <pc:sldMkLst>
          <pc:docMk/>
          <pc:sldMk cId="2899923864" sldId="275"/>
        </pc:sldMkLst>
        <pc:spChg chg="del">
          <ac:chgData name="Georges MATHIO" userId="S::georges.mathio@estia.fr::1057b68d-d9cf-4cd5-bc4c-3fe68ec33e97" providerId="AD" clId="Web-{646D2A93-3674-1917-E406-4FB26EBF5D30}" dt="2023-11-09T09:36:14.273" v="14"/>
          <ac:spMkLst>
            <pc:docMk/>
            <pc:sldMk cId="2899923864" sldId="275"/>
            <ac:spMk id="3" creationId="{2EFB68B7-E10F-8A37-BA27-96CD0A775C87}"/>
          </ac:spMkLst>
        </pc:spChg>
        <pc:picChg chg="add mod">
          <ac:chgData name="Georges MATHIO" userId="S::georges.mathio@estia.fr::1057b68d-d9cf-4cd5-bc4c-3fe68ec33e97" providerId="AD" clId="Web-{646D2A93-3674-1917-E406-4FB26EBF5D30}" dt="2023-11-09T09:37:30.024" v="18" actId="1076"/>
          <ac:picMkLst>
            <pc:docMk/>
            <pc:sldMk cId="2899923864" sldId="275"/>
            <ac:picMk id="4" creationId="{EB8E52AF-D422-CE58-7AD9-CB86AD3E50AA}"/>
          </ac:picMkLst>
        </pc:picChg>
      </pc:sldChg>
      <pc:sldChg chg="addSp modSp add">
        <pc:chgData name="Georges MATHIO" userId="S::georges.mathio@estia.fr::1057b68d-d9cf-4cd5-bc4c-3fe68ec33e97" providerId="AD" clId="Web-{646D2A93-3674-1917-E406-4FB26EBF5D30}" dt="2023-11-09T09:42:24.134" v="123" actId="20577"/>
        <pc:sldMkLst>
          <pc:docMk/>
          <pc:sldMk cId="3615912507" sldId="276"/>
        </pc:sldMkLst>
        <pc:spChg chg="mod">
          <ac:chgData name="Georges MATHIO" userId="S::georges.mathio@estia.fr::1057b68d-d9cf-4cd5-bc4c-3fe68ec33e97" providerId="AD" clId="Web-{646D2A93-3674-1917-E406-4FB26EBF5D30}" dt="2023-11-09T09:37:50.852" v="26" actId="20577"/>
          <ac:spMkLst>
            <pc:docMk/>
            <pc:sldMk cId="3615912507" sldId="27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646D2A93-3674-1917-E406-4FB26EBF5D30}" dt="2023-11-09T09:42:24.134" v="123" actId="20577"/>
          <ac:spMkLst>
            <pc:docMk/>
            <pc:sldMk cId="3615912507" sldId="276"/>
            <ac:spMk id="6" creationId="{37E68E50-1F8D-C6EF-3F0A-17CAC14C946D}"/>
          </ac:spMkLst>
        </pc:spChg>
        <pc:picChg chg="add mod">
          <ac:chgData name="Georges MATHIO" userId="S::georges.mathio@estia.fr::1057b68d-d9cf-4cd5-bc4c-3fe68ec33e97" providerId="AD" clId="Web-{646D2A93-3674-1917-E406-4FB26EBF5D30}" dt="2023-11-09T09:42:11.009" v="121" actId="1076"/>
          <ac:picMkLst>
            <pc:docMk/>
            <pc:sldMk cId="3615912507" sldId="276"/>
            <ac:picMk id="4" creationId="{40A04FAD-6AD5-5C66-E398-8BC022A5920E}"/>
          </ac:picMkLst>
        </pc:pic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0-26T14:56:52.447" v="3926" actId="20577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modSp mod">
        <pc:chgData name="Georges MATHIO" userId="1057b68d-d9cf-4cd5-bc4c-3fe68ec33e97" providerId="ADAL" clId="{6896E697-4535-4548-B5BB-7BF60D63B382}" dt="2023-10-26T13:54:11.326" v="2054" actId="14861"/>
        <pc:sldMasterMkLst>
          <pc:docMk/>
          <pc:sldMasterMk cId="0" sldId="2147483648"/>
        </pc:sldMasterMkLst>
        <pc:picChg chg="add mod">
          <ac:chgData name="Georges MATHIO" userId="1057b68d-d9cf-4cd5-bc4c-3fe68ec33e97" providerId="ADAL" clId="{6896E697-4535-4548-B5BB-7BF60D63B382}" dt="2023-10-26T13:54:11.326" v="2054" actId="14861"/>
          <ac:picMkLst>
            <pc:docMk/>
            <pc:sldMasterMk cId="0" sldId="2147483648"/>
            <ac:picMk id="8" creationId="{396E9789-E64B-700E-1F72-C4F0350E8E00}"/>
          </ac:picMkLst>
        </pc:picChg>
      </pc:sldMasterChg>
    </pc:docChg>
  </pc:docChgLst>
  <pc:docChgLst>
    <pc:chgData name="Georges MATHIO" userId="S::georges.mathio@estia.fr::1057b68d-d9cf-4cd5-bc4c-3fe68ec33e97" providerId="AD" clId="Web-{A82678DD-A3D1-FC49-A324-A473ADCC9AEB}"/>
    <pc:docChg chg="modSld">
      <pc:chgData name="Georges MATHIO" userId="S::georges.mathio@estia.fr::1057b68d-d9cf-4cd5-bc4c-3fe68ec33e97" providerId="AD" clId="Web-{A82678DD-A3D1-FC49-A324-A473ADCC9AEB}" dt="2023-11-27T10:48:47.670" v="1" actId="1076"/>
      <pc:docMkLst>
        <pc:docMk/>
      </pc:docMkLst>
      <pc:sldChg chg="modSp">
        <pc:chgData name="Georges MATHIO" userId="S::georges.mathio@estia.fr::1057b68d-d9cf-4cd5-bc4c-3fe68ec33e97" providerId="AD" clId="Web-{A82678DD-A3D1-FC49-A324-A473ADCC9AEB}" dt="2023-11-27T10:48:47.670" v="1" actId="1076"/>
        <pc:sldMkLst>
          <pc:docMk/>
          <pc:sldMk cId="3321741863" sldId="278"/>
        </pc:sldMkLst>
        <pc:spChg chg="mod">
          <ac:chgData name="Georges MATHIO" userId="S::georges.mathio@estia.fr::1057b68d-d9cf-4cd5-bc4c-3fe68ec33e97" providerId="AD" clId="Web-{A82678DD-A3D1-FC49-A324-A473ADCC9AEB}" dt="2023-11-27T10:48:47.670" v="1" actId="1076"/>
          <ac:spMkLst>
            <pc:docMk/>
            <pc:sldMk cId="3321741863" sldId="278"/>
            <ac:spMk id="4" creationId="{46CA3815-7C3E-59B9-C0A9-9A7C4340D8CB}"/>
          </ac:spMkLst>
        </pc:spChg>
      </pc:sldChg>
    </pc:docChg>
  </pc:docChgLst>
  <pc:docChgLst>
    <pc:chgData name="Georges MATHIO" userId="1057b68d-d9cf-4cd5-bc4c-3fe68ec33e97" providerId="ADAL" clId="{E4CBAAB2-0D05-4557-A93D-90B6848AB53B}"/>
    <pc:docChg chg="undo custSel addSld modSld sldOrd">
      <pc:chgData name="Georges MATHIO" userId="1057b68d-d9cf-4cd5-bc4c-3fe68ec33e97" providerId="ADAL" clId="{E4CBAAB2-0D05-4557-A93D-90B6848AB53B}" dt="2023-11-29T21:55:53.056" v="2711" actId="1035"/>
      <pc:docMkLst>
        <pc:docMk/>
      </pc:docMkLst>
      <pc:sldChg chg="modSp mod">
        <pc:chgData name="Georges MATHIO" userId="1057b68d-d9cf-4cd5-bc4c-3fe68ec33e97" providerId="ADAL" clId="{E4CBAAB2-0D05-4557-A93D-90B6848AB53B}" dt="2023-11-20T13:20:15.508" v="152" actId="20577"/>
        <pc:sldMkLst>
          <pc:docMk/>
          <pc:sldMk cId="2132174831" sldId="264"/>
        </pc:sldMkLst>
        <pc:spChg chg="mod">
          <ac:chgData name="Georges MATHIO" userId="1057b68d-d9cf-4cd5-bc4c-3fe68ec33e97" providerId="ADAL" clId="{E4CBAAB2-0D05-4557-A93D-90B6848AB53B}" dt="2023-11-20T13:20:15.508" v="152" actId="20577"/>
          <ac:spMkLst>
            <pc:docMk/>
            <pc:sldMk cId="2132174831" sldId="264"/>
            <ac:spMk id="12" creationId="{E0568965-B3C1-C522-D042-9FFF0D700724}"/>
          </ac:spMkLst>
        </pc:spChg>
      </pc:sldChg>
      <pc:sldChg chg="modSp mod ord">
        <pc:chgData name="Georges MATHIO" userId="1057b68d-d9cf-4cd5-bc4c-3fe68ec33e97" providerId="ADAL" clId="{E4CBAAB2-0D05-4557-A93D-90B6848AB53B}" dt="2023-11-20T13:17:08.859" v="2"/>
        <pc:sldMkLst>
          <pc:docMk/>
          <pc:sldMk cId="3590028005" sldId="268"/>
        </pc:sldMkLst>
        <pc:spChg chg="mod">
          <ac:chgData name="Georges MATHIO" userId="1057b68d-d9cf-4cd5-bc4c-3fe68ec33e97" providerId="ADAL" clId="{E4CBAAB2-0D05-4557-A93D-90B6848AB53B}" dt="2023-11-20T13:16:16.428" v="0" actId="1037"/>
          <ac:spMkLst>
            <pc:docMk/>
            <pc:sldMk cId="3590028005" sldId="268"/>
            <ac:spMk id="12" creationId="{705DDA22-80E9-F67A-967D-7CCF5A3D7242}"/>
          </ac:spMkLst>
        </pc:spChg>
      </pc:sldChg>
      <pc:sldChg chg="ord">
        <pc:chgData name="Georges MATHIO" userId="1057b68d-d9cf-4cd5-bc4c-3fe68ec33e97" providerId="ADAL" clId="{E4CBAAB2-0D05-4557-A93D-90B6848AB53B}" dt="2023-11-20T13:17:08.859" v="2"/>
        <pc:sldMkLst>
          <pc:docMk/>
          <pc:sldMk cId="313480732" sldId="271"/>
        </pc:sldMkLst>
      </pc:sldChg>
      <pc:sldChg chg="modSp mod ord">
        <pc:chgData name="Georges MATHIO" userId="1057b68d-d9cf-4cd5-bc4c-3fe68ec33e97" providerId="ADAL" clId="{E4CBAAB2-0D05-4557-A93D-90B6848AB53B}" dt="2023-11-20T13:17:35.289" v="3" actId="1037"/>
        <pc:sldMkLst>
          <pc:docMk/>
          <pc:sldMk cId="1206661473" sldId="272"/>
        </pc:sldMkLst>
        <pc:spChg chg="mod">
          <ac:chgData name="Georges MATHIO" userId="1057b68d-d9cf-4cd5-bc4c-3fe68ec33e97" providerId="ADAL" clId="{E4CBAAB2-0D05-4557-A93D-90B6848AB53B}" dt="2023-11-20T13:17:35.289" v="3" actId="1037"/>
          <ac:spMkLst>
            <pc:docMk/>
            <pc:sldMk cId="1206661473" sldId="272"/>
            <ac:spMk id="12" creationId="{705DDA22-80E9-F67A-967D-7CCF5A3D7242}"/>
          </ac:spMkLst>
        </pc:spChg>
      </pc:sldChg>
      <pc:sldChg chg="modSp mod">
        <pc:chgData name="Georges MATHIO" userId="1057b68d-d9cf-4cd5-bc4c-3fe68ec33e97" providerId="ADAL" clId="{E4CBAAB2-0D05-4557-A93D-90B6848AB53B}" dt="2023-11-29T21:55:28.164" v="2710" actId="20577"/>
        <pc:sldMkLst>
          <pc:docMk/>
          <pc:sldMk cId="4245620818" sldId="273"/>
        </pc:sldMkLst>
        <pc:spChg chg="mod">
          <ac:chgData name="Georges MATHIO" userId="1057b68d-d9cf-4cd5-bc4c-3fe68ec33e97" providerId="ADAL" clId="{E4CBAAB2-0D05-4557-A93D-90B6848AB53B}" dt="2023-11-29T21:55:07.484" v="2690" actId="11"/>
          <ac:spMkLst>
            <pc:docMk/>
            <pc:sldMk cId="4245620818" sldId="273"/>
            <ac:spMk id="3" creationId="{FA899AF9-F66B-2659-25C2-57BB9A8CBDFD}"/>
          </ac:spMkLst>
        </pc:spChg>
        <pc:spChg chg="mod">
          <ac:chgData name="Georges MATHIO" userId="1057b68d-d9cf-4cd5-bc4c-3fe68ec33e97" providerId="ADAL" clId="{E4CBAAB2-0D05-4557-A93D-90B6848AB53B}" dt="2023-11-29T21:55:28.164" v="2710" actId="20577"/>
          <ac:spMkLst>
            <pc:docMk/>
            <pc:sldMk cId="4245620818" sldId="273"/>
            <ac:spMk id="6" creationId="{37E68E50-1F8D-C6EF-3F0A-17CAC14C946D}"/>
          </ac:spMkLst>
        </pc:spChg>
      </pc:sldChg>
      <pc:sldChg chg="addSp delSp modSp add mod delAnim modAnim">
        <pc:chgData name="Georges MATHIO" userId="1057b68d-d9cf-4cd5-bc4c-3fe68ec33e97" providerId="ADAL" clId="{E4CBAAB2-0D05-4557-A93D-90B6848AB53B}" dt="2023-11-29T21:55:53.056" v="2711" actId="1035"/>
        <pc:sldMkLst>
          <pc:docMk/>
          <pc:sldMk cId="4224384963" sldId="277"/>
        </pc:sldMkLst>
        <pc:spChg chg="mod">
          <ac:chgData name="Georges MATHIO" userId="1057b68d-d9cf-4cd5-bc4c-3fe68ec33e97" providerId="ADAL" clId="{E4CBAAB2-0D05-4557-A93D-90B6848AB53B}" dt="2023-11-20T13:19:42.826" v="103" actId="20577"/>
          <ac:spMkLst>
            <pc:docMk/>
            <pc:sldMk cId="4224384963" sldId="277"/>
            <ac:spMk id="2" creationId="{8AE1D70E-C040-1542-B36E-7DDF82084F61}"/>
          </ac:spMkLst>
        </pc:spChg>
        <pc:spChg chg="add del mod">
          <ac:chgData name="Georges MATHIO" userId="1057b68d-d9cf-4cd5-bc4c-3fe68ec33e97" providerId="ADAL" clId="{E4CBAAB2-0D05-4557-A93D-90B6848AB53B}" dt="2023-11-20T22:57:35.499" v="364" actId="478"/>
          <ac:spMkLst>
            <pc:docMk/>
            <pc:sldMk cId="4224384963" sldId="277"/>
            <ac:spMk id="3" creationId="{01D1F5AE-B9C9-4EE3-E2D2-521FCAADA4C1}"/>
          </ac:spMkLst>
        </pc:spChg>
        <pc:spChg chg="del">
          <ac:chgData name="Georges MATHIO" userId="1057b68d-d9cf-4cd5-bc4c-3fe68ec33e97" providerId="ADAL" clId="{E4CBAAB2-0D05-4557-A93D-90B6848AB53B}" dt="2023-11-20T13:19:46.035" v="104" actId="478"/>
          <ac:spMkLst>
            <pc:docMk/>
            <pc:sldMk cId="4224384963" sldId="277"/>
            <ac:spMk id="4" creationId="{46CA3815-7C3E-59B9-C0A9-9A7C4340D8CB}"/>
          </ac:spMkLst>
        </pc:spChg>
        <pc:spChg chg="add mod">
          <ac:chgData name="Georges MATHIO" userId="1057b68d-d9cf-4cd5-bc4c-3fe68ec33e97" providerId="ADAL" clId="{E4CBAAB2-0D05-4557-A93D-90B6848AB53B}" dt="2023-11-29T21:55:53.056" v="2711" actId="1035"/>
          <ac:spMkLst>
            <pc:docMk/>
            <pc:sldMk cId="4224384963" sldId="277"/>
            <ac:spMk id="4" creationId="{C9CC6A13-EFE6-B954-C4BF-2DDF2024A3FA}"/>
          </ac:spMkLst>
        </pc:spChg>
        <pc:spChg chg="mod">
          <ac:chgData name="Georges MATHIO" userId="1057b68d-d9cf-4cd5-bc4c-3fe68ec33e97" providerId="ADAL" clId="{E4CBAAB2-0D05-4557-A93D-90B6848AB53B}" dt="2023-11-20T13:19:32.414" v="81" actId="1038"/>
          <ac:spMkLst>
            <pc:docMk/>
            <pc:sldMk cId="4224384963" sldId="277"/>
            <ac:spMk id="10" creationId="{1BE161CE-9DF2-30A5-CB93-E34BCEEA9E69}"/>
          </ac:spMkLst>
        </pc:spChg>
        <pc:spChg chg="mod">
          <ac:chgData name="Georges MATHIO" userId="1057b68d-d9cf-4cd5-bc4c-3fe68ec33e97" providerId="ADAL" clId="{E4CBAAB2-0D05-4557-A93D-90B6848AB53B}" dt="2023-11-20T13:19:32.414" v="81" actId="1038"/>
          <ac:spMkLst>
            <pc:docMk/>
            <pc:sldMk cId="4224384963" sldId="277"/>
            <ac:spMk id="11" creationId="{3BDEC5D5-BF8E-0204-4176-73A7DB110090}"/>
          </ac:spMkLst>
        </pc:spChg>
        <pc:spChg chg="mod">
          <ac:chgData name="Georges MATHIO" userId="1057b68d-d9cf-4cd5-bc4c-3fe68ec33e97" providerId="ADAL" clId="{E4CBAAB2-0D05-4557-A93D-90B6848AB53B}" dt="2023-11-20T13:28:16.562" v="349" actId="20577"/>
          <ac:spMkLst>
            <pc:docMk/>
            <pc:sldMk cId="4224384963" sldId="277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E4CBAAB2-0D05-4557-A93D-90B6848AB53B}" dt="2023-11-20T22:54:58.703" v="355" actId="1076"/>
          <ac:picMkLst>
            <pc:docMk/>
            <pc:sldMk cId="4224384963" sldId="277"/>
            <ac:picMk id="1026" creationId="{9451D9B4-CCE6-946D-BAF3-45A8ABFE4619}"/>
          </ac:picMkLst>
        </pc:picChg>
      </pc:sldChg>
      <pc:sldChg chg="addSp delSp modSp add mod ord">
        <pc:chgData name="Georges MATHIO" userId="1057b68d-d9cf-4cd5-bc4c-3fe68ec33e97" providerId="ADAL" clId="{E4CBAAB2-0D05-4557-A93D-90B6848AB53B}" dt="2023-11-29T21:51:33.912" v="2587" actId="20577"/>
        <pc:sldMkLst>
          <pc:docMk/>
          <pc:sldMk cId="3321741863" sldId="278"/>
        </pc:sldMkLst>
        <pc:spChg chg="mod">
          <ac:chgData name="Georges MATHIO" userId="1057b68d-d9cf-4cd5-bc4c-3fe68ec33e97" providerId="ADAL" clId="{E4CBAAB2-0D05-4557-A93D-90B6848AB53B}" dt="2023-11-21T13:04:30.055" v="432" actId="20577"/>
          <ac:spMkLst>
            <pc:docMk/>
            <pc:sldMk cId="3321741863" sldId="278"/>
            <ac:spMk id="2" creationId="{8AE1D70E-C040-1542-B36E-7DDF82084F61}"/>
          </ac:spMkLst>
        </pc:spChg>
        <pc:spChg chg="add mod">
          <ac:chgData name="Georges MATHIO" userId="1057b68d-d9cf-4cd5-bc4c-3fe68ec33e97" providerId="ADAL" clId="{E4CBAAB2-0D05-4557-A93D-90B6848AB53B}" dt="2023-11-21T13:11:18.239" v="891" actId="1582"/>
          <ac:spMkLst>
            <pc:docMk/>
            <pc:sldMk cId="3321741863" sldId="278"/>
            <ac:spMk id="3" creationId="{D07D3208-F6E3-6C57-3375-B64C23318E5F}"/>
          </ac:spMkLst>
        </pc:spChg>
        <pc:spChg chg="mod">
          <ac:chgData name="Georges MATHIO" userId="1057b68d-d9cf-4cd5-bc4c-3fe68ec33e97" providerId="ADAL" clId="{E4CBAAB2-0D05-4557-A93D-90B6848AB53B}" dt="2023-11-21T13:06:21.511" v="531" actId="14100"/>
          <ac:spMkLst>
            <pc:docMk/>
            <pc:sldMk cId="3321741863" sldId="278"/>
            <ac:spMk id="4" creationId="{46CA3815-7C3E-59B9-C0A9-9A7C4340D8CB}"/>
          </ac:spMkLst>
        </pc:spChg>
        <pc:spChg chg="add mod">
          <ac:chgData name="Georges MATHIO" userId="1057b68d-d9cf-4cd5-bc4c-3fe68ec33e97" providerId="ADAL" clId="{E4CBAAB2-0D05-4557-A93D-90B6848AB53B}" dt="2023-11-21T13:12:08.880" v="944" actId="1076"/>
          <ac:spMkLst>
            <pc:docMk/>
            <pc:sldMk cId="3321741863" sldId="278"/>
            <ac:spMk id="6" creationId="{71F2A145-725D-07DC-E1FC-6E03B6B8C143}"/>
          </ac:spMkLst>
        </pc:spChg>
        <pc:spChg chg="add mod">
          <ac:chgData name="Georges MATHIO" userId="1057b68d-d9cf-4cd5-bc4c-3fe68ec33e97" providerId="ADAL" clId="{E4CBAAB2-0D05-4557-A93D-90B6848AB53B}" dt="2023-11-29T21:48:04.525" v="2430"/>
          <ac:spMkLst>
            <pc:docMk/>
            <pc:sldMk cId="3321741863" sldId="278"/>
            <ac:spMk id="8" creationId="{3804C614-49A6-F444-5AC3-DCAE6AE442BB}"/>
          </ac:spMkLst>
        </pc:spChg>
        <pc:spChg chg="add mod">
          <ac:chgData name="Georges MATHIO" userId="1057b68d-d9cf-4cd5-bc4c-3fe68ec33e97" providerId="ADAL" clId="{E4CBAAB2-0D05-4557-A93D-90B6848AB53B}" dt="2023-11-29T21:48:37.335" v="2440"/>
          <ac:spMkLst>
            <pc:docMk/>
            <pc:sldMk cId="3321741863" sldId="278"/>
            <ac:spMk id="9" creationId="{60255CBC-851A-D42E-3D2B-7E876CBD3D6D}"/>
          </ac:spMkLst>
        </pc:spChg>
        <pc:spChg chg="del mod">
          <ac:chgData name="Georges MATHIO" userId="1057b68d-d9cf-4cd5-bc4c-3fe68ec33e97" providerId="ADAL" clId="{E4CBAAB2-0D05-4557-A93D-90B6848AB53B}" dt="2023-11-29T21:48:41.117" v="2441" actId="478"/>
          <ac:spMkLst>
            <pc:docMk/>
            <pc:sldMk cId="3321741863" sldId="278"/>
            <ac:spMk id="10" creationId="{1BE161CE-9DF2-30A5-CB93-E34BCEEA9E69}"/>
          </ac:spMkLst>
        </pc:spChg>
        <pc:spChg chg="del mod">
          <ac:chgData name="Georges MATHIO" userId="1057b68d-d9cf-4cd5-bc4c-3fe68ec33e97" providerId="ADAL" clId="{E4CBAAB2-0D05-4557-A93D-90B6848AB53B}" dt="2023-11-29T21:48:41.117" v="2441" actId="478"/>
          <ac:spMkLst>
            <pc:docMk/>
            <pc:sldMk cId="3321741863" sldId="278"/>
            <ac:spMk id="11" creationId="{3BDEC5D5-BF8E-0204-4176-73A7DB110090}"/>
          </ac:spMkLst>
        </pc:spChg>
        <pc:spChg chg="add del mod">
          <ac:chgData name="Georges MATHIO" userId="1057b68d-d9cf-4cd5-bc4c-3fe68ec33e97" providerId="ADAL" clId="{E4CBAAB2-0D05-4557-A93D-90B6848AB53B}" dt="2023-11-29T21:51:33.912" v="2587" actId="20577"/>
          <ac:spMkLst>
            <pc:docMk/>
            <pc:sldMk cId="3321741863" sldId="278"/>
            <ac:spMk id="12" creationId="{E0568965-B3C1-C522-D042-9FFF0D700724}"/>
          </ac:spMkLst>
        </pc:spChg>
        <pc:spChg chg="add mod">
          <ac:chgData name="Georges MATHIO" userId="1057b68d-d9cf-4cd5-bc4c-3fe68ec33e97" providerId="ADAL" clId="{E4CBAAB2-0D05-4557-A93D-90B6848AB53B}" dt="2023-11-29T21:48:37.335" v="2440"/>
          <ac:spMkLst>
            <pc:docMk/>
            <pc:sldMk cId="3321741863" sldId="278"/>
            <ac:spMk id="13" creationId="{C006B293-1A79-E1C5-4258-F3038B8204E2}"/>
          </ac:spMkLst>
        </pc:spChg>
        <pc:graphicFrameChg chg="add del">
          <ac:chgData name="Georges MATHIO" userId="1057b68d-d9cf-4cd5-bc4c-3fe68ec33e97" providerId="ADAL" clId="{E4CBAAB2-0D05-4557-A93D-90B6848AB53B}" dt="2023-11-21T14:29:12.900" v="1270" actId="26606"/>
          <ac:graphicFrameMkLst>
            <pc:docMk/>
            <pc:sldMk cId="3321741863" sldId="278"/>
            <ac:graphicFrameMk id="14" creationId="{F48AE07E-22D9-4E66-A470-95E20C6CF0C0}"/>
          </ac:graphicFrameMkLst>
        </pc:graphicFrameChg>
        <pc:picChg chg="add mod">
          <ac:chgData name="Georges MATHIO" userId="1057b68d-d9cf-4cd5-bc4c-3fe68ec33e97" providerId="ADAL" clId="{E4CBAAB2-0D05-4557-A93D-90B6848AB53B}" dt="2023-11-21T14:29:20.406" v="1272" actId="14100"/>
          <ac:picMkLst>
            <pc:docMk/>
            <pc:sldMk cId="3321741863" sldId="278"/>
            <ac:picMk id="7" creationId="{C6CE98F8-F3E8-0499-ED78-8B4D4C8CE282}"/>
          </ac:picMkLst>
        </pc:picChg>
      </pc:sldChg>
      <pc:sldChg chg="addSp delSp modSp add mod delAnim modAnim">
        <pc:chgData name="Georges MATHIO" userId="1057b68d-d9cf-4cd5-bc4c-3fe68ec33e97" providerId="ADAL" clId="{E4CBAAB2-0D05-4557-A93D-90B6848AB53B}" dt="2023-11-27T12:21:42.756" v="1307" actId="1076"/>
        <pc:sldMkLst>
          <pc:docMk/>
          <pc:sldMk cId="449496007" sldId="279"/>
        </pc:sldMkLst>
        <pc:spChg chg="mod">
          <ac:chgData name="Georges MATHIO" userId="1057b68d-d9cf-4cd5-bc4c-3fe68ec33e97" providerId="ADAL" clId="{E4CBAAB2-0D05-4557-A93D-90B6848AB53B}" dt="2023-11-21T13:13:28.259" v="1014" actId="20577"/>
          <ac:spMkLst>
            <pc:docMk/>
            <pc:sldMk cId="449496007" sldId="279"/>
            <ac:spMk id="2" creationId="{8AE1D70E-C040-1542-B36E-7DDF82084F61}"/>
          </ac:spMkLst>
        </pc:spChg>
        <pc:spChg chg="add mod ord">
          <ac:chgData name="Georges MATHIO" userId="1057b68d-d9cf-4cd5-bc4c-3fe68ec33e97" providerId="ADAL" clId="{E4CBAAB2-0D05-4557-A93D-90B6848AB53B}" dt="2023-11-27T12:18:55.896" v="1287" actId="14100"/>
          <ac:spMkLst>
            <pc:docMk/>
            <pc:sldMk cId="449496007" sldId="279"/>
            <ac:spMk id="3" creationId="{BDBEE568-CF90-C13E-0AA1-CA2029ACB146}"/>
          </ac:spMkLst>
        </pc:spChg>
        <pc:spChg chg="add del mod">
          <ac:chgData name="Georges MATHIO" userId="1057b68d-d9cf-4cd5-bc4c-3fe68ec33e97" providerId="ADAL" clId="{E4CBAAB2-0D05-4557-A93D-90B6848AB53B}" dt="2023-11-21T13:32:41.370" v="1057" actId="478"/>
          <ac:spMkLst>
            <pc:docMk/>
            <pc:sldMk cId="449496007" sldId="279"/>
            <ac:spMk id="3" creationId="{F1154E13-F2DD-4693-7AC3-E8EEEDFFCA34}"/>
          </ac:spMkLst>
        </pc:spChg>
        <pc:spChg chg="add mod">
          <ac:chgData name="Georges MATHIO" userId="1057b68d-d9cf-4cd5-bc4c-3fe68ec33e97" providerId="ADAL" clId="{E4CBAAB2-0D05-4557-A93D-90B6848AB53B}" dt="2023-11-27T12:21:42.756" v="1307" actId="1076"/>
          <ac:spMkLst>
            <pc:docMk/>
            <pc:sldMk cId="449496007" sldId="279"/>
            <ac:spMk id="4" creationId="{65355763-18DE-CB42-5C0F-E432416D5EE3}"/>
          </ac:spMkLst>
        </pc:spChg>
        <pc:spChg chg="del mod">
          <ac:chgData name="Georges MATHIO" userId="1057b68d-d9cf-4cd5-bc4c-3fe68ec33e97" providerId="ADAL" clId="{E4CBAAB2-0D05-4557-A93D-90B6848AB53B}" dt="2023-11-21T13:13:33.187" v="1017" actId="478"/>
          <ac:spMkLst>
            <pc:docMk/>
            <pc:sldMk cId="449496007" sldId="279"/>
            <ac:spMk id="4" creationId="{C9CC6A13-EFE6-B954-C4BF-2DDF2024A3FA}"/>
          </ac:spMkLst>
        </pc:spChg>
        <pc:spChg chg="add mod">
          <ac:chgData name="Georges MATHIO" userId="1057b68d-d9cf-4cd5-bc4c-3fe68ec33e97" providerId="ADAL" clId="{E4CBAAB2-0D05-4557-A93D-90B6848AB53B}" dt="2023-11-27T12:17:40.369" v="1279" actId="1076"/>
          <ac:spMkLst>
            <pc:docMk/>
            <pc:sldMk cId="449496007" sldId="279"/>
            <ac:spMk id="6" creationId="{67067ECF-84B4-D23C-99B4-84A416D5B93D}"/>
          </ac:spMkLst>
        </pc:spChg>
        <pc:spChg chg="add mod">
          <ac:chgData name="Georges MATHIO" userId="1057b68d-d9cf-4cd5-bc4c-3fe68ec33e97" providerId="ADAL" clId="{E4CBAAB2-0D05-4557-A93D-90B6848AB53B}" dt="2023-11-27T12:17:54.087" v="1282" actId="1076"/>
          <ac:spMkLst>
            <pc:docMk/>
            <pc:sldMk cId="449496007" sldId="279"/>
            <ac:spMk id="7" creationId="{9A628170-B395-4C66-3C5C-F8AC67E99B0B}"/>
          </ac:spMkLst>
        </pc:spChg>
        <pc:spChg chg="add del mod">
          <ac:chgData name="Georges MATHIO" userId="1057b68d-d9cf-4cd5-bc4c-3fe68ec33e97" providerId="ADAL" clId="{E4CBAAB2-0D05-4557-A93D-90B6848AB53B}" dt="2023-11-21T13:34:53.149" v="1130" actId="478"/>
          <ac:spMkLst>
            <pc:docMk/>
            <pc:sldMk cId="449496007" sldId="279"/>
            <ac:spMk id="8" creationId="{CC4BC7E7-8523-2781-885D-92BDB70F80CC}"/>
          </ac:spMkLst>
        </pc:spChg>
        <pc:spChg chg="add mod">
          <ac:chgData name="Georges MATHIO" userId="1057b68d-d9cf-4cd5-bc4c-3fe68ec33e97" providerId="ADAL" clId="{E4CBAAB2-0D05-4557-A93D-90B6848AB53B}" dt="2023-11-21T13:57:08.775" v="1267" actId="114"/>
          <ac:spMkLst>
            <pc:docMk/>
            <pc:sldMk cId="449496007" sldId="279"/>
            <ac:spMk id="9" creationId="{B0BE310E-1EF1-9502-9CA3-D3E91A92BC56}"/>
          </ac:spMkLst>
        </pc:spChg>
        <pc:spChg chg="mod">
          <ac:chgData name="Georges MATHIO" userId="1057b68d-d9cf-4cd5-bc4c-3fe68ec33e97" providerId="ADAL" clId="{E4CBAAB2-0D05-4557-A93D-90B6848AB53B}" dt="2023-11-27T12:18:01.348" v="1283" actId="1076"/>
          <ac:spMkLst>
            <pc:docMk/>
            <pc:sldMk cId="449496007" sldId="279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E4CBAAB2-0D05-4557-A93D-90B6848AB53B}" dt="2023-11-27T12:18:51.547" v="1286" actId="1076"/>
          <ac:picMkLst>
            <pc:docMk/>
            <pc:sldMk cId="449496007" sldId="279"/>
            <ac:picMk id="1026" creationId="{798913D8-8589-9BFA-C3CA-F585EC7818F8}"/>
          </ac:picMkLst>
        </pc:picChg>
        <pc:picChg chg="del">
          <ac:chgData name="Georges MATHIO" userId="1057b68d-d9cf-4cd5-bc4c-3fe68ec33e97" providerId="ADAL" clId="{E4CBAAB2-0D05-4557-A93D-90B6848AB53B}" dt="2023-11-21T13:13:32.556" v="1016" actId="478"/>
          <ac:picMkLst>
            <pc:docMk/>
            <pc:sldMk cId="449496007" sldId="279"/>
            <ac:picMk id="1026" creationId="{9451D9B4-CCE6-946D-BAF3-45A8ABFE4619}"/>
          </ac:picMkLst>
        </pc:picChg>
      </pc:sldChg>
      <pc:sldChg chg="delSp modSp add mod">
        <pc:chgData name="Georges MATHIO" userId="1057b68d-d9cf-4cd5-bc4c-3fe68ec33e97" providerId="ADAL" clId="{E4CBAAB2-0D05-4557-A93D-90B6848AB53B}" dt="2023-11-29T21:37:01.279" v="1740" actId="20577"/>
        <pc:sldMkLst>
          <pc:docMk/>
          <pc:sldMk cId="4049105313" sldId="280"/>
        </pc:sldMkLst>
        <pc:spChg chg="del">
          <ac:chgData name="Georges MATHIO" userId="1057b68d-d9cf-4cd5-bc4c-3fe68ec33e97" providerId="ADAL" clId="{E4CBAAB2-0D05-4557-A93D-90B6848AB53B}" dt="2023-11-29T18:10:16.986" v="1412" actId="478"/>
          <ac:spMkLst>
            <pc:docMk/>
            <pc:sldMk cId="4049105313" sldId="280"/>
            <ac:spMk id="3" creationId="{FA899AF9-F66B-2659-25C2-57BB9A8CBDFD}"/>
          </ac:spMkLst>
        </pc:spChg>
        <pc:spChg chg="mod">
          <ac:chgData name="Georges MATHIO" userId="1057b68d-d9cf-4cd5-bc4c-3fe68ec33e97" providerId="ADAL" clId="{E4CBAAB2-0D05-4557-A93D-90B6848AB53B}" dt="2023-11-29T21:37:01.279" v="1740" actId="20577"/>
          <ac:spMkLst>
            <pc:docMk/>
            <pc:sldMk cId="4049105313" sldId="280"/>
            <ac:spMk id="6" creationId="{37E68E50-1F8D-C6EF-3F0A-17CAC14C946D}"/>
          </ac:spMkLst>
        </pc:spChg>
      </pc:sldChg>
      <pc:sldChg chg="addSp delSp modSp add mod">
        <pc:chgData name="Georges MATHIO" userId="1057b68d-d9cf-4cd5-bc4c-3fe68ec33e97" providerId="ADAL" clId="{E4CBAAB2-0D05-4557-A93D-90B6848AB53B}" dt="2023-11-29T21:48:35.073" v="2439"/>
        <pc:sldMkLst>
          <pc:docMk/>
          <pc:sldMk cId="1045013573" sldId="281"/>
        </pc:sldMkLst>
        <pc:spChg chg="mod">
          <ac:chgData name="Georges MATHIO" userId="1057b68d-d9cf-4cd5-bc4c-3fe68ec33e97" providerId="ADAL" clId="{E4CBAAB2-0D05-4557-A93D-90B6848AB53B}" dt="2023-11-29T21:19:14.222" v="1482" actId="20577"/>
          <ac:spMkLst>
            <pc:docMk/>
            <pc:sldMk cId="1045013573" sldId="281"/>
            <ac:spMk id="2" creationId="{8AE1D70E-C040-1542-B36E-7DDF82084F61}"/>
          </ac:spMkLst>
        </pc:spChg>
        <pc:spChg chg="add mod">
          <ac:chgData name="Georges MATHIO" userId="1057b68d-d9cf-4cd5-bc4c-3fe68ec33e97" providerId="ADAL" clId="{E4CBAAB2-0D05-4557-A93D-90B6848AB53B}" dt="2023-11-29T21:19:52.265" v="1558" actId="114"/>
          <ac:spMkLst>
            <pc:docMk/>
            <pc:sldMk cId="1045013573" sldId="281"/>
            <ac:spMk id="3" creationId="{AB56938B-C658-9470-E923-AB8730122085}"/>
          </ac:spMkLst>
        </pc:spChg>
        <pc:spChg chg="mod">
          <ac:chgData name="Georges MATHIO" userId="1057b68d-d9cf-4cd5-bc4c-3fe68ec33e97" providerId="ADAL" clId="{E4CBAAB2-0D05-4557-A93D-90B6848AB53B}" dt="2023-11-29T21:40:47.338" v="2027" actId="6549"/>
          <ac:spMkLst>
            <pc:docMk/>
            <pc:sldMk cId="1045013573" sldId="281"/>
            <ac:spMk id="6" creationId="{F70B845A-EE3D-77EF-ECA9-E34AE1296D4D}"/>
          </ac:spMkLst>
        </pc:spChg>
        <pc:spChg chg="add mod">
          <ac:chgData name="Georges MATHIO" userId="1057b68d-d9cf-4cd5-bc4c-3fe68ec33e97" providerId="ADAL" clId="{E4CBAAB2-0D05-4557-A93D-90B6848AB53B}" dt="2023-11-29T21:48:35.073" v="2439"/>
          <ac:spMkLst>
            <pc:docMk/>
            <pc:sldMk cId="1045013573" sldId="281"/>
            <ac:spMk id="8" creationId="{0BFA75DF-C87F-C2CD-889D-BB337FC97A8D}"/>
          </ac:spMkLst>
        </pc:spChg>
        <pc:spChg chg="add mod">
          <ac:chgData name="Georges MATHIO" userId="1057b68d-d9cf-4cd5-bc4c-3fe68ec33e97" providerId="ADAL" clId="{E4CBAAB2-0D05-4557-A93D-90B6848AB53B}" dt="2023-11-29T21:48:35.073" v="2439"/>
          <ac:spMkLst>
            <pc:docMk/>
            <pc:sldMk cId="1045013573" sldId="281"/>
            <ac:spMk id="9" creationId="{926EE8F0-2F59-CE04-DD50-5F91E4D14BE2}"/>
          </ac:spMkLst>
        </pc:spChg>
        <pc:spChg chg="del mod">
          <ac:chgData name="Georges MATHIO" userId="1057b68d-d9cf-4cd5-bc4c-3fe68ec33e97" providerId="ADAL" clId="{E4CBAAB2-0D05-4557-A93D-90B6848AB53B}" dt="2023-11-29T21:48:34.665" v="2438" actId="478"/>
          <ac:spMkLst>
            <pc:docMk/>
            <pc:sldMk cId="1045013573" sldId="281"/>
            <ac:spMk id="10" creationId="{1BE161CE-9DF2-30A5-CB93-E34BCEEA9E69}"/>
          </ac:spMkLst>
        </pc:spChg>
        <pc:spChg chg="del mod">
          <ac:chgData name="Georges MATHIO" userId="1057b68d-d9cf-4cd5-bc4c-3fe68ec33e97" providerId="ADAL" clId="{E4CBAAB2-0D05-4557-A93D-90B6848AB53B}" dt="2023-11-29T21:48:34.665" v="2438" actId="478"/>
          <ac:spMkLst>
            <pc:docMk/>
            <pc:sldMk cId="1045013573" sldId="281"/>
            <ac:spMk id="11" creationId="{3BDEC5D5-BF8E-0204-4176-73A7DB110090}"/>
          </ac:spMkLst>
        </pc:spChg>
        <pc:spChg chg="del">
          <ac:chgData name="Georges MATHIO" userId="1057b68d-d9cf-4cd5-bc4c-3fe68ec33e97" providerId="ADAL" clId="{E4CBAAB2-0D05-4557-A93D-90B6848AB53B}" dt="2023-11-29T21:19:58.056" v="1559" actId="478"/>
          <ac:spMkLst>
            <pc:docMk/>
            <pc:sldMk cId="1045013573" sldId="281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E4CBAAB2-0D05-4557-A93D-90B6848AB53B}" dt="2023-11-29T21:40:51.076" v="2028" actId="1076"/>
          <ac:picMkLst>
            <pc:docMk/>
            <pc:sldMk cId="1045013573" sldId="281"/>
            <ac:picMk id="7" creationId="{1BB8A044-7058-306D-623A-64AD024D8C2F}"/>
          </ac:picMkLst>
        </pc:picChg>
        <pc:picChg chg="add del mod">
          <ac:chgData name="Georges MATHIO" userId="1057b68d-d9cf-4cd5-bc4c-3fe68ec33e97" providerId="ADAL" clId="{E4CBAAB2-0D05-4557-A93D-90B6848AB53B}" dt="2023-11-29T21:33:18.818" v="1608" actId="478"/>
          <ac:picMkLst>
            <pc:docMk/>
            <pc:sldMk cId="1045013573" sldId="281"/>
            <ac:picMk id="1026" creationId="{42A88DE5-44F9-1FAE-F384-AE95B4AB4364}"/>
          </ac:picMkLst>
        </pc:picChg>
        <pc:picChg chg="add del">
          <ac:chgData name="Georges MATHIO" userId="1057b68d-d9cf-4cd5-bc4c-3fe68ec33e97" providerId="ADAL" clId="{E4CBAAB2-0D05-4557-A93D-90B6848AB53B}" dt="2023-11-29T21:41:43.596" v="2036"/>
          <ac:picMkLst>
            <pc:docMk/>
            <pc:sldMk cId="1045013573" sldId="281"/>
            <ac:picMk id="1028" creationId="{438DA1D0-BEEE-F125-647E-3DF0FDF247C7}"/>
          </ac:picMkLst>
        </pc:picChg>
      </pc:sldChg>
      <pc:sldChg chg="delSp modSp add mod ord">
        <pc:chgData name="Georges MATHIO" userId="1057b68d-d9cf-4cd5-bc4c-3fe68ec33e97" providerId="ADAL" clId="{E4CBAAB2-0D05-4557-A93D-90B6848AB53B}" dt="2023-11-29T21:53:00.812" v="2653" actId="113"/>
        <pc:sldMkLst>
          <pc:docMk/>
          <pc:sldMk cId="3902244241" sldId="282"/>
        </pc:sldMkLst>
        <pc:spChg chg="mod">
          <ac:chgData name="Georges MATHIO" userId="1057b68d-d9cf-4cd5-bc4c-3fe68ec33e97" providerId="ADAL" clId="{E4CBAAB2-0D05-4557-A93D-90B6848AB53B}" dt="2023-11-29T21:42:06.343" v="2059" actId="20577"/>
          <ac:spMkLst>
            <pc:docMk/>
            <pc:sldMk cId="3902244241" sldId="282"/>
            <ac:spMk id="2" creationId="{8AE1D70E-C040-1542-B36E-7DDF82084F61}"/>
          </ac:spMkLst>
        </pc:spChg>
        <pc:spChg chg="mod">
          <ac:chgData name="Georges MATHIO" userId="1057b68d-d9cf-4cd5-bc4c-3fe68ec33e97" providerId="ADAL" clId="{E4CBAAB2-0D05-4557-A93D-90B6848AB53B}" dt="2023-11-29T21:42:19.047" v="2078" actId="20577"/>
          <ac:spMkLst>
            <pc:docMk/>
            <pc:sldMk cId="3902244241" sldId="282"/>
            <ac:spMk id="3" creationId="{AB56938B-C658-9470-E923-AB8730122085}"/>
          </ac:spMkLst>
        </pc:spChg>
        <pc:spChg chg="mod">
          <ac:chgData name="Georges MATHIO" userId="1057b68d-d9cf-4cd5-bc4c-3fe68ec33e97" providerId="ADAL" clId="{E4CBAAB2-0D05-4557-A93D-90B6848AB53B}" dt="2023-11-29T21:53:00.812" v="2653" actId="113"/>
          <ac:spMkLst>
            <pc:docMk/>
            <pc:sldMk cId="3902244241" sldId="282"/>
            <ac:spMk id="6" creationId="{F70B845A-EE3D-77EF-ECA9-E34AE1296D4D}"/>
          </ac:spMkLst>
        </pc:spChg>
        <pc:spChg chg="mod">
          <ac:chgData name="Georges MATHIO" userId="1057b68d-d9cf-4cd5-bc4c-3fe68ec33e97" providerId="ADAL" clId="{E4CBAAB2-0D05-4557-A93D-90B6848AB53B}" dt="2023-11-29T21:48:22.079" v="2437" actId="1038"/>
          <ac:spMkLst>
            <pc:docMk/>
            <pc:sldMk cId="3902244241" sldId="282"/>
            <ac:spMk id="10" creationId="{1BE161CE-9DF2-30A5-CB93-E34BCEEA9E69}"/>
          </ac:spMkLst>
        </pc:spChg>
        <pc:picChg chg="del">
          <ac:chgData name="Georges MATHIO" userId="1057b68d-d9cf-4cd5-bc4c-3fe68ec33e97" providerId="ADAL" clId="{E4CBAAB2-0D05-4557-A93D-90B6848AB53B}" dt="2023-11-29T21:43:08.005" v="2195" actId="478"/>
          <ac:picMkLst>
            <pc:docMk/>
            <pc:sldMk cId="3902244241" sldId="282"/>
            <ac:picMk id="7" creationId="{1BB8A044-7058-306D-623A-64AD024D8C2F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EF3E13BE-AE1A-0111-C264-E5428690C064}"/>
    <pc:docChg chg="modSld">
      <pc:chgData name="Georges MATHIO" userId="S::georges.mathio@estia.fr::1057b68d-d9cf-4cd5-bc4c-3fe68ec33e97" providerId="AD" clId="Web-{EF3E13BE-AE1A-0111-C264-E5428690C064}" dt="2023-11-28T15:20:26.551" v="0" actId="1076"/>
      <pc:docMkLst>
        <pc:docMk/>
      </pc:docMkLst>
      <pc:sldChg chg="modSp">
        <pc:chgData name="Georges MATHIO" userId="S::georges.mathio@estia.fr::1057b68d-d9cf-4cd5-bc4c-3fe68ec33e97" providerId="AD" clId="Web-{EF3E13BE-AE1A-0111-C264-E5428690C064}" dt="2023-11-28T15:20:26.551" v="0" actId="1076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F3E13BE-AE1A-0111-C264-E5428690C064}" dt="2023-11-28T15:20:26.551" v="0" actId="1076"/>
          <ac:spMkLst>
            <pc:docMk/>
            <pc:sldMk cId="1018468898" sldId="261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B27BBA7F-D267-5179-4C72-E136F7A610B5}"/>
    <pc:docChg chg="addSld delSld modSld">
      <pc:chgData name="Georges MATHIO" userId="S::georges.mathio@estia.fr::1057b68d-d9cf-4cd5-bc4c-3fe68ec33e97" providerId="AD" clId="Web-{B27BBA7F-D267-5179-4C72-E136F7A610B5}" dt="2023-11-05T21:47:18.535" v="321" actId="20577"/>
      <pc:docMkLst>
        <pc:docMk/>
      </pc:docMkLst>
      <pc:sldChg chg="addSp modSp mod setBg">
        <pc:chgData name="Georges MATHIO" userId="S::georges.mathio@estia.fr::1057b68d-d9cf-4cd5-bc4c-3fe68ec33e97" providerId="AD" clId="Web-{B27BBA7F-D267-5179-4C72-E136F7A610B5}" dt="2023-11-05T21:40:56.271" v="22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B27BBA7F-D267-5179-4C72-E136F7A610B5}" dt="2023-11-05T21:40:02.581" v="215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B27BBA7F-D267-5179-4C72-E136F7A610B5}" dt="2023-11-05T21:40:02.581" v="215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S::georges.mathio@estia.fr::1057b68d-d9cf-4cd5-bc4c-3fe68ec33e97" providerId="AD" clId="Web-{B27BBA7F-D267-5179-4C72-E136F7A610B5}" dt="2023-11-05T21:40:56.271" v="226"/>
          <ac:picMkLst>
            <pc:docMk/>
            <pc:sldMk cId="2526593619" sldId="256"/>
            <ac:picMk id="5" creationId="{5CB1AC24-126F-9F94-F4B8-A784E36272A9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18.966" v="31"/>
        <pc:sldMkLst>
          <pc:docMk/>
          <pc:sldMk cId="1554076419" sldId="258"/>
        </pc:sldMkLst>
      </pc:sldChg>
      <pc:sldChg chg="del">
        <pc:chgData name="Georges MATHIO" userId="S::georges.mathio@estia.fr::1057b68d-d9cf-4cd5-bc4c-3fe68ec33e97" providerId="AD" clId="Web-{B27BBA7F-D267-5179-4C72-E136F7A610B5}" dt="2023-11-05T19:59:19.701" v="32"/>
        <pc:sldMkLst>
          <pc:docMk/>
          <pc:sldMk cId="2482283123" sldId="259"/>
        </pc:sldMkLst>
      </pc:sldChg>
      <pc:sldChg chg="delSp modSp del">
        <pc:chgData name="Georges MATHIO" userId="S::georges.mathio@estia.fr::1057b68d-d9cf-4cd5-bc4c-3fe68ec33e97" providerId="AD" clId="Web-{B27BBA7F-D267-5179-4C72-E136F7A610B5}" dt="2023-11-05T19:59:14.857" v="28"/>
        <pc:sldMkLst>
          <pc:docMk/>
          <pc:sldMk cId="319033476" sldId="260"/>
        </pc:sldMkLst>
        <pc:spChg chg="mod">
          <ac:chgData name="Georges MATHIO" userId="S::georges.mathio@estia.fr::1057b68d-d9cf-4cd5-bc4c-3fe68ec33e97" providerId="AD" clId="Web-{B27BBA7F-D267-5179-4C72-E136F7A610B5}" dt="2023-11-05T19:59:12.810" v="27" actId="2057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S::georges.mathio@estia.fr::1057b68d-d9cf-4cd5-bc4c-3fe68ec33e97" providerId="AD" clId="Web-{B27BBA7F-D267-5179-4C72-E136F7A610B5}" dt="2023-11-05T19:59:07.309" v="26"/>
          <ac:spMkLst>
            <pc:docMk/>
            <pc:sldMk cId="319033476" sldId="260"/>
            <ac:spMk id="10" creationId="{C5311046-E730-ED12-CF8A-7238F55775CD}"/>
          </ac:spMkLst>
        </pc:spChg>
      </pc:sldChg>
      <pc:sldChg chg="addSp delSp modSp">
        <pc:chgData name="Georges MATHIO" userId="S::georges.mathio@estia.fr::1057b68d-d9cf-4cd5-bc4c-3fe68ec33e97" providerId="AD" clId="Web-{B27BBA7F-D267-5179-4C72-E136F7A610B5}" dt="2023-11-05T20:50:38.511" v="203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B27BBA7F-D267-5179-4C72-E136F7A610B5}" dt="2023-11-05T20:03:25.104" v="39" actId="20577"/>
          <ac:spMkLst>
            <pc:docMk/>
            <pc:sldMk cId="1018468898" sldId="261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B27BBA7F-D267-5179-4C72-E136F7A610B5}" dt="2023-11-05T20:50:38.511" v="203" actId="20577"/>
          <ac:spMkLst>
            <pc:docMk/>
            <pc:sldMk cId="1018468898" sldId="261"/>
            <ac:spMk id="3" creationId="{B5620FEA-FA3C-B3F6-C2FC-F9D51C3D46CB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6.037" v="83"/>
          <ac:spMkLst>
            <pc:docMk/>
            <pc:sldMk cId="1018468898" sldId="261"/>
            <ac:spMk id="5" creationId="{0BC24324-4B72-8229-AF06-D03DD20A745C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5.177" v="82"/>
          <ac:spMkLst>
            <pc:docMk/>
            <pc:sldMk cId="1018468898" sldId="261"/>
            <ac:spMk id="8" creationId="{1E9F6BEE-3DDC-B917-BB28-FDDE3479E527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9.303" v="84"/>
          <ac:spMkLst>
            <pc:docMk/>
            <pc:sldMk cId="1018468898" sldId="261"/>
            <ac:spMk id="9" creationId="{8B1AF24C-C1D6-F173-D373-628509993929}"/>
          </ac:spMkLst>
        </pc:spChg>
        <pc:spChg chg="add del mod ord">
          <ac:chgData name="Georges MATHIO" userId="S::georges.mathio@estia.fr::1057b68d-d9cf-4cd5-bc4c-3fe68ec33e97" providerId="AD" clId="Web-{B27BBA7F-D267-5179-4C72-E136F7A610B5}" dt="2023-11-05T20:43:53.872" v="101"/>
          <ac:spMkLst>
            <pc:docMk/>
            <pc:sldMk cId="1018468898" sldId="261"/>
            <ac:spMk id="10" creationId="{341E99CD-CAB9-D5A3-2278-20ECD861E968}"/>
          </ac:spMkLst>
        </pc:spChg>
        <pc:spChg chg="add mod ord topLvl">
          <ac:chgData name="Georges MATHIO" userId="S::georges.mathio@estia.fr::1057b68d-d9cf-4cd5-bc4c-3fe68ec33e97" providerId="AD" clId="Web-{B27BBA7F-D267-5179-4C72-E136F7A610B5}" dt="2023-11-05T20:45:12.812" v="118" actId="1076"/>
          <ac:spMkLst>
            <pc:docMk/>
            <pc:sldMk cId="1018468898" sldId="261"/>
            <ac:spMk id="12" creationId="{29653E2C-D912-81DB-1716-75E4746FF989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7:41.317" v="135"/>
          <ac:spMkLst>
            <pc:docMk/>
            <pc:sldMk cId="1018468898" sldId="261"/>
            <ac:spMk id="15" creationId="{6FC2A128-1F70-3E6A-C629-D84FACA0066B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7:52.005" v="137" actId="1076"/>
          <ac:spMkLst>
            <pc:docMk/>
            <pc:sldMk cId="1018468898" sldId="261"/>
            <ac:spMk id="16" creationId="{6E1B39EC-EDE0-1A9A-4E38-97F8D7E2166B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8:00.036" v="139" actId="1076"/>
          <ac:spMkLst>
            <pc:docMk/>
            <pc:sldMk cId="1018468898" sldId="261"/>
            <ac:spMk id="17" creationId="{6A81EA13-CBCC-947A-51EF-35597D1DA04E}"/>
          </ac:spMkLst>
        </pc:spChg>
        <pc:grpChg chg="add del mod">
          <ac:chgData name="Georges MATHIO" userId="S::georges.mathio@estia.fr::1057b68d-d9cf-4cd5-bc4c-3fe68ec33e97" providerId="AD" clId="Web-{B27BBA7F-D267-5179-4C72-E136F7A610B5}" dt="2023-11-05T20:45:05.468" v="114"/>
          <ac:grpSpMkLst>
            <pc:docMk/>
            <pc:sldMk cId="1018468898" sldId="261"/>
            <ac:grpSpMk id="13" creationId="{3DB3FC2F-29F7-6EFD-9A60-20F531A61236}"/>
          </ac:grpSpMkLst>
        </pc:grpChg>
        <pc:picChg chg="add del mod">
          <ac:chgData name="Georges MATHIO" userId="S::georges.mathio@estia.fr::1057b68d-d9cf-4cd5-bc4c-3fe68ec33e97" providerId="AD" clId="Web-{B27BBA7F-D267-5179-4C72-E136F7A610B5}" dt="2023-11-05T20:42:40.008" v="91"/>
          <ac:picMkLst>
            <pc:docMk/>
            <pc:sldMk cId="1018468898" sldId="261"/>
            <ac:picMk id="6" creationId="{D7BA0221-0DAA-0BF4-D679-9FC3B4B1397B}"/>
          </ac:picMkLst>
        </pc:picChg>
        <pc:picChg chg="add del mod">
          <ac:chgData name="Georges MATHIO" userId="S::georges.mathio@estia.fr::1057b68d-d9cf-4cd5-bc4c-3fe68ec33e97" providerId="AD" clId="Web-{B27BBA7F-D267-5179-4C72-E136F7A610B5}" dt="2023-11-05T20:32:25.095" v="73"/>
          <ac:picMkLst>
            <pc:docMk/>
            <pc:sldMk cId="1018468898" sldId="261"/>
            <ac:picMk id="7" creationId="{9DF59075-6984-7415-4159-6F32CE7F026D}"/>
          </ac:picMkLst>
        </pc:picChg>
        <pc:picChg chg="add mod topLvl">
          <ac:chgData name="Georges MATHIO" userId="S::georges.mathio@estia.fr::1057b68d-d9cf-4cd5-bc4c-3fe68ec33e97" providerId="AD" clId="Web-{B27BBA7F-D267-5179-4C72-E136F7A610B5}" dt="2023-11-05T20:45:23.390" v="120" actId="1076"/>
          <ac:picMkLst>
            <pc:docMk/>
            <pc:sldMk cId="1018468898" sldId="261"/>
            <ac:picMk id="11" creationId="{680F9300-14E0-9D84-F611-0C4A1D2A5DD5}"/>
          </ac:picMkLst>
        </pc:picChg>
        <pc:picChg chg="add del mod">
          <ac:chgData name="Georges MATHIO" userId="S::georges.mathio@estia.fr::1057b68d-d9cf-4cd5-bc4c-3fe68ec33e97" providerId="AD" clId="Web-{B27BBA7F-D267-5179-4C72-E136F7A610B5}" dt="2023-11-05T20:45:33" v="122"/>
          <ac:picMkLst>
            <pc:docMk/>
            <pc:sldMk cId="1018468898" sldId="261"/>
            <ac:picMk id="14" creationId="{808711F1-7E67-7331-C5D1-4693BFF93738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21.716" v="33"/>
        <pc:sldMkLst>
          <pc:docMk/>
          <pc:sldMk cId="340622423" sldId="262"/>
        </pc:sldMkLst>
      </pc:sldChg>
      <pc:sldChg chg="addSp delSp modSp add replId">
        <pc:chgData name="Georges MATHIO" userId="S::georges.mathio@estia.fr::1057b68d-d9cf-4cd5-bc4c-3fe68ec33e97" providerId="AD" clId="Web-{B27BBA7F-D267-5179-4C72-E136F7A610B5}" dt="2023-11-05T21:47:18.535" v="321" actId="20577"/>
        <pc:sldMkLst>
          <pc:docMk/>
          <pc:sldMk cId="1104381753" sldId="262"/>
        </pc:sldMkLst>
        <pc:spChg chg="mod">
          <ac:chgData name="Georges MATHIO" userId="S::georges.mathio@estia.fr::1057b68d-d9cf-4cd5-bc4c-3fe68ec33e97" providerId="AD" clId="Web-{B27BBA7F-D267-5179-4C72-E136F7A610B5}" dt="2023-11-05T21:41:49.632" v="236" actId="20577"/>
          <ac:spMkLst>
            <pc:docMk/>
            <pc:sldMk cId="1104381753" sldId="262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B27BBA7F-D267-5179-4C72-E136F7A610B5}" dt="2023-11-05T21:44:48.530" v="285" actId="20577"/>
          <ac:spMkLst>
            <pc:docMk/>
            <pc:sldMk cId="1104381753" sldId="262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6.914" v="241"/>
          <ac:spMkLst>
            <pc:docMk/>
            <pc:sldMk cId="1104381753" sldId="262"/>
            <ac:spMk id="12" creationId="{29653E2C-D912-81DB-1716-75E4746FF989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4.413" v="239"/>
          <ac:spMkLst>
            <pc:docMk/>
            <pc:sldMk cId="1104381753" sldId="262"/>
            <ac:spMk id="15" creationId="{6FC2A128-1F70-3E6A-C629-D84FACA0066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2.335" v="238"/>
          <ac:spMkLst>
            <pc:docMk/>
            <pc:sldMk cId="1104381753" sldId="262"/>
            <ac:spMk id="16" creationId="{6E1B39EC-EDE0-1A9A-4E38-97F8D7E2166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6.054" v="240"/>
          <ac:spMkLst>
            <pc:docMk/>
            <pc:sldMk cId="1104381753" sldId="262"/>
            <ac:spMk id="17" creationId="{6A81EA13-CBCC-947A-51EF-35597D1DA04E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1:46:52.909" v="311" actId="20577"/>
          <ac:spMkLst>
            <pc:docMk/>
            <pc:sldMk cId="1104381753" sldId="262"/>
            <ac:spMk id="363" creationId="{28D59067-446A-B81F-4E7F-8B6511B3D0C1}"/>
          </ac:spMkLst>
        </pc:spChg>
        <pc:graphicFrameChg chg="add del mod modGraphic">
          <ac:chgData name="Georges MATHIO" userId="S::georges.mathio@estia.fr::1057b68d-d9cf-4cd5-bc4c-3fe68ec33e97" providerId="AD" clId="Web-{B27BBA7F-D267-5179-4C72-E136F7A610B5}" dt="2023-11-05T21:46:10.361" v="303" actId="1076"/>
          <ac:graphicFrameMkLst>
            <pc:docMk/>
            <pc:sldMk cId="1104381753" sldId="262"/>
            <ac:graphicFrameMk id="5" creationId="{A17FD1F3-74D7-38FA-9394-B97593E781E2}"/>
          </ac:graphicFrameMkLst>
        </pc:graphicFrameChg>
        <pc:graphicFrameChg chg="add mod modGraphic">
          <ac:chgData name="Georges MATHIO" userId="S::georges.mathio@estia.fr::1057b68d-d9cf-4cd5-bc4c-3fe68ec33e97" providerId="AD" clId="Web-{B27BBA7F-D267-5179-4C72-E136F7A610B5}" dt="2023-11-05T21:47:18.535" v="321" actId="20577"/>
          <ac:graphicFrameMkLst>
            <pc:docMk/>
            <pc:sldMk cId="1104381753" sldId="262"/>
            <ac:graphicFrameMk id="364" creationId="{07DA7156-0997-2E20-AD85-AD03EDDDBCC2}"/>
          </ac:graphicFrameMkLst>
        </pc:graphicFrameChg>
        <pc:picChg chg="del">
          <ac:chgData name="Georges MATHIO" userId="S::georges.mathio@estia.fr::1057b68d-d9cf-4cd5-bc4c-3fe68ec33e97" providerId="AD" clId="Web-{B27BBA7F-D267-5179-4C72-E136F7A610B5}" dt="2023-11-05T21:41:50.898" v="237"/>
          <ac:picMkLst>
            <pc:docMk/>
            <pc:sldMk cId="1104381753" sldId="262"/>
            <ac:picMk id="4" creationId="{C76545A6-7767-C8CC-4CA3-607E4E2EBCC7}"/>
          </ac:picMkLst>
        </pc:picChg>
        <pc:picChg chg="del">
          <ac:chgData name="Georges MATHIO" userId="S::georges.mathio@estia.fr::1057b68d-d9cf-4cd5-bc4c-3fe68ec33e97" providerId="AD" clId="Web-{B27BBA7F-D267-5179-4C72-E136F7A610B5}" dt="2023-11-05T21:41:57.820" v="242"/>
          <ac:picMkLst>
            <pc:docMk/>
            <pc:sldMk cId="1104381753" sldId="262"/>
            <ac:picMk id="11" creationId="{680F9300-14E0-9D84-F611-0C4A1D2A5DD5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25.779" v="34"/>
        <pc:sldMkLst>
          <pc:docMk/>
          <pc:sldMk cId="1455700223" sldId="263"/>
        </pc:sldMkLst>
      </pc:sldChg>
      <pc:sldChg chg="del">
        <pc:chgData name="Georges MATHIO" userId="S::georges.mathio@estia.fr::1057b68d-d9cf-4cd5-bc4c-3fe68ec33e97" providerId="AD" clId="Web-{B27BBA7F-D267-5179-4C72-E136F7A610B5}" dt="2023-11-05T20:03:06.182" v="35"/>
        <pc:sldMkLst>
          <pc:docMk/>
          <pc:sldMk cId="4167943880" sldId="264"/>
        </pc:sldMkLst>
      </pc:sldChg>
      <pc:sldChg chg="new del">
        <pc:chgData name="Georges MATHIO" userId="S::georges.mathio@estia.fr::1057b68d-d9cf-4cd5-bc4c-3fe68ec33e97" providerId="AD" clId="Web-{B27BBA7F-D267-5179-4C72-E136F7A610B5}" dt="2023-11-05T19:59:17.622" v="30"/>
        <pc:sldMkLst>
          <pc:docMk/>
          <pc:sldMk cId="597883373" sldId="265"/>
        </pc:sldMkLst>
      </pc:sldChg>
    </pc:docChg>
  </pc:docChgLst>
  <pc:docChgLst>
    <pc:chgData name="Georges MATHIO" userId="S::georges.mathio@estia.fr::1057b68d-d9cf-4cd5-bc4c-3fe68ec33e97" providerId="AD" clId="Web-{5415CA4E-5950-4ED7-23BF-51444E4502B4}"/>
    <pc:docChg chg="modSld">
      <pc:chgData name="Georges MATHIO" userId="S::georges.mathio@estia.fr::1057b68d-d9cf-4cd5-bc4c-3fe68ec33e97" providerId="AD" clId="Web-{5415CA4E-5950-4ED7-23BF-51444E4502B4}" dt="2024-07-18T11:50:37.230" v="5" actId="20577"/>
      <pc:docMkLst>
        <pc:docMk/>
      </pc:docMkLst>
      <pc:sldChg chg="modSp">
        <pc:chgData name="Georges MATHIO" userId="S::georges.mathio@estia.fr::1057b68d-d9cf-4cd5-bc4c-3fe68ec33e97" providerId="AD" clId="Web-{5415CA4E-5950-4ED7-23BF-51444E4502B4}" dt="2024-07-18T11:50:37.230" v="5" actId="20577"/>
        <pc:sldMkLst>
          <pc:docMk/>
          <pc:sldMk cId="3321741863" sldId="278"/>
        </pc:sldMkLst>
        <pc:spChg chg="mod">
          <ac:chgData name="Georges MATHIO" userId="S::georges.mathio@estia.fr::1057b68d-d9cf-4cd5-bc4c-3fe68ec33e97" providerId="AD" clId="Web-{5415CA4E-5950-4ED7-23BF-51444E4502B4}" dt="2024-07-18T11:50:37.230" v="5" actId="20577"/>
          <ac:spMkLst>
            <pc:docMk/>
            <pc:sldMk cId="3321741863" sldId="278"/>
            <ac:spMk id="12" creationId="{E0568965-B3C1-C522-D042-9FFF0D700724}"/>
          </ac:spMkLst>
        </pc:spChg>
      </pc:sldChg>
      <pc:sldChg chg="modSp">
        <pc:chgData name="Georges MATHIO" userId="S::georges.mathio@estia.fr::1057b68d-d9cf-4cd5-bc4c-3fe68ec33e97" providerId="AD" clId="Web-{5415CA4E-5950-4ED7-23BF-51444E4502B4}" dt="2024-07-18T11:50:03.151" v="4" actId="20577"/>
        <pc:sldMkLst>
          <pc:docMk/>
          <pc:sldMk cId="3902244241" sldId="282"/>
        </pc:sldMkLst>
        <pc:spChg chg="mod">
          <ac:chgData name="Georges MATHIO" userId="S::georges.mathio@estia.fr::1057b68d-d9cf-4cd5-bc4c-3fe68ec33e97" providerId="AD" clId="Web-{5415CA4E-5950-4ED7-23BF-51444E4502B4}" dt="2024-07-18T11:50:03.151" v="4" actId="20577"/>
          <ac:spMkLst>
            <pc:docMk/>
            <pc:sldMk cId="3902244241" sldId="282"/>
            <ac:spMk id="6" creationId="{F70B845A-EE3D-77EF-ECA9-E34AE1296D4D}"/>
          </ac:spMkLst>
        </pc:spChg>
      </pc:sldChg>
    </pc:docChg>
  </pc:docChgLst>
  <pc:docChgLst>
    <pc:chgData name="Georges MATHIO" userId="S::georges.mathio@estia.fr::1057b68d-d9cf-4cd5-bc4c-3fe68ec33e97" providerId="AD" clId="Web-{2A1C458D-CD4E-7EE4-7AD4-5A4BF65A98C5}"/>
    <pc:docChg chg="modSld">
      <pc:chgData name="Georges MATHIO" userId="S::georges.mathio@estia.fr::1057b68d-d9cf-4cd5-bc4c-3fe68ec33e97" providerId="AD" clId="Web-{2A1C458D-CD4E-7EE4-7AD4-5A4BF65A98C5}" dt="2023-11-30T10:42:40.183" v="49" actId="20577"/>
      <pc:docMkLst>
        <pc:docMk/>
      </pc:docMkLst>
      <pc:sldChg chg="modSp">
        <pc:chgData name="Georges MATHIO" userId="S::georges.mathio@estia.fr::1057b68d-d9cf-4cd5-bc4c-3fe68ec33e97" providerId="AD" clId="Web-{2A1C458D-CD4E-7EE4-7AD4-5A4BF65A98C5}" dt="2023-11-30T10:42:40.183" v="49" actId="20577"/>
        <pc:sldMkLst>
          <pc:docMk/>
          <pc:sldMk cId="4049105313" sldId="280"/>
        </pc:sldMkLst>
        <pc:spChg chg="mod">
          <ac:chgData name="Georges MATHIO" userId="S::georges.mathio@estia.fr::1057b68d-d9cf-4cd5-bc4c-3fe68ec33e97" providerId="AD" clId="Web-{2A1C458D-CD4E-7EE4-7AD4-5A4BF65A98C5}" dt="2023-11-30T10:42:40.183" v="49" actId="20577"/>
          <ac:spMkLst>
            <pc:docMk/>
            <pc:sldMk cId="4049105313" sldId="280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26FDC1B8-0515-A37E-53C7-229410447ACC}"/>
    <pc:docChg chg="modSld">
      <pc:chgData name="Georges MATHIO" userId="S::georges.mathio@estia.fr::1057b68d-d9cf-4cd5-bc4c-3fe68ec33e97" providerId="AD" clId="Web-{26FDC1B8-0515-A37E-53C7-229410447ACC}" dt="2023-11-29T18:04:30.119" v="98" actId="20577"/>
      <pc:docMkLst>
        <pc:docMk/>
      </pc:docMkLst>
      <pc:sldChg chg="addSp modSp">
        <pc:chgData name="Georges MATHIO" userId="S::georges.mathio@estia.fr::1057b68d-d9cf-4cd5-bc4c-3fe68ec33e97" providerId="AD" clId="Web-{26FDC1B8-0515-A37E-53C7-229410447ACC}" dt="2023-11-29T18:04:30.119" v="98" actId="20577"/>
        <pc:sldMkLst>
          <pc:docMk/>
          <pc:sldMk cId="4245620818" sldId="273"/>
        </pc:sldMkLst>
        <pc:spChg chg="add mod">
          <ac:chgData name="Georges MATHIO" userId="S::georges.mathio@estia.fr::1057b68d-d9cf-4cd5-bc4c-3fe68ec33e97" providerId="AD" clId="Web-{26FDC1B8-0515-A37E-53C7-229410447ACC}" dt="2023-11-29T18:03:12.929" v="55" actId="20577"/>
          <ac:spMkLst>
            <pc:docMk/>
            <pc:sldMk cId="4245620818" sldId="273"/>
            <ac:spMk id="3" creationId="{FA899AF9-F66B-2659-25C2-57BB9A8CBDFD}"/>
          </ac:spMkLst>
        </pc:spChg>
        <pc:spChg chg="mod">
          <ac:chgData name="Georges MATHIO" userId="S::georges.mathio@estia.fr::1057b68d-d9cf-4cd5-bc4c-3fe68ec33e97" providerId="AD" clId="Web-{26FDC1B8-0515-A37E-53C7-229410447ACC}" dt="2023-11-29T18:04:30.119" v="98" actId="20577"/>
          <ac:spMkLst>
            <pc:docMk/>
            <pc:sldMk cId="4245620818" sldId="273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E58C9D61-CF74-9AD5-134B-4989052025B6}"/>
    <pc:docChg chg="modSld">
      <pc:chgData name="Georges MATHIO" userId="S::georges.mathio@estia.fr::1057b68d-d9cf-4cd5-bc4c-3fe68ec33e97" providerId="AD" clId="Web-{E58C9D61-CF74-9AD5-134B-4989052025B6}" dt="2023-11-27T12:17:10.983" v="10"/>
      <pc:docMkLst>
        <pc:docMk/>
      </pc:docMkLst>
      <pc:sldChg chg="addSp delSp modSp">
        <pc:chgData name="Georges MATHIO" userId="S::georges.mathio@estia.fr::1057b68d-d9cf-4cd5-bc4c-3fe68ec33e97" providerId="AD" clId="Web-{E58C9D61-CF74-9AD5-134B-4989052025B6}" dt="2023-11-27T12:17:10.983" v="10"/>
        <pc:sldMkLst>
          <pc:docMk/>
          <pc:sldMk cId="449496007" sldId="279"/>
        </pc:sldMkLst>
        <pc:spChg chg="add del mod">
          <ac:chgData name="Georges MATHIO" userId="S::georges.mathio@estia.fr::1057b68d-d9cf-4cd5-bc4c-3fe68ec33e97" providerId="AD" clId="Web-{E58C9D61-CF74-9AD5-134B-4989052025B6}" dt="2023-11-27T12:17:10.983" v="10"/>
          <ac:spMkLst>
            <pc:docMk/>
            <pc:sldMk cId="449496007" sldId="279"/>
            <ac:spMk id="3" creationId="{FB59B208-E6A1-2BB0-77BE-5D66F55A23A4}"/>
          </ac:spMkLst>
        </pc:spChg>
        <pc:spChg chg="mod">
          <ac:chgData name="Georges MATHIO" userId="S::georges.mathio@estia.fr::1057b68d-d9cf-4cd5-bc4c-3fe68ec33e97" providerId="AD" clId="Web-{E58C9D61-CF74-9AD5-134B-4989052025B6}" dt="2023-11-27T12:16:56.154" v="6" actId="1076"/>
          <ac:spMkLst>
            <pc:docMk/>
            <pc:sldMk cId="449496007" sldId="279"/>
            <ac:spMk id="9" creationId="{B0BE310E-1EF1-9502-9CA3-D3E91A92BC56}"/>
          </ac:spMkLst>
        </pc:spChg>
      </pc:sldChg>
    </pc:docChg>
  </pc:docChgLst>
  <pc:docChgLst>
    <pc:chgData name="Georges MATHIO" userId="S::georges.mathio@estia.fr::1057b68d-d9cf-4cd5-bc4c-3fe68ec33e97" providerId="AD" clId="Web-{38B0D5BC-61CB-9348-9CAD-D2075F53597A}"/>
    <pc:docChg chg="modSld">
      <pc:chgData name="Georges MATHIO" userId="S::georges.mathio@estia.fr::1057b68d-d9cf-4cd5-bc4c-3fe68ec33e97" providerId="AD" clId="Web-{38B0D5BC-61CB-9348-9CAD-D2075F53597A}" dt="2023-11-07T15:00:32.230" v="1"/>
      <pc:docMkLst>
        <pc:docMk/>
      </pc:docMkLst>
      <pc:sldChg chg="addSp delSp">
        <pc:chgData name="Georges MATHIO" userId="S::georges.mathio@estia.fr::1057b68d-d9cf-4cd5-bc4c-3fe68ec33e97" providerId="AD" clId="Web-{38B0D5BC-61CB-9348-9CAD-D2075F53597A}" dt="2023-11-07T15:00:32.230" v="1"/>
        <pc:sldMkLst>
          <pc:docMk/>
          <pc:sldMk cId="1018468898" sldId="261"/>
        </pc:sldMkLst>
        <pc:spChg chg="add del">
          <ac:chgData name="Georges MATHIO" userId="S::georges.mathio@estia.fr::1057b68d-d9cf-4cd5-bc4c-3fe68ec33e97" providerId="AD" clId="Web-{38B0D5BC-61CB-9348-9CAD-D2075F53597A}" dt="2023-11-07T15:00:32.230" v="1"/>
          <ac:spMkLst>
            <pc:docMk/>
            <pc:sldMk cId="1018468898" sldId="261"/>
            <ac:spMk id="12" creationId="{29653E2C-D912-81DB-1716-75E4746FF989}"/>
          </ac:spMkLst>
        </pc:spChg>
      </pc:sldChg>
    </pc:docChg>
  </pc:docChgLst>
  <pc:docChgLst>
    <pc:chgData name="Georges MATHIO" userId="S::georges.mathio@estia.fr::1057b68d-d9cf-4cd5-bc4c-3fe68ec33e97" providerId="AD" clId="Web-{2678B6E9-60D7-11C4-E447-7D835D9E8CFC}"/>
    <pc:docChg chg="modSld">
      <pc:chgData name="Georges MATHIO" userId="S::georges.mathio@estia.fr::1057b68d-d9cf-4cd5-bc4c-3fe68ec33e97" providerId="AD" clId="Web-{2678B6E9-60D7-11C4-E447-7D835D9E8CFC}" dt="2023-11-07T14:23:39.385" v="9" actId="1076"/>
      <pc:docMkLst>
        <pc:docMk/>
      </pc:docMkLst>
      <pc:sldChg chg="addSp modSp">
        <pc:chgData name="Georges MATHIO" userId="S::georges.mathio@estia.fr::1057b68d-d9cf-4cd5-bc4c-3fe68ec33e97" providerId="AD" clId="Web-{2678B6E9-60D7-11C4-E447-7D835D9E8CFC}" dt="2023-11-07T14:23:39.385" v="9" actId="1076"/>
        <pc:sldMkLst>
          <pc:docMk/>
          <pc:sldMk cId="1691909115" sldId="274"/>
        </pc:sldMkLst>
        <pc:picChg chg="add mod">
          <ac:chgData name="Georges MATHIO" userId="S::georges.mathio@estia.fr::1057b68d-d9cf-4cd5-bc4c-3fe68ec33e97" providerId="AD" clId="Web-{2678B6E9-60D7-11C4-E447-7D835D9E8CFC}" dt="2023-11-07T14:23:35.573" v="8" actId="1076"/>
          <ac:picMkLst>
            <pc:docMk/>
            <pc:sldMk cId="1691909115" sldId="274"/>
            <ac:picMk id="3" creationId="{90C195DF-DA86-2994-E50C-23B6278D1C09}"/>
          </ac:picMkLst>
        </pc:picChg>
        <pc:picChg chg="add mod">
          <ac:chgData name="Georges MATHIO" userId="S::georges.mathio@estia.fr::1057b68d-d9cf-4cd5-bc4c-3fe68ec33e97" providerId="AD" clId="Web-{2678B6E9-60D7-11C4-E447-7D835D9E8CFC}" dt="2023-11-07T14:23:34.385" v="7" actId="1076"/>
          <ac:picMkLst>
            <pc:docMk/>
            <pc:sldMk cId="1691909115" sldId="274"/>
            <ac:picMk id="4" creationId="{FE01F8BE-BF6E-3886-D97A-D326E17440C8}"/>
          </ac:picMkLst>
        </pc:picChg>
        <pc:picChg chg="mod">
          <ac:chgData name="Georges MATHIO" userId="S::georges.mathio@estia.fr::1057b68d-d9cf-4cd5-bc4c-3fe68ec33e97" providerId="AD" clId="Web-{2678B6E9-60D7-11C4-E447-7D835D9E8CFC}" dt="2023-11-07T14:23:09.087" v="4" actId="1076"/>
          <ac:picMkLst>
            <pc:docMk/>
            <pc:sldMk cId="1691909115" sldId="274"/>
            <ac:picMk id="6" creationId="{9BF96C06-565D-701E-9A05-A0D9D7D80722}"/>
          </ac:picMkLst>
        </pc:picChg>
        <pc:picChg chg="mod">
          <ac:chgData name="Georges MATHIO" userId="S::georges.mathio@estia.fr::1057b68d-d9cf-4cd5-bc4c-3fe68ec33e97" providerId="AD" clId="Web-{2678B6E9-60D7-11C4-E447-7D835D9E8CFC}" dt="2023-11-07T14:23:39.385" v="9" actId="1076"/>
          <ac:picMkLst>
            <pc:docMk/>
            <pc:sldMk cId="1691909115" sldId="274"/>
            <ac:picMk id="8" creationId="{F7587780-EC2D-8422-0F45-7F8FD1C96997}"/>
          </ac:picMkLst>
        </pc:picChg>
      </pc:sldChg>
    </pc:docChg>
  </pc:docChgLst>
  <pc:docChgLst>
    <pc:chgData name="Georges MATHIO" userId="1057b68d-d9cf-4cd5-bc4c-3fe68ec33e97" providerId="ADAL" clId="{B1825C25-8F2F-477C-83B1-7FAE8036AAEA}"/>
    <pc:docChg chg="undo redo custSel addSld delSld modSld sldOrd modMainMaster">
      <pc:chgData name="Georges MATHIO" userId="1057b68d-d9cf-4cd5-bc4c-3fe68ec33e97" providerId="ADAL" clId="{B1825C25-8F2F-477C-83B1-7FAE8036AAEA}" dt="2023-11-07T14:43:36.692" v="3360" actId="20577"/>
      <pc:docMkLst>
        <pc:docMk/>
      </pc:docMkLst>
      <pc:sldChg chg="modSp mod">
        <pc:chgData name="Georges MATHIO" userId="1057b68d-d9cf-4cd5-bc4c-3fe68ec33e97" providerId="ADAL" clId="{B1825C25-8F2F-477C-83B1-7FAE8036AAEA}" dt="2023-11-05T22:42:25.560" v="1218" actId="113"/>
        <pc:sldMkLst>
          <pc:docMk/>
          <pc:sldMk cId="1018468898" sldId="261"/>
        </pc:sldMkLst>
        <pc:spChg chg="mod">
          <ac:chgData name="Georges MATHIO" userId="1057b68d-d9cf-4cd5-bc4c-3fe68ec33e97" providerId="ADAL" clId="{B1825C25-8F2F-477C-83B1-7FAE8036AAEA}" dt="2023-11-05T22:42:25.560" v="1218" actId="113"/>
          <ac:spMkLst>
            <pc:docMk/>
            <pc:sldMk cId="1018468898" sldId="261"/>
            <ac:spMk id="3" creationId="{B5620FEA-FA3C-B3F6-C2FC-F9D51C3D46CB}"/>
          </ac:spMkLst>
        </pc:spChg>
        <pc:picChg chg="mod">
          <ac:chgData name="Georges MATHIO" userId="1057b68d-d9cf-4cd5-bc4c-3fe68ec33e97" providerId="ADAL" clId="{B1825C25-8F2F-477C-83B1-7FAE8036AAEA}" dt="2023-11-05T20:30:02.419" v="43" actId="14861"/>
          <ac:picMkLst>
            <pc:docMk/>
            <pc:sldMk cId="1018468898" sldId="261"/>
            <ac:picMk id="6" creationId="{D7BA0221-0DAA-0BF4-D679-9FC3B4B1397B}"/>
          </ac:picMkLst>
        </pc:picChg>
      </pc:sldChg>
      <pc:sldChg chg="modSp mod">
        <pc:chgData name="Georges MATHIO" userId="1057b68d-d9cf-4cd5-bc4c-3fe68ec33e97" providerId="ADAL" clId="{B1825C25-8F2F-477C-83B1-7FAE8036AAEA}" dt="2023-11-05T22:11:08.525" v="409" actId="5736"/>
        <pc:sldMkLst>
          <pc:docMk/>
          <pc:sldMk cId="1104381753" sldId="262"/>
        </pc:sldMkLst>
        <pc:graphicFrameChg chg="mod modGraphic">
          <ac:chgData name="Georges MATHIO" userId="1057b68d-d9cf-4cd5-bc4c-3fe68ec33e97" providerId="ADAL" clId="{B1825C25-8F2F-477C-83B1-7FAE8036AAEA}" dt="2023-11-05T21:50:37.572" v="118" actId="113"/>
          <ac:graphicFrameMkLst>
            <pc:docMk/>
            <pc:sldMk cId="1104381753" sldId="262"/>
            <ac:graphicFrameMk id="5" creationId="{A17FD1F3-74D7-38FA-9394-B97593E781E2}"/>
          </ac:graphicFrameMkLst>
        </pc:graphicFrameChg>
        <pc:graphicFrameChg chg="mod">
          <ac:chgData name="Georges MATHIO" userId="1057b68d-d9cf-4cd5-bc4c-3fe68ec33e97" providerId="ADAL" clId="{B1825C25-8F2F-477C-83B1-7FAE8036AAEA}" dt="2023-11-05T22:11:08.525" v="409" actId="5736"/>
          <ac:graphicFrameMkLst>
            <pc:docMk/>
            <pc:sldMk cId="1104381753" sldId="262"/>
            <ac:graphicFrameMk id="364" creationId="{07DA7156-0997-2E20-AD85-AD03EDDDBCC2}"/>
          </ac:graphicFrameMkLst>
        </pc:graphicFrameChg>
      </pc:sldChg>
      <pc:sldChg chg="addSp delSp modSp add mod">
        <pc:chgData name="Georges MATHIO" userId="1057b68d-d9cf-4cd5-bc4c-3fe68ec33e97" providerId="ADAL" clId="{B1825C25-8F2F-477C-83B1-7FAE8036AAEA}" dt="2023-11-05T22:13:55.436" v="433" actId="1076"/>
        <pc:sldMkLst>
          <pc:docMk/>
          <pc:sldMk cId="339944523" sldId="263"/>
        </pc:sldMkLst>
        <pc:spChg chg="mod">
          <ac:chgData name="Georges MATHIO" userId="1057b68d-d9cf-4cd5-bc4c-3fe68ec33e97" providerId="ADAL" clId="{B1825C25-8F2F-477C-83B1-7FAE8036AAEA}" dt="2023-11-05T22:00:38.021" v="200" actId="20577"/>
          <ac:spMkLst>
            <pc:docMk/>
            <pc:sldMk cId="339944523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B1825C25-8F2F-477C-83B1-7FAE8036AAEA}" dt="2023-11-05T22:01:06.782" v="228" actId="113"/>
          <ac:spMkLst>
            <pc:docMk/>
            <pc:sldMk cId="339944523" sldId="263"/>
            <ac:spMk id="3" creationId="{B5620FEA-FA3C-B3F6-C2FC-F9D51C3D46CB}"/>
          </ac:spMkLst>
        </pc:spChg>
        <pc:spChg chg="add mod">
          <ac:chgData name="Georges MATHIO" userId="1057b68d-d9cf-4cd5-bc4c-3fe68ec33e97" providerId="ADAL" clId="{B1825C25-8F2F-477C-83B1-7FAE8036AAEA}" dt="2023-11-05T22:06:18.345" v="256" actId="1076"/>
          <ac:spMkLst>
            <pc:docMk/>
            <pc:sldMk cId="339944523" sldId="263"/>
            <ac:spMk id="6" creationId="{3C77ECBB-647C-438C-F32A-95CBED5A2EE8}"/>
          </ac:spMkLst>
        </pc:spChg>
        <pc:spChg chg="add mod">
          <ac:chgData name="Georges MATHIO" userId="1057b68d-d9cf-4cd5-bc4c-3fe68ec33e97" providerId="ADAL" clId="{B1825C25-8F2F-477C-83B1-7FAE8036AAEA}" dt="2023-11-05T22:07:10.821" v="280" actId="1076"/>
          <ac:spMkLst>
            <pc:docMk/>
            <pc:sldMk cId="339944523" sldId="263"/>
            <ac:spMk id="7" creationId="{83C8284C-2CB7-75B3-A59F-C35E43FE642B}"/>
          </ac:spMkLst>
        </pc:spChg>
        <pc:spChg chg="add mod">
          <ac:chgData name="Georges MATHIO" userId="1057b68d-d9cf-4cd5-bc4c-3fe68ec33e97" providerId="ADAL" clId="{B1825C25-8F2F-477C-83B1-7FAE8036AAEA}" dt="2023-11-05T22:07:43.104" v="304" actId="1076"/>
          <ac:spMkLst>
            <pc:docMk/>
            <pc:sldMk cId="339944523" sldId="263"/>
            <ac:spMk id="8" creationId="{5B263B9D-786B-2AB7-06FE-0151F28CF625}"/>
          </ac:spMkLst>
        </pc:spChg>
        <pc:spChg chg="add mod">
          <ac:chgData name="Georges MATHIO" userId="1057b68d-d9cf-4cd5-bc4c-3fe68ec33e97" providerId="ADAL" clId="{B1825C25-8F2F-477C-83B1-7FAE8036AAEA}" dt="2023-11-05T22:08:11.862" v="321" actId="1076"/>
          <ac:spMkLst>
            <pc:docMk/>
            <pc:sldMk cId="339944523" sldId="263"/>
            <ac:spMk id="9" creationId="{6B9BB17D-0B23-B857-A67D-46008F9C8541}"/>
          </ac:spMkLst>
        </pc:spChg>
        <pc:spChg chg="add del mod">
          <ac:chgData name="Georges MATHIO" userId="1057b68d-d9cf-4cd5-bc4c-3fe68ec33e97" providerId="ADAL" clId="{B1825C25-8F2F-477C-83B1-7FAE8036AAEA}" dt="2023-11-05T22:08:21.993" v="323"/>
          <ac:spMkLst>
            <pc:docMk/>
            <pc:sldMk cId="339944523" sldId="263"/>
            <ac:spMk id="10" creationId="{DDD6CD36-75FC-8BFB-AC10-B0ACFC61BA37}"/>
          </ac:spMkLst>
        </pc:spChg>
        <pc:spChg chg="add mod">
          <ac:chgData name="Georges MATHIO" userId="1057b68d-d9cf-4cd5-bc4c-3fe68ec33e97" providerId="ADAL" clId="{B1825C25-8F2F-477C-83B1-7FAE8036AAEA}" dt="2023-11-05T22:13:39.516" v="430" actId="1076"/>
          <ac:spMkLst>
            <pc:docMk/>
            <pc:sldMk cId="339944523" sldId="263"/>
            <ac:spMk id="13" creationId="{0D6C331C-0DC5-2371-614F-14D8D06B9002}"/>
          </ac:spMkLst>
        </pc:spChg>
        <pc:spChg chg="add mod">
          <ac:chgData name="Georges MATHIO" userId="1057b68d-d9cf-4cd5-bc4c-3fe68ec33e97" providerId="ADAL" clId="{B1825C25-8F2F-477C-83B1-7FAE8036AAEA}" dt="2023-11-05T22:13:55.436" v="433" actId="1076"/>
          <ac:spMkLst>
            <pc:docMk/>
            <pc:sldMk cId="339944523" sldId="263"/>
            <ac:spMk id="14" creationId="{21828784-FF4F-BF1E-ADC7-DAB031E2173A}"/>
          </ac:spMkLst>
        </pc:spChg>
        <pc:spChg chg="del">
          <ac:chgData name="Georges MATHIO" userId="1057b68d-d9cf-4cd5-bc4c-3fe68ec33e97" providerId="ADAL" clId="{B1825C25-8F2F-477C-83B1-7FAE8036AAEA}" dt="2023-11-05T21:52:20.692" v="144" actId="478"/>
          <ac:spMkLst>
            <pc:docMk/>
            <pc:sldMk cId="339944523" sldId="263"/>
            <ac:spMk id="363" creationId="{28D59067-446A-B81F-4E7F-8B6511B3D0C1}"/>
          </ac:spMkLst>
        </pc:spChg>
        <pc:graphicFrameChg chg="del">
          <ac:chgData name="Georges MATHIO" userId="1057b68d-d9cf-4cd5-bc4c-3fe68ec33e97" providerId="ADAL" clId="{B1825C25-8F2F-477C-83B1-7FAE8036AAEA}" dt="2023-11-05T21:52:12.219" v="141" actId="478"/>
          <ac:graphicFrameMkLst>
            <pc:docMk/>
            <pc:sldMk cId="339944523" sldId="263"/>
            <ac:graphicFrameMk id="5" creationId="{A17FD1F3-74D7-38FA-9394-B97593E781E2}"/>
          </ac:graphicFrameMkLst>
        </pc:graphicFrameChg>
        <pc:graphicFrameChg chg="del">
          <ac:chgData name="Georges MATHIO" userId="1057b68d-d9cf-4cd5-bc4c-3fe68ec33e97" providerId="ADAL" clId="{B1825C25-8F2F-477C-83B1-7FAE8036AAEA}" dt="2023-11-05T21:52:09.952" v="140" actId="478"/>
          <ac:graphicFrameMkLst>
            <pc:docMk/>
            <pc:sldMk cId="339944523" sldId="263"/>
            <ac:graphicFrameMk id="364" creationId="{07DA7156-0997-2E20-AD85-AD03EDDDBCC2}"/>
          </ac:graphicFrameMkLst>
        </pc:graphicFrameChg>
        <pc:picChg chg="add mod modCrop">
          <ac:chgData name="Georges MATHIO" userId="1057b68d-d9cf-4cd5-bc4c-3fe68ec33e97" providerId="ADAL" clId="{B1825C25-8F2F-477C-83B1-7FAE8036AAEA}" dt="2023-11-05T22:12:15.156" v="424" actId="1076"/>
          <ac:picMkLst>
            <pc:docMk/>
            <pc:sldMk cId="339944523" sldId="263"/>
            <ac:picMk id="12" creationId="{D6A77C85-5698-11C7-3E6C-3777DA25112B}"/>
          </ac:picMkLst>
        </pc:picChg>
      </pc:sldChg>
      <pc:sldChg chg="addSp delSp modSp add mod">
        <pc:chgData name="Georges MATHIO" userId="1057b68d-d9cf-4cd5-bc4c-3fe68ec33e97" providerId="ADAL" clId="{B1825C25-8F2F-477C-83B1-7FAE8036AAEA}" dt="2023-11-05T22:39:21.393" v="1073" actId="20577"/>
        <pc:sldMkLst>
          <pc:docMk/>
          <pc:sldMk cId="2132174831" sldId="264"/>
        </pc:sldMkLst>
        <pc:spChg chg="mod">
          <ac:chgData name="Georges MATHIO" userId="1057b68d-d9cf-4cd5-bc4c-3fe68ec33e97" providerId="ADAL" clId="{B1825C25-8F2F-477C-83B1-7FAE8036AAEA}" dt="2023-11-05T22:14:53.967" v="442" actId="20577"/>
          <ac:spMkLst>
            <pc:docMk/>
            <pc:sldMk cId="2132174831" sldId="264"/>
            <ac:spMk id="2" creationId="{8AE1D70E-C040-1542-B36E-7DDF82084F61}"/>
          </ac:spMkLst>
        </pc:spChg>
        <pc:spChg chg="del">
          <ac:chgData name="Georges MATHIO" userId="1057b68d-d9cf-4cd5-bc4c-3fe68ec33e97" providerId="ADAL" clId="{B1825C25-8F2F-477C-83B1-7FAE8036AAEA}" dt="2023-11-05T22:08:44.907" v="345" actId="478"/>
          <ac:spMkLst>
            <pc:docMk/>
            <pc:sldMk cId="2132174831" sldId="264"/>
            <ac:spMk id="3" creationId="{B5620FEA-FA3C-B3F6-C2FC-F9D51C3D46CB}"/>
          </ac:spMkLst>
        </pc:spChg>
        <pc:spChg chg="add mod">
          <ac:chgData name="Georges MATHIO" userId="1057b68d-d9cf-4cd5-bc4c-3fe68ec33e97" providerId="ADAL" clId="{B1825C25-8F2F-477C-83B1-7FAE8036AAEA}" dt="2023-11-05T22:10:23.734" v="408" actId="1035"/>
          <ac:spMkLst>
            <pc:docMk/>
            <pc:sldMk cId="2132174831" sldId="264"/>
            <ac:spMk id="4" creationId="{46CA3815-7C3E-59B9-C0A9-9A7C4340D8CB}"/>
          </ac:spMkLst>
        </pc:spChg>
        <pc:spChg chg="del">
          <ac:chgData name="Georges MATHIO" userId="1057b68d-d9cf-4cd5-bc4c-3fe68ec33e97" providerId="ADAL" clId="{B1825C25-8F2F-477C-83B1-7FAE8036AAEA}" dt="2023-11-05T22:15:35.615" v="446" actId="478"/>
          <ac:spMkLst>
            <pc:docMk/>
            <pc:sldMk cId="2132174831" sldId="264"/>
            <ac:spMk id="6" creationId="{3C77ECBB-647C-438C-F32A-95CBED5A2EE8}"/>
          </ac:spMkLst>
        </pc:spChg>
        <pc:spChg chg="del">
          <ac:chgData name="Georges MATHIO" userId="1057b68d-d9cf-4cd5-bc4c-3fe68ec33e97" providerId="ADAL" clId="{B1825C25-8F2F-477C-83B1-7FAE8036AAEA}" dt="2023-11-05T22:08:49.306" v="346" actId="478"/>
          <ac:spMkLst>
            <pc:docMk/>
            <pc:sldMk cId="2132174831" sldId="264"/>
            <ac:spMk id="7" creationId="{83C8284C-2CB7-75B3-A59F-C35E43FE642B}"/>
          </ac:spMkLst>
        </pc:spChg>
        <pc:spChg chg="del mod">
          <ac:chgData name="Georges MATHIO" userId="1057b68d-d9cf-4cd5-bc4c-3fe68ec33e97" providerId="ADAL" clId="{B1825C25-8F2F-477C-83B1-7FAE8036AAEA}" dt="2023-11-05T22:15:06.631" v="445" actId="478"/>
          <ac:spMkLst>
            <pc:docMk/>
            <pc:sldMk cId="2132174831" sldId="264"/>
            <ac:spMk id="8" creationId="{5B263B9D-786B-2AB7-06FE-0151F28CF625}"/>
          </ac:spMkLst>
        </pc:spChg>
        <pc:spChg chg="del">
          <ac:chgData name="Georges MATHIO" userId="1057b68d-d9cf-4cd5-bc4c-3fe68ec33e97" providerId="ADAL" clId="{B1825C25-8F2F-477C-83B1-7FAE8036AAEA}" dt="2023-11-05T22:08:51.271" v="347" actId="478"/>
          <ac:spMkLst>
            <pc:docMk/>
            <pc:sldMk cId="2132174831" sldId="264"/>
            <ac:spMk id="9" creationId="{6B9BB17D-0B23-B857-A67D-46008F9C8541}"/>
          </ac:spMkLst>
        </pc:spChg>
        <pc:spChg chg="add mod">
          <ac:chgData name="Georges MATHIO" userId="1057b68d-d9cf-4cd5-bc4c-3fe68ec33e97" providerId="ADAL" clId="{B1825C25-8F2F-477C-83B1-7FAE8036AAEA}" dt="2023-11-05T22:14:35.577" v="434"/>
          <ac:spMkLst>
            <pc:docMk/>
            <pc:sldMk cId="2132174831" sldId="264"/>
            <ac:spMk id="10" creationId="{1BE161CE-9DF2-30A5-CB93-E34BCEEA9E69}"/>
          </ac:spMkLst>
        </pc:spChg>
        <pc:spChg chg="add mod">
          <ac:chgData name="Georges MATHIO" userId="1057b68d-d9cf-4cd5-bc4c-3fe68ec33e97" providerId="ADAL" clId="{B1825C25-8F2F-477C-83B1-7FAE8036AAEA}" dt="2023-11-05T22:14:35.577" v="434"/>
          <ac:spMkLst>
            <pc:docMk/>
            <pc:sldMk cId="2132174831" sldId="264"/>
            <ac:spMk id="11" creationId="{3BDEC5D5-BF8E-0204-4176-73A7DB110090}"/>
          </ac:spMkLst>
        </pc:spChg>
        <pc:spChg chg="add mod">
          <ac:chgData name="Georges MATHIO" userId="1057b68d-d9cf-4cd5-bc4c-3fe68ec33e97" providerId="ADAL" clId="{B1825C25-8F2F-477C-83B1-7FAE8036AAEA}" dt="2023-11-05T22:39:21.393" v="1073" actId="20577"/>
          <ac:spMkLst>
            <pc:docMk/>
            <pc:sldMk cId="2132174831" sldId="264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B1825C25-8F2F-477C-83B1-7FAE8036AAEA}" dt="2023-11-05T22:14:35.577" v="434"/>
          <ac:picMkLst>
            <pc:docMk/>
            <pc:sldMk cId="2132174831" sldId="264"/>
            <ac:picMk id="5" creationId="{2DABFAD2-751C-E246-082C-E0E7B0A6048A}"/>
          </ac:picMkLst>
        </pc:picChg>
      </pc:sldChg>
      <pc:sldChg chg="add del">
        <pc:chgData name="Georges MATHIO" userId="1057b68d-d9cf-4cd5-bc4c-3fe68ec33e97" providerId="ADAL" clId="{B1825C25-8F2F-477C-83B1-7FAE8036AAEA}" dt="2023-11-05T22:09:00.873" v="351"/>
        <pc:sldMkLst>
          <pc:docMk/>
          <pc:sldMk cId="140812154" sldId="265"/>
        </pc:sldMkLst>
      </pc:sldChg>
      <pc:sldChg chg="modSp add mod">
        <pc:chgData name="Georges MATHIO" userId="1057b68d-d9cf-4cd5-bc4c-3fe68ec33e97" providerId="ADAL" clId="{B1825C25-8F2F-477C-83B1-7FAE8036AAEA}" dt="2023-11-05T22:37:39.077" v="1013" actId="1076"/>
        <pc:sldMkLst>
          <pc:docMk/>
          <pc:sldMk cId="1479512418" sldId="265"/>
        </pc:sldMkLst>
        <pc:spChg chg="mod">
          <ac:chgData name="Georges MATHIO" userId="1057b68d-d9cf-4cd5-bc4c-3fe68ec33e97" providerId="ADAL" clId="{B1825C25-8F2F-477C-83B1-7FAE8036AAEA}" dt="2023-11-05T22:37:39.077" v="1013" actId="1076"/>
          <ac:spMkLst>
            <pc:docMk/>
            <pc:sldMk cId="1479512418" sldId="265"/>
            <ac:spMk id="12" creationId="{E0568965-B3C1-C522-D042-9FFF0D700724}"/>
          </ac:spMkLst>
        </pc:spChg>
      </pc:sldChg>
      <pc:sldChg chg="add del">
        <pc:chgData name="Georges MATHIO" userId="1057b68d-d9cf-4cd5-bc4c-3fe68ec33e97" providerId="ADAL" clId="{B1825C25-8F2F-477C-83B1-7FAE8036AAEA}" dt="2023-11-05T22:08:55.959" v="349"/>
        <pc:sldMkLst>
          <pc:docMk/>
          <pc:sldMk cId="2726060581" sldId="265"/>
        </pc:sldMkLst>
      </pc:sldChg>
      <pc:sldChg chg="addSp delSp modSp add mod">
        <pc:chgData name="Georges MATHIO" userId="1057b68d-d9cf-4cd5-bc4c-3fe68ec33e97" providerId="ADAL" clId="{B1825C25-8F2F-477C-83B1-7FAE8036AAEA}" dt="2023-11-07T14:13:38.758" v="2661" actId="20577"/>
        <pc:sldMkLst>
          <pc:docMk/>
          <pc:sldMk cId="1453921559" sldId="266"/>
        </pc:sldMkLst>
        <pc:spChg chg="mod">
          <ac:chgData name="Georges MATHIO" userId="1057b68d-d9cf-4cd5-bc4c-3fe68ec33e97" providerId="ADAL" clId="{B1825C25-8F2F-477C-83B1-7FAE8036AAEA}" dt="2023-11-05T22:41:01.603" v="1154" actId="20577"/>
          <ac:spMkLst>
            <pc:docMk/>
            <pc:sldMk cId="1453921559" sldId="266"/>
            <ac:spMk id="2" creationId="{8AE1D70E-C040-1542-B36E-7DDF82084F61}"/>
          </ac:spMkLst>
        </pc:spChg>
        <pc:spChg chg="del">
          <ac:chgData name="Georges MATHIO" userId="1057b68d-d9cf-4cd5-bc4c-3fe68ec33e97" providerId="ADAL" clId="{B1825C25-8F2F-477C-83B1-7FAE8036AAEA}" dt="2023-11-05T22:40:20.404" v="1088" actId="478"/>
          <ac:spMkLst>
            <pc:docMk/>
            <pc:sldMk cId="1453921559" sldId="266"/>
            <ac:spMk id="4" creationId="{46CA3815-7C3E-59B9-C0A9-9A7C4340D8CB}"/>
          </ac:spMkLst>
        </pc:spChg>
        <pc:spChg chg="add mod">
          <ac:chgData name="Georges MATHIO" userId="1057b68d-d9cf-4cd5-bc4c-3fe68ec33e97" providerId="ADAL" clId="{B1825C25-8F2F-477C-83B1-7FAE8036AAEA}" dt="2023-11-07T14:13:38.758" v="2661" actId="20577"/>
          <ac:spMkLst>
            <pc:docMk/>
            <pc:sldMk cId="1453921559" sldId="266"/>
            <ac:spMk id="6" creationId="{F70B845A-EE3D-77EF-ECA9-E34AE1296D4D}"/>
          </ac:spMkLst>
        </pc:spChg>
        <pc:spChg chg="mod">
          <ac:chgData name="Georges MATHIO" userId="1057b68d-d9cf-4cd5-bc4c-3fe68ec33e97" providerId="ADAL" clId="{B1825C25-8F2F-477C-83B1-7FAE8036AAEA}" dt="2023-11-05T22:41:24.814" v="1197" actId="1038"/>
          <ac:spMkLst>
            <pc:docMk/>
            <pc:sldMk cId="1453921559" sldId="266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5T22:41:24.814" v="1197" actId="1038"/>
          <ac:spMkLst>
            <pc:docMk/>
            <pc:sldMk cId="1453921559" sldId="266"/>
            <ac:spMk id="11" creationId="{3BDEC5D5-BF8E-0204-4176-73A7DB110090}"/>
          </ac:spMkLst>
        </pc:spChg>
        <pc:spChg chg="mod">
          <ac:chgData name="Georges MATHIO" userId="1057b68d-d9cf-4cd5-bc4c-3fe68ec33e97" providerId="ADAL" clId="{B1825C25-8F2F-477C-83B1-7FAE8036AAEA}" dt="2023-11-05T22:46:05.090" v="1332" actId="1076"/>
          <ac:spMkLst>
            <pc:docMk/>
            <pc:sldMk cId="1453921559" sldId="266"/>
            <ac:spMk id="12" creationId="{E0568965-B3C1-C522-D042-9FFF0D700724}"/>
          </ac:spMkLst>
        </pc:spChg>
      </pc:sldChg>
      <pc:sldChg chg="modSp add mod">
        <pc:chgData name="Georges MATHIO" userId="1057b68d-d9cf-4cd5-bc4c-3fe68ec33e97" providerId="ADAL" clId="{B1825C25-8F2F-477C-83B1-7FAE8036AAEA}" dt="2023-11-07T14:13:47.946" v="2665" actId="313"/>
        <pc:sldMkLst>
          <pc:docMk/>
          <pc:sldMk cId="1167075206" sldId="267"/>
        </pc:sldMkLst>
        <pc:spChg chg="mod">
          <ac:chgData name="Georges MATHIO" userId="1057b68d-d9cf-4cd5-bc4c-3fe68ec33e97" providerId="ADAL" clId="{B1825C25-8F2F-477C-83B1-7FAE8036AAEA}" dt="2023-11-05T22:47:30.837" v="1392" actId="20577"/>
          <ac:spMkLst>
            <pc:docMk/>
            <pc:sldMk cId="1167075206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B1825C25-8F2F-477C-83B1-7FAE8036AAEA}" dt="2023-11-07T14:13:47.946" v="2665" actId="313"/>
          <ac:spMkLst>
            <pc:docMk/>
            <pc:sldMk cId="1167075206" sldId="267"/>
            <ac:spMk id="6" creationId="{F70B845A-EE3D-77EF-ECA9-E34AE1296D4D}"/>
          </ac:spMkLst>
        </pc:spChg>
        <pc:spChg chg="mod">
          <ac:chgData name="Georges MATHIO" userId="1057b68d-d9cf-4cd5-bc4c-3fe68ec33e97" providerId="ADAL" clId="{B1825C25-8F2F-477C-83B1-7FAE8036AAEA}" dt="2023-11-05T22:47:42.181" v="1432" actId="1038"/>
          <ac:spMkLst>
            <pc:docMk/>
            <pc:sldMk cId="1167075206" sldId="267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5T22:47:42.181" v="1432" actId="1038"/>
          <ac:spMkLst>
            <pc:docMk/>
            <pc:sldMk cId="1167075206" sldId="267"/>
            <ac:spMk id="11" creationId="{3BDEC5D5-BF8E-0204-4176-73A7DB110090}"/>
          </ac:spMkLst>
        </pc:spChg>
      </pc:sldChg>
      <pc:sldChg chg="addSp delSp modSp add mod">
        <pc:chgData name="Georges MATHIO" userId="1057b68d-d9cf-4cd5-bc4c-3fe68ec33e97" providerId="ADAL" clId="{B1825C25-8F2F-477C-83B1-7FAE8036AAEA}" dt="2023-11-07T14:02:53.287" v="2269" actId="122"/>
        <pc:sldMkLst>
          <pc:docMk/>
          <pc:sldMk cId="3590028005" sldId="268"/>
        </pc:sldMkLst>
        <pc:spChg chg="mod">
          <ac:chgData name="Georges MATHIO" userId="1057b68d-d9cf-4cd5-bc4c-3fe68ec33e97" providerId="ADAL" clId="{B1825C25-8F2F-477C-83B1-7FAE8036AAEA}" dt="2023-11-06T12:53:16.603" v="1516" actId="20577"/>
          <ac:spMkLst>
            <pc:docMk/>
            <pc:sldMk cId="3590028005" sldId="268"/>
            <ac:spMk id="2" creationId="{8AE1D70E-C040-1542-B36E-7DDF82084F61}"/>
          </ac:spMkLst>
        </pc:spChg>
        <pc:spChg chg="add mod ord">
          <ac:chgData name="Georges MATHIO" userId="1057b68d-d9cf-4cd5-bc4c-3fe68ec33e97" providerId="ADAL" clId="{B1825C25-8F2F-477C-83B1-7FAE8036AAEA}" dt="2023-11-07T14:02:53.287" v="2269" actId="122"/>
          <ac:spMkLst>
            <pc:docMk/>
            <pc:sldMk cId="3590028005" sldId="268"/>
            <ac:spMk id="3" creationId="{3DC68944-1906-0DE1-5887-A34FCCA3F706}"/>
          </ac:spMkLst>
        </pc:spChg>
        <pc:spChg chg="add mod">
          <ac:chgData name="Georges MATHIO" userId="1057b68d-d9cf-4cd5-bc4c-3fe68ec33e97" providerId="ADAL" clId="{B1825C25-8F2F-477C-83B1-7FAE8036AAEA}" dt="2023-11-07T13:51:27.678" v="1926" actId="14100"/>
          <ac:spMkLst>
            <pc:docMk/>
            <pc:sldMk cId="3590028005" sldId="268"/>
            <ac:spMk id="4" creationId="{7BB4DB73-12C4-D5A4-2593-8302398F2ACA}"/>
          </ac:spMkLst>
        </pc:spChg>
        <pc:spChg chg="mod">
          <ac:chgData name="Georges MATHIO" userId="1057b68d-d9cf-4cd5-bc4c-3fe68ec33e97" providerId="ADAL" clId="{B1825C25-8F2F-477C-83B1-7FAE8036AAEA}" dt="2023-11-07T13:45:23.166" v="1725" actId="20577"/>
          <ac:spMkLst>
            <pc:docMk/>
            <pc:sldMk cId="3590028005" sldId="268"/>
            <ac:spMk id="6" creationId="{F70B845A-EE3D-77EF-ECA9-E34AE1296D4D}"/>
          </ac:spMkLst>
        </pc:spChg>
        <pc:spChg chg="add del mod">
          <ac:chgData name="Georges MATHIO" userId="1057b68d-d9cf-4cd5-bc4c-3fe68ec33e97" providerId="ADAL" clId="{B1825C25-8F2F-477C-83B1-7FAE8036AAEA}" dt="2023-11-07T13:46:14.750" v="1731" actId="478"/>
          <ac:spMkLst>
            <pc:docMk/>
            <pc:sldMk cId="3590028005" sldId="268"/>
            <ac:spMk id="7" creationId="{58EF157A-97DC-893E-2EAD-BECABCB739A2}"/>
          </ac:spMkLst>
        </pc:spChg>
        <pc:spChg chg="add del mod">
          <ac:chgData name="Georges MATHIO" userId="1057b68d-d9cf-4cd5-bc4c-3fe68ec33e97" providerId="ADAL" clId="{B1825C25-8F2F-477C-83B1-7FAE8036AAEA}" dt="2023-11-06T12:54:46.154" v="1570" actId="478"/>
          <ac:spMkLst>
            <pc:docMk/>
            <pc:sldMk cId="3590028005" sldId="268"/>
            <ac:spMk id="7" creationId="{B09BBB74-52A7-3EBC-308B-55DD16EB7C06}"/>
          </ac:spMkLst>
        </pc:spChg>
        <pc:spChg chg="add del mod">
          <ac:chgData name="Georges MATHIO" userId="1057b68d-d9cf-4cd5-bc4c-3fe68ec33e97" providerId="ADAL" clId="{B1825C25-8F2F-477C-83B1-7FAE8036AAEA}" dt="2023-11-06T12:54:52.182" v="1571" actId="478"/>
          <ac:spMkLst>
            <pc:docMk/>
            <pc:sldMk cId="3590028005" sldId="268"/>
            <ac:spMk id="9" creationId="{12DD1106-4FB7-9831-BF11-BC69BA2A3553}"/>
          </ac:spMkLst>
        </pc:spChg>
        <pc:spChg chg="add mod">
          <ac:chgData name="Georges MATHIO" userId="1057b68d-d9cf-4cd5-bc4c-3fe68ec33e97" providerId="ADAL" clId="{B1825C25-8F2F-477C-83B1-7FAE8036AAEA}" dt="2023-11-07T13:50:00.385" v="1881" actId="14100"/>
          <ac:spMkLst>
            <pc:docMk/>
            <pc:sldMk cId="3590028005" sldId="268"/>
            <ac:spMk id="9" creationId="{57AA774A-0932-F85C-9BBA-A2A4EDF11BCF}"/>
          </ac:spMkLst>
        </pc:spChg>
        <pc:spChg chg="mod">
          <ac:chgData name="Georges MATHIO" userId="1057b68d-d9cf-4cd5-bc4c-3fe68ec33e97" providerId="ADAL" clId="{B1825C25-8F2F-477C-83B1-7FAE8036AAEA}" dt="2023-11-06T12:53:29.541" v="1566" actId="1038"/>
          <ac:spMkLst>
            <pc:docMk/>
            <pc:sldMk cId="3590028005" sldId="268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6T12:53:29.541" v="1566" actId="1038"/>
          <ac:spMkLst>
            <pc:docMk/>
            <pc:sldMk cId="3590028005" sldId="268"/>
            <ac:spMk id="11" creationId="{3BDEC5D5-BF8E-0204-4176-73A7DB110090}"/>
          </ac:spMkLst>
        </pc:spChg>
        <pc:spChg chg="add mod">
          <ac:chgData name="Georges MATHIO" userId="1057b68d-d9cf-4cd5-bc4c-3fe68ec33e97" providerId="ADAL" clId="{B1825C25-8F2F-477C-83B1-7FAE8036AAEA}" dt="2023-11-07T13:50:20.275" v="1912" actId="14100"/>
          <ac:spMkLst>
            <pc:docMk/>
            <pc:sldMk cId="3590028005" sldId="268"/>
            <ac:spMk id="12" creationId="{705DDA22-80E9-F67A-967D-7CCF5A3D7242}"/>
          </ac:spMkLst>
        </pc:spChg>
        <pc:spChg chg="del">
          <ac:chgData name="Georges MATHIO" userId="1057b68d-d9cf-4cd5-bc4c-3fe68ec33e97" providerId="ADAL" clId="{B1825C25-8F2F-477C-83B1-7FAE8036AAEA}" dt="2023-11-06T12:53:34.198" v="1567" actId="478"/>
          <ac:spMkLst>
            <pc:docMk/>
            <pc:sldMk cId="3590028005" sldId="268"/>
            <ac:spMk id="12" creationId="{E0568965-B3C1-C522-D042-9FFF0D700724}"/>
          </ac:spMkLst>
        </pc:spChg>
        <pc:spChg chg="add del mod">
          <ac:chgData name="Georges MATHIO" userId="1057b68d-d9cf-4cd5-bc4c-3fe68ec33e97" providerId="ADAL" clId="{B1825C25-8F2F-477C-83B1-7FAE8036AAEA}" dt="2023-11-07T13:51:11.391" v="1925" actId="478"/>
          <ac:spMkLst>
            <pc:docMk/>
            <pc:sldMk cId="3590028005" sldId="268"/>
            <ac:spMk id="13" creationId="{53122985-1F84-AA06-B4F7-EB89C0CE19EE}"/>
          </ac:spMkLst>
        </pc:spChg>
        <pc:spChg chg="add del mod">
          <ac:chgData name="Georges MATHIO" userId="1057b68d-d9cf-4cd5-bc4c-3fe68ec33e97" providerId="ADAL" clId="{B1825C25-8F2F-477C-83B1-7FAE8036AAEA}" dt="2023-11-07T13:53:52.445" v="1975" actId="478"/>
          <ac:spMkLst>
            <pc:docMk/>
            <pc:sldMk cId="3590028005" sldId="268"/>
            <ac:spMk id="15" creationId="{26D2944D-1899-E89C-18D7-F0347BD774E1}"/>
          </ac:spMkLst>
        </pc:spChg>
        <pc:spChg chg="add mod">
          <ac:chgData name="Georges MATHIO" userId="1057b68d-d9cf-4cd5-bc4c-3fe68ec33e97" providerId="ADAL" clId="{B1825C25-8F2F-477C-83B1-7FAE8036AAEA}" dt="2023-11-07T13:54:49.353" v="1980" actId="207"/>
          <ac:spMkLst>
            <pc:docMk/>
            <pc:sldMk cId="3590028005" sldId="268"/>
            <ac:spMk id="18" creationId="{4D9D47B4-2DC1-B2A6-D1E0-AE23AE4EA21C}"/>
          </ac:spMkLst>
        </pc:spChg>
        <pc:spChg chg="add mod">
          <ac:chgData name="Georges MATHIO" userId="1057b68d-d9cf-4cd5-bc4c-3fe68ec33e97" providerId="ADAL" clId="{B1825C25-8F2F-477C-83B1-7FAE8036AAEA}" dt="2023-11-07T13:52:39.613" v="1965" actId="20577"/>
          <ac:spMkLst>
            <pc:docMk/>
            <pc:sldMk cId="3590028005" sldId="268"/>
            <ac:spMk id="19" creationId="{177C53A5-FA17-EC39-1CD5-1C90ECC69D2A}"/>
          </ac:spMkLst>
        </pc:spChg>
        <pc:spChg chg="add mod">
          <ac:chgData name="Georges MATHIO" userId="1057b68d-d9cf-4cd5-bc4c-3fe68ec33e97" providerId="ADAL" clId="{B1825C25-8F2F-477C-83B1-7FAE8036AAEA}" dt="2023-11-07T13:55:02.330" v="1988" actId="20577"/>
          <ac:spMkLst>
            <pc:docMk/>
            <pc:sldMk cId="3590028005" sldId="268"/>
            <ac:spMk id="23" creationId="{9F2A718A-0E84-D91F-8991-FB2B2894BFB8}"/>
          </ac:spMkLst>
        </pc:spChg>
        <pc:spChg chg="add mod">
          <ac:chgData name="Georges MATHIO" userId="1057b68d-d9cf-4cd5-bc4c-3fe68ec33e97" providerId="ADAL" clId="{B1825C25-8F2F-477C-83B1-7FAE8036AAEA}" dt="2023-11-07T13:57:21.344" v="2063" actId="1076"/>
          <ac:spMkLst>
            <pc:docMk/>
            <pc:sldMk cId="3590028005" sldId="268"/>
            <ac:spMk id="25" creationId="{C593C65E-8E40-89B0-0B29-275982EC7913}"/>
          </ac:spMkLst>
        </pc:spChg>
        <pc:spChg chg="add del mod">
          <ac:chgData name="Georges MATHIO" userId="1057b68d-d9cf-4cd5-bc4c-3fe68ec33e97" providerId="ADAL" clId="{B1825C25-8F2F-477C-83B1-7FAE8036AAEA}" dt="2023-11-07T13:57:36.478" v="2066" actId="478"/>
          <ac:spMkLst>
            <pc:docMk/>
            <pc:sldMk cId="3590028005" sldId="268"/>
            <ac:spMk id="26" creationId="{9A0AA4AB-3EA0-FA00-059A-058FAD3815D9}"/>
          </ac:spMkLst>
        </pc:spChg>
        <pc:picChg chg="add mod">
          <ac:chgData name="Georges MATHIO" userId="1057b68d-d9cf-4cd5-bc4c-3fe68ec33e97" providerId="ADAL" clId="{B1825C25-8F2F-477C-83B1-7FAE8036AAEA}" dt="2023-11-07T13:56:55.776" v="2050" actId="1038"/>
          <ac:picMkLst>
            <pc:docMk/>
            <pc:sldMk cId="3590028005" sldId="268"/>
            <ac:picMk id="21" creationId="{AE989EBD-423E-5E2A-0F8B-8B66E0367E55}"/>
          </ac:picMkLst>
        </pc:picChg>
        <pc:cxnChg chg="add mod ord">
          <ac:chgData name="Georges MATHIO" userId="1057b68d-d9cf-4cd5-bc4c-3fe68ec33e97" providerId="ADAL" clId="{B1825C25-8F2F-477C-83B1-7FAE8036AAEA}" dt="2023-11-07T13:50:11.650" v="1909" actId="1037"/>
          <ac:cxnSpMkLst>
            <pc:docMk/>
            <pc:sldMk cId="3590028005" sldId="268"/>
            <ac:cxnSpMk id="8" creationId="{591E137E-2654-7BE9-6440-99D09BC16E8F}"/>
          </ac:cxnSpMkLst>
        </pc:cxnChg>
        <pc:cxnChg chg="add del mod">
          <ac:chgData name="Georges MATHIO" userId="1057b68d-d9cf-4cd5-bc4c-3fe68ec33e97" providerId="ADAL" clId="{B1825C25-8F2F-477C-83B1-7FAE8036AAEA}" dt="2023-11-06T12:55:24.403" v="1582" actId="478"/>
          <ac:cxnSpMkLst>
            <pc:docMk/>
            <pc:sldMk cId="3590028005" sldId="268"/>
            <ac:cxnSpMk id="14" creationId="{7ED89A2E-209E-99B0-DEBD-5A36DDA274D6}"/>
          </ac:cxnSpMkLst>
        </pc:cxnChg>
        <pc:cxnChg chg="add mod">
          <ac:chgData name="Georges MATHIO" userId="1057b68d-d9cf-4cd5-bc4c-3fe68ec33e97" providerId="ADAL" clId="{B1825C25-8F2F-477C-83B1-7FAE8036AAEA}" dt="2023-11-07T13:50:27.312" v="1923" actId="1038"/>
          <ac:cxnSpMkLst>
            <pc:docMk/>
            <pc:sldMk cId="3590028005" sldId="268"/>
            <ac:cxnSpMk id="17" creationId="{BAED478B-7E4E-6EA3-3161-2214887627C4}"/>
          </ac:cxnSpMkLst>
        </pc:cxnChg>
        <pc:cxnChg chg="add mod">
          <ac:chgData name="Georges MATHIO" userId="1057b68d-d9cf-4cd5-bc4c-3fe68ec33e97" providerId="ADAL" clId="{B1825C25-8F2F-477C-83B1-7FAE8036AAEA}" dt="2023-11-07T13:56:58.458" v="2051" actId="14100"/>
          <ac:cxnSpMkLst>
            <pc:docMk/>
            <pc:sldMk cId="3590028005" sldId="268"/>
            <ac:cxnSpMk id="22" creationId="{6A779D09-3A1F-6F5C-2A8D-AC482A68146E}"/>
          </ac:cxnSpMkLst>
        </pc:cxnChg>
      </pc:sldChg>
      <pc:sldChg chg="new del ord">
        <pc:chgData name="Georges MATHIO" userId="1057b68d-d9cf-4cd5-bc4c-3fe68ec33e97" providerId="ADAL" clId="{B1825C25-8F2F-477C-83B1-7FAE8036AAEA}" dt="2023-11-06T12:57:08.652" v="1603" actId="47"/>
        <pc:sldMkLst>
          <pc:docMk/>
          <pc:sldMk cId="1628702949" sldId="269"/>
        </pc:sldMkLst>
      </pc:sldChg>
      <pc:sldChg chg="add del ord">
        <pc:chgData name="Georges MATHIO" userId="1057b68d-d9cf-4cd5-bc4c-3fe68ec33e97" providerId="ADAL" clId="{B1825C25-8F2F-477C-83B1-7FAE8036AAEA}" dt="2023-11-06T12:57:32.100" v="1609" actId="47"/>
        <pc:sldMkLst>
          <pc:docMk/>
          <pc:sldMk cId="3700494344" sldId="270"/>
        </pc:sldMkLst>
      </pc:sldChg>
      <pc:sldChg chg="addSp delSp modSp new mod setBg modAnim">
        <pc:chgData name="Georges MATHIO" userId="1057b68d-d9cf-4cd5-bc4c-3fe68ec33e97" providerId="ADAL" clId="{B1825C25-8F2F-477C-83B1-7FAE8036AAEA}" dt="2023-11-07T13:43:47.602" v="1683"/>
        <pc:sldMkLst>
          <pc:docMk/>
          <pc:sldMk cId="313480732" sldId="271"/>
        </pc:sldMkLst>
        <pc:spChg chg="mod">
          <ac:chgData name="Georges MATHIO" userId="1057b68d-d9cf-4cd5-bc4c-3fe68ec33e97" providerId="ADAL" clId="{B1825C25-8F2F-477C-83B1-7FAE8036AAEA}" dt="2023-11-06T12:59:19.476" v="1646" actId="1076"/>
          <ac:spMkLst>
            <pc:docMk/>
            <pc:sldMk cId="313480732" sldId="271"/>
            <ac:spMk id="2" creationId="{0A412B65-333B-94EC-A582-4B64B640696D}"/>
          </ac:spMkLst>
        </pc:spChg>
        <pc:spChg chg="del mod ord">
          <ac:chgData name="Georges MATHIO" userId="1057b68d-d9cf-4cd5-bc4c-3fe68ec33e97" providerId="ADAL" clId="{B1825C25-8F2F-477C-83B1-7FAE8036AAEA}" dt="2023-11-06T12:58:54.101" v="1639" actId="478"/>
          <ac:spMkLst>
            <pc:docMk/>
            <pc:sldMk cId="313480732" sldId="271"/>
            <ac:spMk id="3" creationId="{DB25C301-69FF-F678-5CDA-047E899BB6BC}"/>
          </ac:spMkLst>
        </pc:spChg>
        <pc:picChg chg="add mod">
          <ac:chgData name="Georges MATHIO" userId="1057b68d-d9cf-4cd5-bc4c-3fe68ec33e97" providerId="ADAL" clId="{B1825C25-8F2F-477C-83B1-7FAE8036AAEA}" dt="2023-11-07T13:43:24.011" v="1681" actId="1076"/>
          <ac:picMkLst>
            <pc:docMk/>
            <pc:sldMk cId="313480732" sldId="271"/>
            <ac:picMk id="4" creationId="{FB2CA09F-FBDB-B096-CE66-29B655E3EC0F}"/>
          </ac:picMkLst>
        </pc:picChg>
        <pc:picChg chg="add mod">
          <ac:chgData name="Georges MATHIO" userId="1057b68d-d9cf-4cd5-bc4c-3fe68ec33e97" providerId="ADAL" clId="{B1825C25-8F2F-477C-83B1-7FAE8036AAEA}" dt="2023-11-06T12:59:30.526" v="1673" actId="1036"/>
          <ac:picMkLst>
            <pc:docMk/>
            <pc:sldMk cId="313480732" sldId="271"/>
            <ac:picMk id="1026" creationId="{0663FD3B-407F-AC89-23ED-151E17B5F60C}"/>
          </ac:picMkLst>
        </pc:picChg>
      </pc:sldChg>
      <pc:sldChg chg="addSp modSp add del mod">
        <pc:chgData name="Georges MATHIO" userId="1057b68d-d9cf-4cd5-bc4c-3fe68ec33e97" providerId="ADAL" clId="{B1825C25-8F2F-477C-83B1-7FAE8036AAEA}" dt="2023-11-07T13:57:26.763" v="2064" actId="47"/>
        <pc:sldMkLst>
          <pc:docMk/>
          <pc:sldMk cId="838940538" sldId="272"/>
        </pc:sldMkLst>
        <pc:spChg chg="add mod">
          <ac:chgData name="Georges MATHIO" userId="1057b68d-d9cf-4cd5-bc4c-3fe68ec33e97" providerId="ADAL" clId="{B1825C25-8F2F-477C-83B1-7FAE8036AAEA}" dt="2023-11-07T13:56:49.118" v="2016" actId="1076"/>
          <ac:spMkLst>
            <pc:docMk/>
            <pc:sldMk cId="838940538" sldId="272"/>
            <ac:spMk id="7" creationId="{F5A7120A-16FA-40A9-4D2B-DF133DCCDDC8}"/>
          </ac:spMkLst>
        </pc:spChg>
      </pc:sldChg>
      <pc:sldChg chg="addSp delSp modSp add mod">
        <pc:chgData name="Georges MATHIO" userId="1057b68d-d9cf-4cd5-bc4c-3fe68ec33e97" providerId="ADAL" clId="{B1825C25-8F2F-477C-83B1-7FAE8036AAEA}" dt="2023-11-07T14:03:52.164" v="2274" actId="20577"/>
        <pc:sldMkLst>
          <pc:docMk/>
          <pc:sldMk cId="1206661473" sldId="272"/>
        </pc:sldMkLst>
        <pc:spChg chg="mod">
          <ac:chgData name="Georges MATHIO" userId="1057b68d-d9cf-4cd5-bc4c-3fe68ec33e97" providerId="ADAL" clId="{B1825C25-8F2F-477C-83B1-7FAE8036AAEA}" dt="2023-11-07T13:59:45.448" v="2168" actId="20577"/>
          <ac:spMkLst>
            <pc:docMk/>
            <pc:sldMk cId="1206661473" sldId="272"/>
            <ac:spMk id="2" creationId="{8AE1D70E-C040-1542-B36E-7DDF82084F61}"/>
          </ac:spMkLst>
        </pc:spChg>
        <pc:spChg chg="mod">
          <ac:chgData name="Georges MATHIO" userId="1057b68d-d9cf-4cd5-bc4c-3fe68ec33e97" providerId="ADAL" clId="{B1825C25-8F2F-477C-83B1-7FAE8036AAEA}" dt="2023-11-07T14:02:46.749" v="2268" actId="122"/>
          <ac:spMkLst>
            <pc:docMk/>
            <pc:sldMk cId="1206661473" sldId="272"/>
            <ac:spMk id="3" creationId="{3DC68944-1906-0DE1-5887-A34FCCA3F706}"/>
          </ac:spMkLst>
        </pc:spChg>
        <pc:spChg chg="del">
          <ac:chgData name="Georges MATHIO" userId="1057b68d-d9cf-4cd5-bc4c-3fe68ec33e97" providerId="ADAL" clId="{B1825C25-8F2F-477C-83B1-7FAE8036AAEA}" dt="2023-11-07T13:59:48.039" v="2169" actId="478"/>
          <ac:spMkLst>
            <pc:docMk/>
            <pc:sldMk cId="1206661473" sldId="272"/>
            <ac:spMk id="6" creationId="{F70B845A-EE3D-77EF-ECA9-E34AE1296D4D}"/>
          </ac:spMkLst>
        </pc:spChg>
        <pc:spChg chg="add mod">
          <ac:chgData name="Georges MATHIO" userId="1057b68d-d9cf-4cd5-bc4c-3fe68ec33e97" providerId="ADAL" clId="{B1825C25-8F2F-477C-83B1-7FAE8036AAEA}" dt="2023-11-07T14:03:52.164" v="2274" actId="20577"/>
          <ac:spMkLst>
            <pc:docMk/>
            <pc:sldMk cId="1206661473" sldId="272"/>
            <ac:spMk id="7" creationId="{3F4E2C17-DB37-ECFD-1D59-5C0CB2DCE1C0}"/>
          </ac:spMkLst>
        </pc:spChg>
        <pc:spChg chg="mod">
          <ac:chgData name="Georges MATHIO" userId="1057b68d-d9cf-4cd5-bc4c-3fe68ec33e97" providerId="ADAL" clId="{B1825C25-8F2F-477C-83B1-7FAE8036AAEA}" dt="2023-11-07T14:00:30.302" v="2175" actId="20577"/>
          <ac:spMkLst>
            <pc:docMk/>
            <pc:sldMk cId="1206661473" sldId="272"/>
            <ac:spMk id="9" creationId="{57AA774A-0932-F85C-9BBA-A2A4EDF11BCF}"/>
          </ac:spMkLst>
        </pc:spChg>
        <pc:spChg chg="mod">
          <ac:chgData name="Georges MATHIO" userId="1057b68d-d9cf-4cd5-bc4c-3fe68ec33e97" providerId="ADAL" clId="{B1825C25-8F2F-477C-83B1-7FAE8036AAEA}" dt="2023-11-07T13:59:25.085" v="2149" actId="20577"/>
          <ac:spMkLst>
            <pc:docMk/>
            <pc:sldMk cId="1206661473" sldId="272"/>
            <ac:spMk id="12" creationId="{705DDA22-80E9-F67A-967D-7CCF5A3D7242}"/>
          </ac:spMkLst>
        </pc:spChg>
        <pc:spChg chg="mod">
          <ac:chgData name="Georges MATHIO" userId="1057b68d-d9cf-4cd5-bc4c-3fe68ec33e97" providerId="ADAL" clId="{B1825C25-8F2F-477C-83B1-7FAE8036AAEA}" dt="2023-11-07T13:58:54.846" v="2127" actId="20577"/>
          <ac:spMkLst>
            <pc:docMk/>
            <pc:sldMk cId="1206661473" sldId="272"/>
            <ac:spMk id="18" creationId="{4D9D47B4-2DC1-B2A6-D1E0-AE23AE4EA21C}"/>
          </ac:spMkLst>
        </pc:spChg>
        <pc:spChg chg="mod">
          <ac:chgData name="Georges MATHIO" userId="1057b68d-d9cf-4cd5-bc4c-3fe68ec33e97" providerId="ADAL" clId="{B1825C25-8F2F-477C-83B1-7FAE8036AAEA}" dt="2023-11-07T14:00:40.596" v="2177" actId="20577"/>
          <ac:spMkLst>
            <pc:docMk/>
            <pc:sldMk cId="1206661473" sldId="272"/>
            <ac:spMk id="19" creationId="{177C53A5-FA17-EC39-1CD5-1C90ECC69D2A}"/>
          </ac:spMkLst>
        </pc:spChg>
        <pc:spChg chg="mod">
          <ac:chgData name="Georges MATHIO" userId="1057b68d-d9cf-4cd5-bc4c-3fe68ec33e97" providerId="ADAL" clId="{B1825C25-8F2F-477C-83B1-7FAE8036AAEA}" dt="2023-11-07T13:59:27.852" v="2151" actId="20577"/>
          <ac:spMkLst>
            <pc:docMk/>
            <pc:sldMk cId="1206661473" sldId="272"/>
            <ac:spMk id="23" creationId="{9F2A718A-0E84-D91F-8991-FB2B2894BFB8}"/>
          </ac:spMkLst>
        </pc:spChg>
        <pc:spChg chg="mod">
          <ac:chgData name="Georges MATHIO" userId="1057b68d-d9cf-4cd5-bc4c-3fe68ec33e97" providerId="ADAL" clId="{B1825C25-8F2F-477C-83B1-7FAE8036AAEA}" dt="2023-11-07T14:01:08.362" v="2200" actId="14100"/>
          <ac:spMkLst>
            <pc:docMk/>
            <pc:sldMk cId="1206661473" sldId="272"/>
            <ac:spMk id="26" creationId="{9A0AA4AB-3EA0-FA00-059A-058FAD3815D9}"/>
          </ac:spMkLst>
        </pc:spChg>
      </pc:sldChg>
      <pc:sldChg chg="add del">
        <pc:chgData name="Georges MATHIO" userId="1057b68d-d9cf-4cd5-bc4c-3fe68ec33e97" providerId="ADAL" clId="{B1825C25-8F2F-477C-83B1-7FAE8036AAEA}" dt="2023-11-06T12:57:28.161" v="1608"/>
        <pc:sldMkLst>
          <pc:docMk/>
          <pc:sldMk cId="2858611467" sldId="272"/>
        </pc:sldMkLst>
      </pc:sldChg>
      <pc:sldChg chg="modSp add mod">
        <pc:chgData name="Georges MATHIO" userId="1057b68d-d9cf-4cd5-bc4c-3fe68ec33e97" providerId="ADAL" clId="{B1825C25-8F2F-477C-83B1-7FAE8036AAEA}" dt="2023-11-07T14:43:36.692" v="3360" actId="20577"/>
        <pc:sldMkLst>
          <pc:docMk/>
          <pc:sldMk cId="4245620818" sldId="273"/>
        </pc:sldMkLst>
        <pc:spChg chg="mod">
          <ac:chgData name="Georges MATHIO" userId="1057b68d-d9cf-4cd5-bc4c-3fe68ec33e97" providerId="ADAL" clId="{B1825C25-8F2F-477C-83B1-7FAE8036AAEA}" dt="2023-11-07T14:43:36.692" v="3360" actId="20577"/>
          <ac:spMkLst>
            <pc:docMk/>
            <pc:sldMk cId="4245620818" sldId="273"/>
            <ac:spMk id="6" creationId="{37E68E50-1F8D-C6EF-3F0A-17CAC14C946D}"/>
          </ac:spMkLst>
        </pc:spChg>
      </pc:sldChg>
      <pc:sldChg chg="addSp delSp modSp add mod">
        <pc:chgData name="Georges MATHIO" userId="1057b68d-d9cf-4cd5-bc4c-3fe68ec33e97" providerId="ADAL" clId="{B1825C25-8F2F-477C-83B1-7FAE8036AAEA}" dt="2023-11-07T14:36:47.339" v="3080" actId="478"/>
        <pc:sldMkLst>
          <pc:docMk/>
          <pc:sldMk cId="1691909115" sldId="274"/>
        </pc:sldMkLst>
        <pc:spChg chg="mod">
          <ac:chgData name="Georges MATHIO" userId="1057b68d-d9cf-4cd5-bc4c-3fe68ec33e97" providerId="ADAL" clId="{B1825C25-8F2F-477C-83B1-7FAE8036AAEA}" dt="2023-11-07T14:11:04.571" v="2583" actId="6549"/>
          <ac:spMkLst>
            <pc:docMk/>
            <pc:sldMk cId="1691909115" sldId="274"/>
            <ac:spMk id="2" creationId="{8AE1D70E-C040-1542-B36E-7DDF82084F61}"/>
          </ac:spMkLst>
        </pc:spChg>
        <pc:spChg chg="del">
          <ac:chgData name="Georges MATHIO" userId="1057b68d-d9cf-4cd5-bc4c-3fe68ec33e97" providerId="ADAL" clId="{B1825C25-8F2F-477C-83B1-7FAE8036AAEA}" dt="2023-11-07T14:11:08.073" v="2584" actId="478"/>
          <ac:spMkLst>
            <pc:docMk/>
            <pc:sldMk cId="1691909115" sldId="274"/>
            <ac:spMk id="4" creationId="{46CA3815-7C3E-59B9-C0A9-9A7C4340D8CB}"/>
          </ac:spMkLst>
        </pc:spChg>
        <pc:spChg chg="add mod">
          <ac:chgData name="Georges MATHIO" userId="1057b68d-d9cf-4cd5-bc4c-3fe68ec33e97" providerId="ADAL" clId="{B1825C25-8F2F-477C-83B1-7FAE8036AAEA}" dt="2023-11-07T14:34:47.620" v="3057" actId="20577"/>
          <ac:spMkLst>
            <pc:docMk/>
            <pc:sldMk cId="1691909115" sldId="274"/>
            <ac:spMk id="7" creationId="{91240AA6-AD32-6D88-650C-42A43823A118}"/>
          </ac:spMkLst>
        </pc:spChg>
        <pc:spChg chg="add mod">
          <ac:chgData name="Georges MATHIO" userId="1057b68d-d9cf-4cd5-bc4c-3fe68ec33e97" providerId="ADAL" clId="{B1825C25-8F2F-477C-83B1-7FAE8036AAEA}" dt="2023-11-07T14:32:20.313" v="3001" actId="114"/>
          <ac:spMkLst>
            <pc:docMk/>
            <pc:sldMk cId="1691909115" sldId="274"/>
            <ac:spMk id="9" creationId="{5D5DE5EA-705A-2249-56EA-B56038AC28AC}"/>
          </ac:spMkLst>
        </pc:spChg>
        <pc:spChg chg="mod">
          <ac:chgData name="Georges MATHIO" userId="1057b68d-d9cf-4cd5-bc4c-3fe68ec33e97" providerId="ADAL" clId="{B1825C25-8F2F-477C-83B1-7FAE8036AAEA}" dt="2023-11-07T14:10:31.077" v="2498" actId="1038"/>
          <ac:spMkLst>
            <pc:docMk/>
            <pc:sldMk cId="1691909115" sldId="274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7T14:10:42.877" v="2551" actId="1038"/>
          <ac:spMkLst>
            <pc:docMk/>
            <pc:sldMk cId="1691909115" sldId="274"/>
            <ac:spMk id="11" creationId="{3BDEC5D5-BF8E-0204-4176-73A7DB110090}"/>
          </ac:spMkLst>
        </pc:spChg>
        <pc:spChg chg="mod">
          <ac:chgData name="Georges MATHIO" userId="1057b68d-d9cf-4cd5-bc4c-3fe68ec33e97" providerId="ADAL" clId="{B1825C25-8F2F-477C-83B1-7FAE8036AAEA}" dt="2023-11-07T14:30:53.847" v="2966" actId="1036"/>
          <ac:spMkLst>
            <pc:docMk/>
            <pc:sldMk cId="1691909115" sldId="274"/>
            <ac:spMk id="12" creationId="{E0568965-B3C1-C522-D042-9FFF0D700724}"/>
          </ac:spMkLst>
        </pc:spChg>
        <pc:spChg chg="add del mod">
          <ac:chgData name="Georges MATHIO" userId="1057b68d-d9cf-4cd5-bc4c-3fe68ec33e97" providerId="ADAL" clId="{B1825C25-8F2F-477C-83B1-7FAE8036AAEA}" dt="2023-11-07T14:29:26.424" v="2909" actId="478"/>
          <ac:spMkLst>
            <pc:docMk/>
            <pc:sldMk cId="1691909115" sldId="274"/>
            <ac:spMk id="20" creationId="{CCD3A7DE-16ED-ED7E-5519-D00AA854ED0D}"/>
          </ac:spMkLst>
        </pc:spChg>
        <pc:spChg chg="add mod">
          <ac:chgData name="Georges MATHIO" userId="1057b68d-d9cf-4cd5-bc4c-3fe68ec33e97" providerId="ADAL" clId="{B1825C25-8F2F-477C-83B1-7FAE8036AAEA}" dt="2023-11-07T14:30:46.913" v="2932" actId="1076"/>
          <ac:spMkLst>
            <pc:docMk/>
            <pc:sldMk cId="1691909115" sldId="274"/>
            <ac:spMk id="24" creationId="{B228B6FB-75C6-0C0A-E429-FE77FDCA87BE}"/>
          </ac:spMkLst>
        </pc:spChg>
        <pc:spChg chg="add mod">
          <ac:chgData name="Georges MATHIO" userId="1057b68d-d9cf-4cd5-bc4c-3fe68ec33e97" providerId="ADAL" clId="{B1825C25-8F2F-477C-83B1-7FAE8036AAEA}" dt="2023-11-07T14:32:42.789" v="3029" actId="1038"/>
          <ac:spMkLst>
            <pc:docMk/>
            <pc:sldMk cId="1691909115" sldId="274"/>
            <ac:spMk id="25" creationId="{A0B9D0C7-ED04-752F-FBBD-3AF8952E157C}"/>
          </ac:spMkLst>
        </pc:spChg>
        <pc:spChg chg="add mod">
          <ac:chgData name="Georges MATHIO" userId="1057b68d-d9cf-4cd5-bc4c-3fe68ec33e97" providerId="ADAL" clId="{B1825C25-8F2F-477C-83B1-7FAE8036AAEA}" dt="2023-11-07T14:31:36.992" v="2985" actId="20577"/>
          <ac:spMkLst>
            <pc:docMk/>
            <pc:sldMk cId="1691909115" sldId="274"/>
            <ac:spMk id="30" creationId="{5504AB71-52BA-53FA-57D3-D6D2D653DA28}"/>
          </ac:spMkLst>
        </pc:spChg>
        <pc:spChg chg="add mod">
          <ac:chgData name="Georges MATHIO" userId="1057b68d-d9cf-4cd5-bc4c-3fe68ec33e97" providerId="ADAL" clId="{B1825C25-8F2F-477C-83B1-7FAE8036AAEA}" dt="2023-11-07T14:32:29.765" v="3006" actId="20577"/>
          <ac:spMkLst>
            <pc:docMk/>
            <pc:sldMk cId="1691909115" sldId="274"/>
            <ac:spMk id="34" creationId="{FD753051-2306-40C1-7D7D-F7789A926A37}"/>
          </ac:spMkLst>
        </pc:spChg>
        <pc:picChg chg="del mod">
          <ac:chgData name="Georges MATHIO" userId="1057b68d-d9cf-4cd5-bc4c-3fe68ec33e97" providerId="ADAL" clId="{B1825C25-8F2F-477C-83B1-7FAE8036AAEA}" dt="2023-11-07T14:33:05.202" v="3033" actId="478"/>
          <ac:picMkLst>
            <pc:docMk/>
            <pc:sldMk cId="1691909115" sldId="274"/>
            <ac:picMk id="3" creationId="{90C195DF-DA86-2994-E50C-23B6278D1C09}"/>
          </ac:picMkLst>
        </pc:picChg>
        <pc:picChg chg="mod">
          <ac:chgData name="Georges MATHIO" userId="1057b68d-d9cf-4cd5-bc4c-3fe68ec33e97" providerId="ADAL" clId="{B1825C25-8F2F-477C-83B1-7FAE8036AAEA}" dt="2023-11-07T14:35:07.119" v="3062" actId="1076"/>
          <ac:picMkLst>
            <pc:docMk/>
            <pc:sldMk cId="1691909115" sldId="274"/>
            <ac:picMk id="4" creationId="{FE01F8BE-BF6E-3886-D97A-D326E17440C8}"/>
          </ac:picMkLst>
        </pc:picChg>
        <pc:picChg chg="add mod">
          <ac:chgData name="Georges MATHIO" userId="1057b68d-d9cf-4cd5-bc4c-3fe68ec33e97" providerId="ADAL" clId="{B1825C25-8F2F-477C-83B1-7FAE8036AAEA}" dt="2023-11-07T14:26:56.201" v="2817" actId="27349"/>
          <ac:picMkLst>
            <pc:docMk/>
            <pc:sldMk cId="1691909115" sldId="274"/>
            <ac:picMk id="6" creationId="{9BF96C06-565D-701E-9A05-A0D9D7D80722}"/>
          </ac:picMkLst>
        </pc:picChg>
        <pc:picChg chg="add mod">
          <ac:chgData name="Georges MATHIO" userId="1057b68d-d9cf-4cd5-bc4c-3fe68ec33e97" providerId="ADAL" clId="{B1825C25-8F2F-477C-83B1-7FAE8036AAEA}" dt="2023-11-07T14:26:42.749" v="2814" actId="1036"/>
          <ac:picMkLst>
            <pc:docMk/>
            <pc:sldMk cId="1691909115" sldId="274"/>
            <ac:picMk id="8" creationId="{F7587780-EC2D-8422-0F45-7F8FD1C96997}"/>
          </ac:picMkLst>
        </pc:picChg>
        <pc:picChg chg="add del mod">
          <ac:chgData name="Georges MATHIO" userId="1057b68d-d9cf-4cd5-bc4c-3fe68ec33e97" providerId="ADAL" clId="{B1825C25-8F2F-477C-83B1-7FAE8036AAEA}" dt="2023-11-07T14:26:09.424" v="2749" actId="478"/>
          <ac:picMkLst>
            <pc:docMk/>
            <pc:sldMk cId="1691909115" sldId="274"/>
            <ac:picMk id="13" creationId="{6F8CC6EF-9570-AB53-5D4B-AF6707189A21}"/>
          </ac:picMkLst>
        </pc:picChg>
        <pc:picChg chg="add mod">
          <ac:chgData name="Georges MATHIO" userId="1057b68d-d9cf-4cd5-bc4c-3fe68ec33e97" providerId="ADAL" clId="{B1825C25-8F2F-477C-83B1-7FAE8036AAEA}" dt="2023-11-07T14:28:09.927" v="2864" actId="1037"/>
          <ac:picMkLst>
            <pc:docMk/>
            <pc:sldMk cId="1691909115" sldId="274"/>
            <ac:picMk id="15" creationId="{268B2C64-975A-B0F3-886B-B4F9D97764C5}"/>
          </ac:picMkLst>
        </pc:picChg>
        <pc:picChg chg="add mod">
          <ac:chgData name="Georges MATHIO" userId="1057b68d-d9cf-4cd5-bc4c-3fe68ec33e97" providerId="ADAL" clId="{B1825C25-8F2F-477C-83B1-7FAE8036AAEA}" dt="2023-11-07T14:31:24.677" v="2978" actId="1076"/>
          <ac:picMkLst>
            <pc:docMk/>
            <pc:sldMk cId="1691909115" sldId="274"/>
            <ac:picMk id="16" creationId="{3EAF83DA-A10B-B2E4-61CB-C78BE0EC2B48}"/>
          </ac:picMkLst>
        </pc:picChg>
        <pc:picChg chg="add del mod ord">
          <ac:chgData name="Georges MATHIO" userId="1057b68d-d9cf-4cd5-bc4c-3fe68ec33e97" providerId="ADAL" clId="{B1825C25-8F2F-477C-83B1-7FAE8036AAEA}" dt="2023-11-07T14:36:42.561" v="3079" actId="1076"/>
          <ac:picMkLst>
            <pc:docMk/>
            <pc:sldMk cId="1691909115" sldId="274"/>
            <ac:picMk id="35" creationId="{0343F149-D8D3-267E-BBB2-D6C471082F40}"/>
          </ac:picMkLst>
        </pc:picChg>
        <pc:picChg chg="add mod">
          <ac:chgData name="Georges MATHIO" userId="1057b68d-d9cf-4cd5-bc4c-3fe68ec33e97" providerId="ADAL" clId="{B1825C25-8F2F-477C-83B1-7FAE8036AAEA}" dt="2023-11-07T14:36:42.561" v="3079" actId="1076"/>
          <ac:picMkLst>
            <pc:docMk/>
            <pc:sldMk cId="1691909115" sldId="274"/>
            <ac:picMk id="37" creationId="{1C0205A5-5C59-FCAF-FBEB-1009D12850FA}"/>
          </ac:picMkLst>
        </pc:picChg>
        <pc:picChg chg="add del mod">
          <ac:chgData name="Georges MATHIO" userId="1057b68d-d9cf-4cd5-bc4c-3fe68ec33e97" providerId="ADAL" clId="{B1825C25-8F2F-477C-83B1-7FAE8036AAEA}" dt="2023-11-07T14:36:47.339" v="3080" actId="478"/>
          <ac:picMkLst>
            <pc:docMk/>
            <pc:sldMk cId="1691909115" sldId="274"/>
            <ac:picMk id="39" creationId="{9E929569-E14A-B2A9-8D7E-F02FFDF860B5}"/>
          </ac:picMkLst>
        </pc:picChg>
        <pc:cxnChg chg="add del mod">
          <ac:chgData name="Georges MATHIO" userId="1057b68d-d9cf-4cd5-bc4c-3fe68ec33e97" providerId="ADAL" clId="{B1825C25-8F2F-477C-83B1-7FAE8036AAEA}" dt="2023-11-07T14:29:09.324" v="2906" actId="478"/>
          <ac:cxnSpMkLst>
            <pc:docMk/>
            <pc:sldMk cId="1691909115" sldId="274"/>
            <ac:cxnSpMk id="18" creationId="{15C09B2E-63FC-AE56-B8CC-939929AC3232}"/>
          </ac:cxnSpMkLst>
        </pc:cxnChg>
        <pc:cxnChg chg="add mod">
          <ac:chgData name="Georges MATHIO" userId="1057b68d-d9cf-4cd5-bc4c-3fe68ec33e97" providerId="ADAL" clId="{B1825C25-8F2F-477C-83B1-7FAE8036AAEA}" dt="2023-11-07T14:29:52.794" v="2913"/>
          <ac:cxnSpMkLst>
            <pc:docMk/>
            <pc:sldMk cId="1691909115" sldId="274"/>
            <ac:cxnSpMk id="21" creationId="{C3299BA4-2DF6-7B01-77E3-7FEAE5335635}"/>
          </ac:cxnSpMkLst>
        </pc:cxnChg>
        <pc:cxnChg chg="add mod">
          <ac:chgData name="Georges MATHIO" userId="1057b68d-d9cf-4cd5-bc4c-3fe68ec33e97" providerId="ADAL" clId="{B1825C25-8F2F-477C-83B1-7FAE8036AAEA}" dt="2023-11-07T14:31:26.804" v="2979" actId="14100"/>
          <ac:cxnSpMkLst>
            <pc:docMk/>
            <pc:sldMk cId="1691909115" sldId="274"/>
            <ac:cxnSpMk id="26" creationId="{F4D43A43-942C-A5E6-82CC-D1D3B115E5D2}"/>
          </ac:cxnSpMkLst>
        </pc:cxnChg>
        <pc:cxnChg chg="add mod">
          <ac:chgData name="Georges MATHIO" userId="1057b68d-d9cf-4cd5-bc4c-3fe68ec33e97" providerId="ADAL" clId="{B1825C25-8F2F-477C-83B1-7FAE8036AAEA}" dt="2023-11-07T14:31:45.165" v="2988" actId="14100"/>
          <ac:cxnSpMkLst>
            <pc:docMk/>
            <pc:sldMk cId="1691909115" sldId="274"/>
            <ac:cxnSpMk id="31" creationId="{441D07AA-8742-CAB3-CCFF-2C425A2926D0}"/>
          </ac:cxnSpMkLst>
        </pc:cxnChg>
      </pc:sldChg>
      <pc:sldMasterChg chg="addSp delSp modSp mod">
        <pc:chgData name="Georges MATHIO" userId="1057b68d-d9cf-4cd5-bc4c-3fe68ec33e97" providerId="ADAL" clId="{B1825C25-8F2F-477C-83B1-7FAE8036AAEA}" dt="2023-11-06T10:27:11.332" v="1495"/>
        <pc:sldMasterMkLst>
          <pc:docMk/>
          <pc:sldMasterMk cId="0" sldId="2147483648"/>
        </pc:sldMasterMkLst>
        <pc:spChg chg="add mod">
          <ac:chgData name="Georges MATHIO" userId="1057b68d-d9cf-4cd5-bc4c-3fe68ec33e97" providerId="ADAL" clId="{B1825C25-8F2F-477C-83B1-7FAE8036AAEA}" dt="2023-11-06T10:27:11.332" v="1495"/>
          <ac:spMkLst>
            <pc:docMk/>
            <pc:sldMasterMk cId="0" sldId="2147483648"/>
            <ac:spMk id="7" creationId="{E96F11E8-A326-51EB-DE33-4822A181AB5A}"/>
          </ac:spMkLst>
        </pc:spChg>
        <pc:picChg chg="del">
          <ac:chgData name="Georges MATHIO" userId="1057b68d-d9cf-4cd5-bc4c-3fe68ec33e97" providerId="ADAL" clId="{B1825C25-8F2F-477C-83B1-7FAE8036AAEA}" dt="2023-11-06T10:27:10.381" v="1494" actId="478"/>
          <ac:picMkLst>
            <pc:docMk/>
            <pc:sldMasterMk cId="0" sldId="2147483648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B1825C25-8F2F-477C-83B1-7FAE8036AAEA}" dt="2023-11-06T10:27:11.332" v="1495"/>
          <ac:picMkLst>
            <pc:docMk/>
            <pc:sldMasterMk cId="0" sldId="2147483648"/>
            <ac:picMk id="9" creationId="{9850B2AE-A99D-169E-85CF-6A0FD36326C7}"/>
          </ac:picMkLst>
        </pc:pic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F681E2-B78D-4480-9F4A-2328668DF93B}" type="doc">
      <dgm:prSet loTypeId="urn:microsoft.com/office/officeart/2005/8/layout/hProcess6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GB"/>
        </a:p>
      </dgm:t>
    </dgm:pt>
    <dgm:pt modelId="{494B4C04-5EEC-4DE6-97C7-5E6055C217AA}">
      <dgm:prSet phldrT="[Text]" phldr="0"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Source code</a:t>
          </a:r>
        </a:p>
      </dgm:t>
    </dgm:pt>
    <dgm:pt modelId="{F9F433BC-DA79-4EA6-B379-903328C99A6E}" type="parTrans" cxnId="{9979EF8B-94BD-4F69-90EA-41CFF26B0271}">
      <dgm:prSet/>
      <dgm:spPr/>
      <dgm:t>
        <a:bodyPr/>
        <a:lstStyle/>
        <a:p>
          <a:endParaRPr lang="en-GB"/>
        </a:p>
      </dgm:t>
    </dgm:pt>
    <dgm:pt modelId="{7C0ABE18-1763-40B8-A9AE-AB03CB02ED50}" type="sibTrans" cxnId="{9979EF8B-94BD-4F69-90EA-41CFF26B0271}">
      <dgm:prSet/>
      <dgm:spPr/>
      <dgm:t>
        <a:bodyPr/>
        <a:lstStyle/>
        <a:p>
          <a:endParaRPr lang="en-GB"/>
        </a:p>
      </dgm:t>
    </dgm:pt>
    <dgm:pt modelId="{24FBA36A-0FF1-41AC-9E5C-3C0B6E813D42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Program</a:t>
          </a:r>
          <a:endParaRPr lang="en-GB"/>
        </a:p>
      </dgm:t>
    </dgm:pt>
    <dgm:pt modelId="{6422CAC5-652C-441F-8B51-B25530DA17AE}" type="parTrans" cxnId="{01206180-B1C1-4417-809F-BA0C005E62EF}">
      <dgm:prSet/>
      <dgm:spPr/>
      <dgm:t>
        <a:bodyPr/>
        <a:lstStyle/>
        <a:p>
          <a:endParaRPr lang="en-GB"/>
        </a:p>
      </dgm:t>
    </dgm:pt>
    <dgm:pt modelId="{CAC4D936-6F09-4172-BD05-57BFC5846A02}" type="sibTrans" cxnId="{01206180-B1C1-4417-809F-BA0C005E62EF}">
      <dgm:prSet/>
      <dgm:spPr/>
      <dgm:t>
        <a:bodyPr/>
        <a:lstStyle/>
        <a:p>
          <a:endParaRPr lang="en-GB"/>
        </a:p>
      </dgm:t>
    </dgm:pt>
    <dgm:pt modelId="{B6FBDDB6-8830-435F-B6BB-029C1B2C6CAF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Process</a:t>
          </a:r>
          <a:endParaRPr lang="en-GB"/>
        </a:p>
      </dgm:t>
    </dgm:pt>
    <dgm:pt modelId="{34D59F0F-C5CC-4028-AF28-28323180D928}" type="parTrans" cxnId="{A069CCE6-35AF-4332-9F0F-FAC7FF7FA640}">
      <dgm:prSet/>
      <dgm:spPr/>
      <dgm:t>
        <a:bodyPr/>
        <a:lstStyle/>
        <a:p>
          <a:endParaRPr lang="en-GB"/>
        </a:p>
      </dgm:t>
    </dgm:pt>
    <dgm:pt modelId="{5E7E5497-4DAB-44D9-A847-CD237767F6A4}" type="sibTrans" cxnId="{A069CCE6-35AF-4332-9F0F-FAC7FF7FA640}">
      <dgm:prSet/>
      <dgm:spPr/>
      <dgm:t>
        <a:bodyPr/>
        <a:lstStyle/>
        <a:p>
          <a:endParaRPr lang="en-GB"/>
        </a:p>
      </dgm:t>
    </dgm:pt>
    <dgm:pt modelId="{BF748E04-8B46-4C0E-9113-93C7B97046A3}">
      <dgm:prSet phldr="0" custT="1"/>
      <dgm:spPr/>
      <dgm:t>
        <a:bodyPr/>
        <a:lstStyle/>
        <a:p>
          <a:r>
            <a:rPr lang="en-GB" sz="3200" b="1">
              <a:latin typeface="Calibri Light" panose="020F0302020204030204"/>
            </a:rPr>
            <a:t>Build</a:t>
          </a:r>
          <a:endParaRPr lang="en-GB" sz="3200" b="1"/>
        </a:p>
      </dgm:t>
    </dgm:pt>
    <dgm:pt modelId="{AADAAEAF-A943-42B6-8C71-00570942567C}" type="parTrans" cxnId="{863A2142-ACB1-432A-B9D0-1307924B264A}">
      <dgm:prSet/>
      <dgm:spPr/>
      <dgm:t>
        <a:bodyPr/>
        <a:lstStyle/>
        <a:p>
          <a:endParaRPr lang="fr-FR"/>
        </a:p>
      </dgm:t>
    </dgm:pt>
    <dgm:pt modelId="{6872ABD6-EC7E-43D5-A6F0-67D9D2ABC305}" type="sibTrans" cxnId="{863A2142-ACB1-432A-B9D0-1307924B264A}">
      <dgm:prSet/>
      <dgm:spPr/>
      <dgm:t>
        <a:bodyPr/>
        <a:lstStyle/>
        <a:p>
          <a:endParaRPr lang="fr-FR"/>
        </a:p>
      </dgm:t>
    </dgm:pt>
    <dgm:pt modelId="{5E7C49F6-CB3A-4ED5-8569-9B47F8E1EC0E}">
      <dgm:prSet phldr="0" custT="1"/>
      <dgm:spPr/>
      <dgm:t>
        <a:bodyPr/>
        <a:lstStyle/>
        <a:p>
          <a:pPr rtl="0"/>
          <a:r>
            <a:rPr lang="en-GB" sz="3200" b="1">
              <a:latin typeface="Calibri Light" panose="020F0302020204030204"/>
            </a:rPr>
            <a:t>Execute</a:t>
          </a:r>
        </a:p>
      </dgm:t>
    </dgm:pt>
    <dgm:pt modelId="{C8101C2D-7E48-49AE-AB18-6EF203348161}" type="parTrans" cxnId="{2BA55C18-18B0-4872-A0B4-970A14395AFC}">
      <dgm:prSet/>
      <dgm:spPr/>
      <dgm:t>
        <a:bodyPr/>
        <a:lstStyle/>
        <a:p>
          <a:endParaRPr lang="fr-FR"/>
        </a:p>
      </dgm:t>
    </dgm:pt>
    <dgm:pt modelId="{564AE69D-4B25-460A-9A46-C0CEF68741BD}" type="sibTrans" cxnId="{2BA55C18-18B0-4872-A0B4-970A14395AFC}">
      <dgm:prSet/>
      <dgm:spPr/>
      <dgm:t>
        <a:bodyPr/>
        <a:lstStyle/>
        <a:p>
          <a:endParaRPr lang="fr-FR"/>
        </a:p>
      </dgm:t>
    </dgm:pt>
    <dgm:pt modelId="{A6D2D6B0-AC1B-4419-8882-15B43B7CD7E3}" type="pres">
      <dgm:prSet presAssocID="{BAF681E2-B78D-4480-9F4A-2328668DF93B}" presName="theList" presStyleCnt="0">
        <dgm:presLayoutVars>
          <dgm:dir/>
          <dgm:animLvl val="lvl"/>
          <dgm:resizeHandles val="exact"/>
        </dgm:presLayoutVars>
      </dgm:prSet>
      <dgm:spPr/>
    </dgm:pt>
    <dgm:pt modelId="{673A8CD5-BBDB-4566-A8D3-926621DC9C02}" type="pres">
      <dgm:prSet presAssocID="{494B4C04-5EEC-4DE6-97C7-5E6055C217AA}" presName="compNode" presStyleCnt="0"/>
      <dgm:spPr/>
    </dgm:pt>
    <dgm:pt modelId="{F6AE5545-ED79-48ED-9B7C-6B7A802E5F9C}" type="pres">
      <dgm:prSet presAssocID="{494B4C04-5EEC-4DE6-97C7-5E6055C217AA}" presName="noGeometry" presStyleCnt="0"/>
      <dgm:spPr/>
    </dgm:pt>
    <dgm:pt modelId="{D8665928-4210-474B-9930-D1954764096B}" type="pres">
      <dgm:prSet presAssocID="{494B4C04-5EEC-4DE6-97C7-5E6055C217AA}" presName="childTextVisible" presStyleLbl="bgAccFollowNode1" presStyleIdx="0" presStyleCnt="3" custScaleY="66865">
        <dgm:presLayoutVars>
          <dgm:bulletEnabled val="1"/>
        </dgm:presLayoutVars>
      </dgm:prSet>
      <dgm:spPr/>
    </dgm:pt>
    <dgm:pt modelId="{C2CD3EC9-3BF1-464B-8A35-31C8A8135670}" type="pres">
      <dgm:prSet presAssocID="{494B4C04-5EEC-4DE6-97C7-5E6055C217AA}" presName="childTextHidden" presStyleLbl="bgAccFollowNode1" presStyleIdx="0" presStyleCnt="3"/>
      <dgm:spPr/>
    </dgm:pt>
    <dgm:pt modelId="{A2305C67-4BAD-4B22-A90C-0FEEEA941EEC}" type="pres">
      <dgm:prSet presAssocID="{494B4C04-5EEC-4DE6-97C7-5E6055C217A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806860-E8B4-4011-B3C9-C968B9451597}" type="pres">
      <dgm:prSet presAssocID="{494B4C04-5EEC-4DE6-97C7-5E6055C217AA}" presName="aSpace" presStyleCnt="0"/>
      <dgm:spPr/>
    </dgm:pt>
    <dgm:pt modelId="{ED36F506-EC24-4650-B9C9-602E5F668CC4}" type="pres">
      <dgm:prSet presAssocID="{24FBA36A-0FF1-41AC-9E5C-3C0B6E813D42}" presName="compNode" presStyleCnt="0"/>
      <dgm:spPr/>
    </dgm:pt>
    <dgm:pt modelId="{5A0934A0-72C4-45AC-892A-6DB391203690}" type="pres">
      <dgm:prSet presAssocID="{24FBA36A-0FF1-41AC-9E5C-3C0B6E813D42}" presName="noGeometry" presStyleCnt="0"/>
      <dgm:spPr/>
    </dgm:pt>
    <dgm:pt modelId="{4CE202C1-26B6-4AC8-9107-EA01D51A49C7}" type="pres">
      <dgm:prSet presAssocID="{24FBA36A-0FF1-41AC-9E5C-3C0B6E813D42}" presName="childTextVisible" presStyleLbl="bgAccFollowNode1" presStyleIdx="1" presStyleCnt="3" custScaleY="65488">
        <dgm:presLayoutVars>
          <dgm:bulletEnabled val="1"/>
        </dgm:presLayoutVars>
      </dgm:prSet>
      <dgm:spPr/>
    </dgm:pt>
    <dgm:pt modelId="{768F1455-2FF5-4A89-84FC-A1B8634F0015}" type="pres">
      <dgm:prSet presAssocID="{24FBA36A-0FF1-41AC-9E5C-3C0B6E813D42}" presName="childTextHidden" presStyleLbl="bgAccFollowNode1" presStyleIdx="1" presStyleCnt="3"/>
      <dgm:spPr/>
    </dgm:pt>
    <dgm:pt modelId="{222C19A2-781D-4431-AD84-198083CBE95B}" type="pres">
      <dgm:prSet presAssocID="{24FBA36A-0FF1-41AC-9E5C-3C0B6E813D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138E016-EB9E-4B50-8D9A-0E06EAE4A3F6}" type="pres">
      <dgm:prSet presAssocID="{24FBA36A-0FF1-41AC-9E5C-3C0B6E813D42}" presName="aSpace" presStyleCnt="0"/>
      <dgm:spPr/>
    </dgm:pt>
    <dgm:pt modelId="{5ABA08C5-23AD-46B9-8322-C640E7C43B5B}" type="pres">
      <dgm:prSet presAssocID="{B6FBDDB6-8830-435F-B6BB-029C1B2C6CAF}" presName="compNode" presStyleCnt="0"/>
      <dgm:spPr/>
    </dgm:pt>
    <dgm:pt modelId="{9A6C683C-C949-49A9-9912-BF0B1CE1341A}" type="pres">
      <dgm:prSet presAssocID="{B6FBDDB6-8830-435F-B6BB-029C1B2C6CAF}" presName="noGeometry" presStyleCnt="0"/>
      <dgm:spPr/>
    </dgm:pt>
    <dgm:pt modelId="{3BB9B79F-8C91-4E9E-BBDF-54BEDAC082E5}" type="pres">
      <dgm:prSet presAssocID="{B6FBDDB6-8830-435F-B6BB-029C1B2C6CAF}" presName="childTextVisible" presStyleLbl="bgAccFollowNode1" presStyleIdx="2" presStyleCnt="3" custAng="8364661" custScaleX="34637" custScaleY="15886" custLinFactNeighborX="-47797" custLinFactNeighborY="2513">
        <dgm:presLayoutVars>
          <dgm:bulletEnabled val="1"/>
        </dgm:presLayoutVars>
      </dgm:prSet>
      <dgm:spPr/>
    </dgm:pt>
    <dgm:pt modelId="{FA074B4D-38E8-41B1-B43F-A23788725F8F}" type="pres">
      <dgm:prSet presAssocID="{B6FBDDB6-8830-435F-B6BB-029C1B2C6CAF}" presName="childTextHidden" presStyleLbl="bgAccFollowNode1" presStyleIdx="2" presStyleCnt="3"/>
      <dgm:spPr/>
    </dgm:pt>
    <dgm:pt modelId="{F0CCCCA9-88CA-408E-9C5B-C8F06BA5EF0C}" type="pres">
      <dgm:prSet presAssocID="{B6FBDDB6-8830-435F-B6BB-029C1B2C6CAF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A942201-D98D-44D8-B05C-020F603C95BC}" type="presOf" srcId="{B6FBDDB6-8830-435F-B6BB-029C1B2C6CAF}" destId="{F0CCCCA9-88CA-408E-9C5B-C8F06BA5EF0C}" srcOrd="0" destOrd="0" presId="urn:microsoft.com/office/officeart/2005/8/layout/hProcess6"/>
    <dgm:cxn modelId="{05363804-78C0-444A-A80A-7C9EE5BEDA9D}" type="presOf" srcId="{5E7C49F6-CB3A-4ED5-8569-9B47F8E1EC0E}" destId="{4CE202C1-26B6-4AC8-9107-EA01D51A49C7}" srcOrd="0" destOrd="0" presId="urn:microsoft.com/office/officeart/2005/8/layout/hProcess6"/>
    <dgm:cxn modelId="{2BA55C18-18B0-4872-A0B4-970A14395AFC}" srcId="{24FBA36A-0FF1-41AC-9E5C-3C0B6E813D42}" destId="{5E7C49F6-CB3A-4ED5-8569-9B47F8E1EC0E}" srcOrd="0" destOrd="0" parTransId="{C8101C2D-7E48-49AE-AB18-6EF203348161}" sibTransId="{564AE69D-4B25-460A-9A46-C0CEF68741BD}"/>
    <dgm:cxn modelId="{A103E11E-A202-4A7E-B72D-A6C908D94DB6}" type="presOf" srcId="{BF748E04-8B46-4C0E-9113-93C7B97046A3}" destId="{C2CD3EC9-3BF1-464B-8A35-31C8A8135670}" srcOrd="1" destOrd="0" presId="urn:microsoft.com/office/officeart/2005/8/layout/hProcess6"/>
    <dgm:cxn modelId="{7487A534-FB31-482A-9CAE-250F623734C2}" type="presOf" srcId="{494B4C04-5EEC-4DE6-97C7-5E6055C217AA}" destId="{A2305C67-4BAD-4B22-A90C-0FEEEA941EEC}" srcOrd="0" destOrd="0" presId="urn:microsoft.com/office/officeart/2005/8/layout/hProcess6"/>
    <dgm:cxn modelId="{CDDA5236-C869-48EF-9F67-BB56E2D5941A}" type="presOf" srcId="{5E7C49F6-CB3A-4ED5-8569-9B47F8E1EC0E}" destId="{768F1455-2FF5-4A89-84FC-A1B8634F0015}" srcOrd="1" destOrd="0" presId="urn:microsoft.com/office/officeart/2005/8/layout/hProcess6"/>
    <dgm:cxn modelId="{863A2142-ACB1-432A-B9D0-1307924B264A}" srcId="{494B4C04-5EEC-4DE6-97C7-5E6055C217AA}" destId="{BF748E04-8B46-4C0E-9113-93C7B97046A3}" srcOrd="0" destOrd="0" parTransId="{AADAAEAF-A943-42B6-8C71-00570942567C}" sibTransId="{6872ABD6-EC7E-43D5-A6F0-67D9D2ABC305}"/>
    <dgm:cxn modelId="{01206180-B1C1-4417-809F-BA0C005E62EF}" srcId="{BAF681E2-B78D-4480-9F4A-2328668DF93B}" destId="{24FBA36A-0FF1-41AC-9E5C-3C0B6E813D42}" srcOrd="1" destOrd="0" parTransId="{6422CAC5-652C-441F-8B51-B25530DA17AE}" sibTransId="{CAC4D936-6F09-4172-BD05-57BFC5846A02}"/>
    <dgm:cxn modelId="{9979EF8B-94BD-4F69-90EA-41CFF26B0271}" srcId="{BAF681E2-B78D-4480-9F4A-2328668DF93B}" destId="{494B4C04-5EEC-4DE6-97C7-5E6055C217AA}" srcOrd="0" destOrd="0" parTransId="{F9F433BC-DA79-4EA6-B379-903328C99A6E}" sibTransId="{7C0ABE18-1763-40B8-A9AE-AB03CB02ED50}"/>
    <dgm:cxn modelId="{0AE5D998-DFFC-4B5B-810B-6D119A7C9275}" type="presOf" srcId="{BAF681E2-B78D-4480-9F4A-2328668DF93B}" destId="{A6D2D6B0-AC1B-4419-8882-15B43B7CD7E3}" srcOrd="0" destOrd="0" presId="urn:microsoft.com/office/officeart/2005/8/layout/hProcess6"/>
    <dgm:cxn modelId="{0563319C-4396-452C-ACA6-BB79123D1D23}" type="presOf" srcId="{24FBA36A-0FF1-41AC-9E5C-3C0B6E813D42}" destId="{222C19A2-781D-4431-AD84-198083CBE95B}" srcOrd="0" destOrd="0" presId="urn:microsoft.com/office/officeart/2005/8/layout/hProcess6"/>
    <dgm:cxn modelId="{923630D4-FE67-4127-8545-89468733DC25}" type="presOf" srcId="{BF748E04-8B46-4C0E-9113-93C7B97046A3}" destId="{D8665928-4210-474B-9930-D1954764096B}" srcOrd="0" destOrd="0" presId="urn:microsoft.com/office/officeart/2005/8/layout/hProcess6"/>
    <dgm:cxn modelId="{A069CCE6-35AF-4332-9F0F-FAC7FF7FA640}" srcId="{BAF681E2-B78D-4480-9F4A-2328668DF93B}" destId="{B6FBDDB6-8830-435F-B6BB-029C1B2C6CAF}" srcOrd="2" destOrd="0" parTransId="{34D59F0F-C5CC-4028-AF28-28323180D928}" sibTransId="{5E7E5497-4DAB-44D9-A847-CD237767F6A4}"/>
    <dgm:cxn modelId="{566628E6-ACAB-4DBF-9549-F18BD9BF53B8}" type="presParOf" srcId="{A6D2D6B0-AC1B-4419-8882-15B43B7CD7E3}" destId="{673A8CD5-BBDB-4566-A8D3-926621DC9C02}" srcOrd="0" destOrd="0" presId="urn:microsoft.com/office/officeart/2005/8/layout/hProcess6"/>
    <dgm:cxn modelId="{55046F99-B0BC-4DCA-AE6E-5A2DED0B7C92}" type="presParOf" srcId="{673A8CD5-BBDB-4566-A8D3-926621DC9C02}" destId="{F6AE5545-ED79-48ED-9B7C-6B7A802E5F9C}" srcOrd="0" destOrd="0" presId="urn:microsoft.com/office/officeart/2005/8/layout/hProcess6"/>
    <dgm:cxn modelId="{DF1FBCD0-D0CA-4C9F-B02A-240D2A9C3BE3}" type="presParOf" srcId="{673A8CD5-BBDB-4566-A8D3-926621DC9C02}" destId="{D8665928-4210-474B-9930-D1954764096B}" srcOrd="1" destOrd="0" presId="urn:microsoft.com/office/officeart/2005/8/layout/hProcess6"/>
    <dgm:cxn modelId="{2E9ACCC0-CFEF-4D3F-91C2-1BF031BC9A98}" type="presParOf" srcId="{673A8CD5-BBDB-4566-A8D3-926621DC9C02}" destId="{C2CD3EC9-3BF1-464B-8A35-31C8A8135670}" srcOrd="2" destOrd="0" presId="urn:microsoft.com/office/officeart/2005/8/layout/hProcess6"/>
    <dgm:cxn modelId="{AAD91B7D-675B-4E06-9C32-4B68F4EADCF8}" type="presParOf" srcId="{673A8CD5-BBDB-4566-A8D3-926621DC9C02}" destId="{A2305C67-4BAD-4B22-A90C-0FEEEA941EEC}" srcOrd="3" destOrd="0" presId="urn:microsoft.com/office/officeart/2005/8/layout/hProcess6"/>
    <dgm:cxn modelId="{4BF7872B-76B0-46D4-9539-2B497B327EF1}" type="presParOf" srcId="{A6D2D6B0-AC1B-4419-8882-15B43B7CD7E3}" destId="{94806860-E8B4-4011-B3C9-C968B9451597}" srcOrd="1" destOrd="0" presId="urn:microsoft.com/office/officeart/2005/8/layout/hProcess6"/>
    <dgm:cxn modelId="{5B0E1A0D-0ACB-4383-9941-5C0E0F05C6F9}" type="presParOf" srcId="{A6D2D6B0-AC1B-4419-8882-15B43B7CD7E3}" destId="{ED36F506-EC24-4650-B9C9-602E5F668CC4}" srcOrd="2" destOrd="0" presId="urn:microsoft.com/office/officeart/2005/8/layout/hProcess6"/>
    <dgm:cxn modelId="{0E07F28F-876D-4FF6-B7B8-0742AF8BDE8E}" type="presParOf" srcId="{ED36F506-EC24-4650-B9C9-602E5F668CC4}" destId="{5A0934A0-72C4-45AC-892A-6DB391203690}" srcOrd="0" destOrd="0" presId="urn:microsoft.com/office/officeart/2005/8/layout/hProcess6"/>
    <dgm:cxn modelId="{D2722615-30BB-4672-8F7F-3381330D38CE}" type="presParOf" srcId="{ED36F506-EC24-4650-B9C9-602E5F668CC4}" destId="{4CE202C1-26B6-4AC8-9107-EA01D51A49C7}" srcOrd="1" destOrd="0" presId="urn:microsoft.com/office/officeart/2005/8/layout/hProcess6"/>
    <dgm:cxn modelId="{311F7626-3207-4249-A406-6AF0EC7ECC5C}" type="presParOf" srcId="{ED36F506-EC24-4650-B9C9-602E5F668CC4}" destId="{768F1455-2FF5-4A89-84FC-A1B8634F0015}" srcOrd="2" destOrd="0" presId="urn:microsoft.com/office/officeart/2005/8/layout/hProcess6"/>
    <dgm:cxn modelId="{B08A2A8F-46AE-4CBC-BD6A-B698C8ACB452}" type="presParOf" srcId="{ED36F506-EC24-4650-B9C9-602E5F668CC4}" destId="{222C19A2-781D-4431-AD84-198083CBE95B}" srcOrd="3" destOrd="0" presId="urn:microsoft.com/office/officeart/2005/8/layout/hProcess6"/>
    <dgm:cxn modelId="{E9A24092-19E2-42F5-A275-785EF06283E8}" type="presParOf" srcId="{A6D2D6B0-AC1B-4419-8882-15B43B7CD7E3}" destId="{4138E016-EB9E-4B50-8D9A-0E06EAE4A3F6}" srcOrd="3" destOrd="0" presId="urn:microsoft.com/office/officeart/2005/8/layout/hProcess6"/>
    <dgm:cxn modelId="{535211BB-8DBB-4AA9-80C2-7A7A6155FA94}" type="presParOf" srcId="{A6D2D6B0-AC1B-4419-8882-15B43B7CD7E3}" destId="{5ABA08C5-23AD-46B9-8322-C640E7C43B5B}" srcOrd="4" destOrd="0" presId="urn:microsoft.com/office/officeart/2005/8/layout/hProcess6"/>
    <dgm:cxn modelId="{BD62AD78-852C-4A74-9BE2-21105E66BE2A}" type="presParOf" srcId="{5ABA08C5-23AD-46B9-8322-C640E7C43B5B}" destId="{9A6C683C-C949-49A9-9912-BF0B1CE1341A}" srcOrd="0" destOrd="0" presId="urn:microsoft.com/office/officeart/2005/8/layout/hProcess6"/>
    <dgm:cxn modelId="{3614FF04-A798-4A41-B13F-C0D6907720DD}" type="presParOf" srcId="{5ABA08C5-23AD-46B9-8322-C640E7C43B5B}" destId="{3BB9B79F-8C91-4E9E-BBDF-54BEDAC082E5}" srcOrd="1" destOrd="0" presId="urn:microsoft.com/office/officeart/2005/8/layout/hProcess6"/>
    <dgm:cxn modelId="{0B48EB4D-1BDC-42D7-874B-9F7CA7600EA0}" type="presParOf" srcId="{5ABA08C5-23AD-46B9-8322-C640E7C43B5B}" destId="{FA074B4D-38E8-41B1-B43F-A23788725F8F}" srcOrd="2" destOrd="0" presId="urn:microsoft.com/office/officeart/2005/8/layout/hProcess6"/>
    <dgm:cxn modelId="{B0ADFBF2-CF0D-465E-8E39-418A25E2419C}" type="presParOf" srcId="{5ABA08C5-23AD-46B9-8322-C640E7C43B5B}" destId="{F0CCCCA9-88CA-408E-9C5B-C8F06BA5EF0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681E2-B78D-4480-9F4A-2328668DF93B}" type="doc">
      <dgm:prSet loTypeId="urn:microsoft.com/office/officeart/2005/8/layout/hProcess6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494B4C04-5EEC-4DE6-97C7-5E6055C217AA}">
      <dgm:prSet phldrT="[Text]" phldr="0"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Dockerfile</a:t>
          </a:r>
        </a:p>
      </dgm:t>
    </dgm:pt>
    <dgm:pt modelId="{F9F433BC-DA79-4EA6-B379-903328C99A6E}" type="parTrans" cxnId="{9979EF8B-94BD-4F69-90EA-41CFF26B0271}">
      <dgm:prSet/>
      <dgm:spPr/>
      <dgm:t>
        <a:bodyPr/>
        <a:lstStyle/>
        <a:p>
          <a:endParaRPr lang="en-GB"/>
        </a:p>
      </dgm:t>
    </dgm:pt>
    <dgm:pt modelId="{7C0ABE18-1763-40B8-A9AE-AB03CB02ED50}" type="sibTrans" cxnId="{9979EF8B-94BD-4F69-90EA-41CFF26B0271}">
      <dgm:prSet/>
      <dgm:spPr/>
      <dgm:t>
        <a:bodyPr/>
        <a:lstStyle/>
        <a:p>
          <a:endParaRPr lang="en-GB"/>
        </a:p>
      </dgm:t>
    </dgm:pt>
    <dgm:pt modelId="{24FBA36A-0FF1-41AC-9E5C-3C0B6E813D42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Image</a:t>
          </a:r>
          <a:endParaRPr lang="en-GB"/>
        </a:p>
      </dgm:t>
    </dgm:pt>
    <dgm:pt modelId="{6422CAC5-652C-441F-8B51-B25530DA17AE}" type="parTrans" cxnId="{01206180-B1C1-4417-809F-BA0C005E62EF}">
      <dgm:prSet/>
      <dgm:spPr/>
      <dgm:t>
        <a:bodyPr/>
        <a:lstStyle/>
        <a:p>
          <a:endParaRPr lang="en-GB"/>
        </a:p>
      </dgm:t>
    </dgm:pt>
    <dgm:pt modelId="{CAC4D936-6F09-4172-BD05-57BFC5846A02}" type="sibTrans" cxnId="{01206180-B1C1-4417-809F-BA0C005E62EF}">
      <dgm:prSet/>
      <dgm:spPr/>
      <dgm:t>
        <a:bodyPr/>
        <a:lstStyle/>
        <a:p>
          <a:endParaRPr lang="en-GB"/>
        </a:p>
      </dgm:t>
    </dgm:pt>
    <dgm:pt modelId="{B6FBDDB6-8830-435F-B6BB-029C1B2C6CAF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Container</a:t>
          </a:r>
          <a:endParaRPr lang="en-GB"/>
        </a:p>
      </dgm:t>
    </dgm:pt>
    <dgm:pt modelId="{34D59F0F-C5CC-4028-AF28-28323180D928}" type="parTrans" cxnId="{A069CCE6-35AF-4332-9F0F-FAC7FF7FA640}">
      <dgm:prSet/>
      <dgm:spPr/>
      <dgm:t>
        <a:bodyPr/>
        <a:lstStyle/>
        <a:p>
          <a:endParaRPr lang="en-GB"/>
        </a:p>
      </dgm:t>
    </dgm:pt>
    <dgm:pt modelId="{5E7E5497-4DAB-44D9-A847-CD237767F6A4}" type="sibTrans" cxnId="{A069CCE6-35AF-4332-9F0F-FAC7FF7FA640}">
      <dgm:prSet/>
      <dgm:spPr/>
      <dgm:t>
        <a:bodyPr/>
        <a:lstStyle/>
        <a:p>
          <a:endParaRPr lang="en-GB"/>
        </a:p>
      </dgm:t>
    </dgm:pt>
    <dgm:pt modelId="{BF748E04-8B46-4C0E-9113-93C7B97046A3}">
      <dgm:prSet phldr="0" custT="1"/>
      <dgm:spPr/>
      <dgm:t>
        <a:bodyPr/>
        <a:lstStyle/>
        <a:p>
          <a:r>
            <a:rPr lang="en-GB" sz="3200" b="1">
              <a:latin typeface="Calibri Light" panose="020F0302020204030204"/>
            </a:rPr>
            <a:t>Build</a:t>
          </a:r>
          <a:endParaRPr lang="en-GB" sz="3200" b="1"/>
        </a:p>
      </dgm:t>
    </dgm:pt>
    <dgm:pt modelId="{AADAAEAF-A943-42B6-8C71-00570942567C}" type="parTrans" cxnId="{863A2142-ACB1-432A-B9D0-1307924B264A}">
      <dgm:prSet/>
      <dgm:spPr/>
      <dgm:t>
        <a:bodyPr/>
        <a:lstStyle/>
        <a:p>
          <a:endParaRPr lang="fr-FR"/>
        </a:p>
      </dgm:t>
    </dgm:pt>
    <dgm:pt modelId="{6872ABD6-EC7E-43D5-A6F0-67D9D2ABC305}" type="sibTrans" cxnId="{863A2142-ACB1-432A-B9D0-1307924B264A}">
      <dgm:prSet/>
      <dgm:spPr/>
      <dgm:t>
        <a:bodyPr/>
        <a:lstStyle/>
        <a:p>
          <a:endParaRPr lang="fr-FR"/>
        </a:p>
      </dgm:t>
    </dgm:pt>
    <dgm:pt modelId="{5E7C49F6-CB3A-4ED5-8569-9B47F8E1EC0E}">
      <dgm:prSet phldr="0" custT="1"/>
      <dgm:spPr/>
      <dgm:t>
        <a:bodyPr/>
        <a:lstStyle/>
        <a:p>
          <a:pPr rtl="0"/>
          <a:r>
            <a:rPr lang="en-GB" sz="3200" b="1">
              <a:latin typeface="Calibri Light" panose="020F0302020204030204"/>
            </a:rPr>
            <a:t>Execute</a:t>
          </a:r>
        </a:p>
      </dgm:t>
    </dgm:pt>
    <dgm:pt modelId="{C8101C2D-7E48-49AE-AB18-6EF203348161}" type="parTrans" cxnId="{2BA55C18-18B0-4872-A0B4-970A14395AFC}">
      <dgm:prSet/>
      <dgm:spPr/>
      <dgm:t>
        <a:bodyPr/>
        <a:lstStyle/>
        <a:p>
          <a:endParaRPr lang="fr-FR"/>
        </a:p>
      </dgm:t>
    </dgm:pt>
    <dgm:pt modelId="{564AE69D-4B25-460A-9A46-C0CEF68741BD}" type="sibTrans" cxnId="{2BA55C18-18B0-4872-A0B4-970A14395AFC}">
      <dgm:prSet/>
      <dgm:spPr/>
      <dgm:t>
        <a:bodyPr/>
        <a:lstStyle/>
        <a:p>
          <a:endParaRPr lang="fr-FR"/>
        </a:p>
      </dgm:t>
    </dgm:pt>
    <dgm:pt modelId="{A6D2D6B0-AC1B-4419-8882-15B43B7CD7E3}" type="pres">
      <dgm:prSet presAssocID="{BAF681E2-B78D-4480-9F4A-2328668DF93B}" presName="theList" presStyleCnt="0">
        <dgm:presLayoutVars>
          <dgm:dir/>
          <dgm:animLvl val="lvl"/>
          <dgm:resizeHandles val="exact"/>
        </dgm:presLayoutVars>
      </dgm:prSet>
      <dgm:spPr/>
    </dgm:pt>
    <dgm:pt modelId="{673A8CD5-BBDB-4566-A8D3-926621DC9C02}" type="pres">
      <dgm:prSet presAssocID="{494B4C04-5EEC-4DE6-97C7-5E6055C217AA}" presName="compNode" presStyleCnt="0"/>
      <dgm:spPr/>
    </dgm:pt>
    <dgm:pt modelId="{F6AE5545-ED79-48ED-9B7C-6B7A802E5F9C}" type="pres">
      <dgm:prSet presAssocID="{494B4C04-5EEC-4DE6-97C7-5E6055C217AA}" presName="noGeometry" presStyleCnt="0"/>
      <dgm:spPr/>
    </dgm:pt>
    <dgm:pt modelId="{D8665928-4210-474B-9930-D1954764096B}" type="pres">
      <dgm:prSet presAssocID="{494B4C04-5EEC-4DE6-97C7-5E6055C217AA}" presName="childTextVisible" presStyleLbl="bgAccFollowNode1" presStyleIdx="0" presStyleCnt="3" custScaleY="70879">
        <dgm:presLayoutVars>
          <dgm:bulletEnabled val="1"/>
        </dgm:presLayoutVars>
      </dgm:prSet>
      <dgm:spPr/>
    </dgm:pt>
    <dgm:pt modelId="{C2CD3EC9-3BF1-464B-8A35-31C8A8135670}" type="pres">
      <dgm:prSet presAssocID="{494B4C04-5EEC-4DE6-97C7-5E6055C217AA}" presName="childTextHidden" presStyleLbl="bgAccFollowNode1" presStyleIdx="0" presStyleCnt="3"/>
      <dgm:spPr/>
    </dgm:pt>
    <dgm:pt modelId="{A2305C67-4BAD-4B22-A90C-0FEEEA941EEC}" type="pres">
      <dgm:prSet presAssocID="{494B4C04-5EEC-4DE6-97C7-5E6055C217A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806860-E8B4-4011-B3C9-C968B9451597}" type="pres">
      <dgm:prSet presAssocID="{494B4C04-5EEC-4DE6-97C7-5E6055C217AA}" presName="aSpace" presStyleCnt="0"/>
      <dgm:spPr/>
    </dgm:pt>
    <dgm:pt modelId="{ED36F506-EC24-4650-B9C9-602E5F668CC4}" type="pres">
      <dgm:prSet presAssocID="{24FBA36A-0FF1-41AC-9E5C-3C0B6E813D42}" presName="compNode" presStyleCnt="0"/>
      <dgm:spPr/>
    </dgm:pt>
    <dgm:pt modelId="{5A0934A0-72C4-45AC-892A-6DB391203690}" type="pres">
      <dgm:prSet presAssocID="{24FBA36A-0FF1-41AC-9E5C-3C0B6E813D42}" presName="noGeometry" presStyleCnt="0"/>
      <dgm:spPr/>
    </dgm:pt>
    <dgm:pt modelId="{4CE202C1-26B6-4AC8-9107-EA01D51A49C7}" type="pres">
      <dgm:prSet presAssocID="{24FBA36A-0FF1-41AC-9E5C-3C0B6E813D42}" presName="childTextVisible" presStyleLbl="bgAccFollowNode1" presStyleIdx="1" presStyleCnt="3" custScaleY="68623">
        <dgm:presLayoutVars>
          <dgm:bulletEnabled val="1"/>
        </dgm:presLayoutVars>
      </dgm:prSet>
      <dgm:spPr/>
    </dgm:pt>
    <dgm:pt modelId="{768F1455-2FF5-4A89-84FC-A1B8634F0015}" type="pres">
      <dgm:prSet presAssocID="{24FBA36A-0FF1-41AC-9E5C-3C0B6E813D42}" presName="childTextHidden" presStyleLbl="bgAccFollowNode1" presStyleIdx="1" presStyleCnt="3"/>
      <dgm:spPr/>
    </dgm:pt>
    <dgm:pt modelId="{222C19A2-781D-4431-AD84-198083CBE95B}" type="pres">
      <dgm:prSet presAssocID="{24FBA36A-0FF1-41AC-9E5C-3C0B6E813D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138E016-EB9E-4B50-8D9A-0E06EAE4A3F6}" type="pres">
      <dgm:prSet presAssocID="{24FBA36A-0FF1-41AC-9E5C-3C0B6E813D42}" presName="aSpace" presStyleCnt="0"/>
      <dgm:spPr/>
    </dgm:pt>
    <dgm:pt modelId="{5ABA08C5-23AD-46B9-8322-C640E7C43B5B}" type="pres">
      <dgm:prSet presAssocID="{B6FBDDB6-8830-435F-B6BB-029C1B2C6CAF}" presName="compNode" presStyleCnt="0"/>
      <dgm:spPr/>
    </dgm:pt>
    <dgm:pt modelId="{9A6C683C-C949-49A9-9912-BF0B1CE1341A}" type="pres">
      <dgm:prSet presAssocID="{B6FBDDB6-8830-435F-B6BB-029C1B2C6CAF}" presName="noGeometry" presStyleCnt="0"/>
      <dgm:spPr/>
    </dgm:pt>
    <dgm:pt modelId="{3BB9B79F-8C91-4E9E-BBDF-54BEDAC082E5}" type="pres">
      <dgm:prSet presAssocID="{B6FBDDB6-8830-435F-B6BB-029C1B2C6CAF}" presName="childTextVisible" presStyleLbl="bgAccFollowNode1" presStyleIdx="2" presStyleCnt="3" custScaleX="14693" custScaleY="30271" custLinFactNeighborX="-45028" custLinFactNeighborY="2256">
        <dgm:presLayoutVars>
          <dgm:bulletEnabled val="1"/>
        </dgm:presLayoutVars>
      </dgm:prSet>
      <dgm:spPr/>
    </dgm:pt>
    <dgm:pt modelId="{FA074B4D-38E8-41B1-B43F-A23788725F8F}" type="pres">
      <dgm:prSet presAssocID="{B6FBDDB6-8830-435F-B6BB-029C1B2C6CAF}" presName="childTextHidden" presStyleLbl="bgAccFollowNode1" presStyleIdx="2" presStyleCnt="3"/>
      <dgm:spPr/>
    </dgm:pt>
    <dgm:pt modelId="{F0CCCCA9-88CA-408E-9C5B-C8F06BA5EF0C}" type="pres">
      <dgm:prSet presAssocID="{B6FBDDB6-8830-435F-B6BB-029C1B2C6CAF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A942201-D98D-44D8-B05C-020F603C95BC}" type="presOf" srcId="{B6FBDDB6-8830-435F-B6BB-029C1B2C6CAF}" destId="{F0CCCCA9-88CA-408E-9C5B-C8F06BA5EF0C}" srcOrd="0" destOrd="0" presId="urn:microsoft.com/office/officeart/2005/8/layout/hProcess6"/>
    <dgm:cxn modelId="{05363804-78C0-444A-A80A-7C9EE5BEDA9D}" type="presOf" srcId="{5E7C49F6-CB3A-4ED5-8569-9B47F8E1EC0E}" destId="{4CE202C1-26B6-4AC8-9107-EA01D51A49C7}" srcOrd="0" destOrd="0" presId="urn:microsoft.com/office/officeart/2005/8/layout/hProcess6"/>
    <dgm:cxn modelId="{2BA55C18-18B0-4872-A0B4-970A14395AFC}" srcId="{24FBA36A-0FF1-41AC-9E5C-3C0B6E813D42}" destId="{5E7C49F6-CB3A-4ED5-8569-9B47F8E1EC0E}" srcOrd="0" destOrd="0" parTransId="{C8101C2D-7E48-49AE-AB18-6EF203348161}" sibTransId="{564AE69D-4B25-460A-9A46-C0CEF68741BD}"/>
    <dgm:cxn modelId="{A103E11E-A202-4A7E-B72D-A6C908D94DB6}" type="presOf" srcId="{BF748E04-8B46-4C0E-9113-93C7B97046A3}" destId="{C2CD3EC9-3BF1-464B-8A35-31C8A8135670}" srcOrd="1" destOrd="0" presId="urn:microsoft.com/office/officeart/2005/8/layout/hProcess6"/>
    <dgm:cxn modelId="{7487A534-FB31-482A-9CAE-250F623734C2}" type="presOf" srcId="{494B4C04-5EEC-4DE6-97C7-5E6055C217AA}" destId="{A2305C67-4BAD-4B22-A90C-0FEEEA941EEC}" srcOrd="0" destOrd="0" presId="urn:microsoft.com/office/officeart/2005/8/layout/hProcess6"/>
    <dgm:cxn modelId="{CDDA5236-C869-48EF-9F67-BB56E2D5941A}" type="presOf" srcId="{5E7C49F6-CB3A-4ED5-8569-9B47F8E1EC0E}" destId="{768F1455-2FF5-4A89-84FC-A1B8634F0015}" srcOrd="1" destOrd="0" presId="urn:microsoft.com/office/officeart/2005/8/layout/hProcess6"/>
    <dgm:cxn modelId="{863A2142-ACB1-432A-B9D0-1307924B264A}" srcId="{494B4C04-5EEC-4DE6-97C7-5E6055C217AA}" destId="{BF748E04-8B46-4C0E-9113-93C7B97046A3}" srcOrd="0" destOrd="0" parTransId="{AADAAEAF-A943-42B6-8C71-00570942567C}" sibTransId="{6872ABD6-EC7E-43D5-A6F0-67D9D2ABC305}"/>
    <dgm:cxn modelId="{01206180-B1C1-4417-809F-BA0C005E62EF}" srcId="{BAF681E2-B78D-4480-9F4A-2328668DF93B}" destId="{24FBA36A-0FF1-41AC-9E5C-3C0B6E813D42}" srcOrd="1" destOrd="0" parTransId="{6422CAC5-652C-441F-8B51-B25530DA17AE}" sibTransId="{CAC4D936-6F09-4172-BD05-57BFC5846A02}"/>
    <dgm:cxn modelId="{9979EF8B-94BD-4F69-90EA-41CFF26B0271}" srcId="{BAF681E2-B78D-4480-9F4A-2328668DF93B}" destId="{494B4C04-5EEC-4DE6-97C7-5E6055C217AA}" srcOrd="0" destOrd="0" parTransId="{F9F433BC-DA79-4EA6-B379-903328C99A6E}" sibTransId="{7C0ABE18-1763-40B8-A9AE-AB03CB02ED50}"/>
    <dgm:cxn modelId="{0AE5D998-DFFC-4B5B-810B-6D119A7C9275}" type="presOf" srcId="{BAF681E2-B78D-4480-9F4A-2328668DF93B}" destId="{A6D2D6B0-AC1B-4419-8882-15B43B7CD7E3}" srcOrd="0" destOrd="0" presId="urn:microsoft.com/office/officeart/2005/8/layout/hProcess6"/>
    <dgm:cxn modelId="{0563319C-4396-452C-ACA6-BB79123D1D23}" type="presOf" srcId="{24FBA36A-0FF1-41AC-9E5C-3C0B6E813D42}" destId="{222C19A2-781D-4431-AD84-198083CBE95B}" srcOrd="0" destOrd="0" presId="urn:microsoft.com/office/officeart/2005/8/layout/hProcess6"/>
    <dgm:cxn modelId="{923630D4-FE67-4127-8545-89468733DC25}" type="presOf" srcId="{BF748E04-8B46-4C0E-9113-93C7B97046A3}" destId="{D8665928-4210-474B-9930-D1954764096B}" srcOrd="0" destOrd="0" presId="urn:microsoft.com/office/officeart/2005/8/layout/hProcess6"/>
    <dgm:cxn modelId="{A069CCE6-35AF-4332-9F0F-FAC7FF7FA640}" srcId="{BAF681E2-B78D-4480-9F4A-2328668DF93B}" destId="{B6FBDDB6-8830-435F-B6BB-029C1B2C6CAF}" srcOrd="2" destOrd="0" parTransId="{34D59F0F-C5CC-4028-AF28-28323180D928}" sibTransId="{5E7E5497-4DAB-44D9-A847-CD237767F6A4}"/>
    <dgm:cxn modelId="{566628E6-ACAB-4DBF-9549-F18BD9BF53B8}" type="presParOf" srcId="{A6D2D6B0-AC1B-4419-8882-15B43B7CD7E3}" destId="{673A8CD5-BBDB-4566-A8D3-926621DC9C02}" srcOrd="0" destOrd="0" presId="urn:microsoft.com/office/officeart/2005/8/layout/hProcess6"/>
    <dgm:cxn modelId="{55046F99-B0BC-4DCA-AE6E-5A2DED0B7C92}" type="presParOf" srcId="{673A8CD5-BBDB-4566-A8D3-926621DC9C02}" destId="{F6AE5545-ED79-48ED-9B7C-6B7A802E5F9C}" srcOrd="0" destOrd="0" presId="urn:microsoft.com/office/officeart/2005/8/layout/hProcess6"/>
    <dgm:cxn modelId="{DF1FBCD0-D0CA-4C9F-B02A-240D2A9C3BE3}" type="presParOf" srcId="{673A8CD5-BBDB-4566-A8D3-926621DC9C02}" destId="{D8665928-4210-474B-9930-D1954764096B}" srcOrd="1" destOrd="0" presId="urn:microsoft.com/office/officeart/2005/8/layout/hProcess6"/>
    <dgm:cxn modelId="{2E9ACCC0-CFEF-4D3F-91C2-1BF031BC9A98}" type="presParOf" srcId="{673A8CD5-BBDB-4566-A8D3-926621DC9C02}" destId="{C2CD3EC9-3BF1-464B-8A35-31C8A8135670}" srcOrd="2" destOrd="0" presId="urn:microsoft.com/office/officeart/2005/8/layout/hProcess6"/>
    <dgm:cxn modelId="{AAD91B7D-675B-4E06-9C32-4B68F4EADCF8}" type="presParOf" srcId="{673A8CD5-BBDB-4566-A8D3-926621DC9C02}" destId="{A2305C67-4BAD-4B22-A90C-0FEEEA941EEC}" srcOrd="3" destOrd="0" presId="urn:microsoft.com/office/officeart/2005/8/layout/hProcess6"/>
    <dgm:cxn modelId="{4BF7872B-76B0-46D4-9539-2B497B327EF1}" type="presParOf" srcId="{A6D2D6B0-AC1B-4419-8882-15B43B7CD7E3}" destId="{94806860-E8B4-4011-B3C9-C968B9451597}" srcOrd="1" destOrd="0" presId="urn:microsoft.com/office/officeart/2005/8/layout/hProcess6"/>
    <dgm:cxn modelId="{5B0E1A0D-0ACB-4383-9941-5C0E0F05C6F9}" type="presParOf" srcId="{A6D2D6B0-AC1B-4419-8882-15B43B7CD7E3}" destId="{ED36F506-EC24-4650-B9C9-602E5F668CC4}" srcOrd="2" destOrd="0" presId="urn:microsoft.com/office/officeart/2005/8/layout/hProcess6"/>
    <dgm:cxn modelId="{0E07F28F-876D-4FF6-B7B8-0742AF8BDE8E}" type="presParOf" srcId="{ED36F506-EC24-4650-B9C9-602E5F668CC4}" destId="{5A0934A0-72C4-45AC-892A-6DB391203690}" srcOrd="0" destOrd="0" presId="urn:microsoft.com/office/officeart/2005/8/layout/hProcess6"/>
    <dgm:cxn modelId="{D2722615-30BB-4672-8F7F-3381330D38CE}" type="presParOf" srcId="{ED36F506-EC24-4650-B9C9-602E5F668CC4}" destId="{4CE202C1-26B6-4AC8-9107-EA01D51A49C7}" srcOrd="1" destOrd="0" presId="urn:microsoft.com/office/officeart/2005/8/layout/hProcess6"/>
    <dgm:cxn modelId="{311F7626-3207-4249-A406-6AF0EC7ECC5C}" type="presParOf" srcId="{ED36F506-EC24-4650-B9C9-602E5F668CC4}" destId="{768F1455-2FF5-4A89-84FC-A1B8634F0015}" srcOrd="2" destOrd="0" presId="urn:microsoft.com/office/officeart/2005/8/layout/hProcess6"/>
    <dgm:cxn modelId="{B08A2A8F-46AE-4CBC-BD6A-B698C8ACB452}" type="presParOf" srcId="{ED36F506-EC24-4650-B9C9-602E5F668CC4}" destId="{222C19A2-781D-4431-AD84-198083CBE95B}" srcOrd="3" destOrd="0" presId="urn:microsoft.com/office/officeart/2005/8/layout/hProcess6"/>
    <dgm:cxn modelId="{E9A24092-19E2-42F5-A275-785EF06283E8}" type="presParOf" srcId="{A6D2D6B0-AC1B-4419-8882-15B43B7CD7E3}" destId="{4138E016-EB9E-4B50-8D9A-0E06EAE4A3F6}" srcOrd="3" destOrd="0" presId="urn:microsoft.com/office/officeart/2005/8/layout/hProcess6"/>
    <dgm:cxn modelId="{535211BB-8DBB-4AA9-80C2-7A7A6155FA94}" type="presParOf" srcId="{A6D2D6B0-AC1B-4419-8882-15B43B7CD7E3}" destId="{5ABA08C5-23AD-46B9-8322-C640E7C43B5B}" srcOrd="4" destOrd="0" presId="urn:microsoft.com/office/officeart/2005/8/layout/hProcess6"/>
    <dgm:cxn modelId="{BD62AD78-852C-4A74-9BE2-21105E66BE2A}" type="presParOf" srcId="{5ABA08C5-23AD-46B9-8322-C640E7C43B5B}" destId="{9A6C683C-C949-49A9-9912-BF0B1CE1341A}" srcOrd="0" destOrd="0" presId="urn:microsoft.com/office/officeart/2005/8/layout/hProcess6"/>
    <dgm:cxn modelId="{3614FF04-A798-4A41-B13F-C0D6907720DD}" type="presParOf" srcId="{5ABA08C5-23AD-46B9-8322-C640E7C43B5B}" destId="{3BB9B79F-8C91-4E9E-BBDF-54BEDAC082E5}" srcOrd="1" destOrd="0" presId="urn:microsoft.com/office/officeart/2005/8/layout/hProcess6"/>
    <dgm:cxn modelId="{0B48EB4D-1BDC-42D7-874B-9F7CA7600EA0}" type="presParOf" srcId="{5ABA08C5-23AD-46B9-8322-C640E7C43B5B}" destId="{FA074B4D-38E8-41B1-B43F-A23788725F8F}" srcOrd="2" destOrd="0" presId="urn:microsoft.com/office/officeart/2005/8/layout/hProcess6"/>
    <dgm:cxn modelId="{B0ADFBF2-CF0D-465E-8E39-418A25E2419C}" type="presParOf" srcId="{5ABA08C5-23AD-46B9-8322-C640E7C43B5B}" destId="{F0CCCCA9-88CA-408E-9C5B-C8F06BA5EF0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5928-4210-474B-9930-D1954764096B}">
      <dsp:nvSpPr>
        <dsp:cNvPr id="0" name=""/>
        <dsp:cNvSpPr/>
      </dsp:nvSpPr>
      <dsp:spPr>
        <a:xfrm>
          <a:off x="648885" y="775469"/>
          <a:ext cx="2576025" cy="1505646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Build</a:t>
          </a:r>
          <a:endParaRPr lang="en-GB" sz="3200" b="1" kern="1200"/>
        </a:p>
      </dsp:txBody>
      <dsp:txXfrm>
        <a:off x="1292891" y="1001316"/>
        <a:ext cx="1405043" cy="1053952"/>
      </dsp:txXfrm>
    </dsp:sp>
    <dsp:sp modelId="{A2305C67-4BAD-4B22-A90C-0FEEEA941EEC}">
      <dsp:nvSpPr>
        <dsp:cNvPr id="0" name=""/>
        <dsp:cNvSpPr/>
      </dsp:nvSpPr>
      <dsp:spPr>
        <a:xfrm>
          <a:off x="4878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Source code</a:t>
          </a:r>
        </a:p>
      </dsp:txBody>
      <dsp:txXfrm>
        <a:off x="193503" y="1072911"/>
        <a:ext cx="910762" cy="910762"/>
      </dsp:txXfrm>
    </dsp:sp>
    <dsp:sp modelId="{4CE202C1-26B6-4AC8-9107-EA01D51A49C7}">
      <dsp:nvSpPr>
        <dsp:cNvPr id="0" name=""/>
        <dsp:cNvSpPr/>
      </dsp:nvSpPr>
      <dsp:spPr>
        <a:xfrm>
          <a:off x="4029919" y="790972"/>
          <a:ext cx="2576025" cy="1474639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Execute</a:t>
          </a:r>
        </a:p>
      </dsp:txBody>
      <dsp:txXfrm>
        <a:off x="4673925" y="1012168"/>
        <a:ext cx="1415895" cy="1032247"/>
      </dsp:txXfrm>
    </dsp:sp>
    <dsp:sp modelId="{222C19A2-781D-4431-AD84-198083CBE95B}">
      <dsp:nvSpPr>
        <dsp:cNvPr id="0" name=""/>
        <dsp:cNvSpPr/>
      </dsp:nvSpPr>
      <dsp:spPr>
        <a:xfrm>
          <a:off x="3385912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Program</a:t>
          </a:r>
          <a:endParaRPr lang="en-GB" sz="2000" kern="1200"/>
        </a:p>
      </dsp:txBody>
      <dsp:txXfrm>
        <a:off x="3574537" y="1072911"/>
        <a:ext cx="910762" cy="910762"/>
      </dsp:txXfrm>
    </dsp:sp>
    <dsp:sp modelId="{3BB9B79F-8C91-4E9E-BBDF-54BEDAC082E5}">
      <dsp:nvSpPr>
        <dsp:cNvPr id="0" name=""/>
        <dsp:cNvSpPr/>
      </dsp:nvSpPr>
      <dsp:spPr>
        <a:xfrm rot="8364661">
          <a:off x="7021574" y="1406021"/>
          <a:ext cx="892258" cy="357716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CCCA9-88CA-408E-9C5B-C8F06BA5EF0C}">
      <dsp:nvSpPr>
        <dsp:cNvPr id="0" name=""/>
        <dsp:cNvSpPr/>
      </dsp:nvSpPr>
      <dsp:spPr>
        <a:xfrm>
          <a:off x="6766946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Process</a:t>
          </a:r>
          <a:endParaRPr lang="en-GB" sz="2000" kern="1200"/>
        </a:p>
      </dsp:txBody>
      <dsp:txXfrm>
        <a:off x="6955571" y="1072911"/>
        <a:ext cx="910762" cy="910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5928-4210-474B-9930-D1954764096B}">
      <dsp:nvSpPr>
        <dsp:cNvPr id="0" name=""/>
        <dsp:cNvSpPr/>
      </dsp:nvSpPr>
      <dsp:spPr>
        <a:xfrm>
          <a:off x="648885" y="730276"/>
          <a:ext cx="2576025" cy="1596032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Build</a:t>
          </a:r>
          <a:endParaRPr lang="en-GB" sz="3200" b="1" kern="1200"/>
        </a:p>
      </dsp:txBody>
      <dsp:txXfrm>
        <a:off x="1292891" y="969681"/>
        <a:ext cx="1373408" cy="1117222"/>
      </dsp:txXfrm>
    </dsp:sp>
    <dsp:sp modelId="{A2305C67-4BAD-4B22-A90C-0FEEEA941EEC}">
      <dsp:nvSpPr>
        <dsp:cNvPr id="0" name=""/>
        <dsp:cNvSpPr/>
      </dsp:nvSpPr>
      <dsp:spPr>
        <a:xfrm>
          <a:off x="4878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Dockerfile</a:t>
          </a:r>
        </a:p>
      </dsp:txBody>
      <dsp:txXfrm>
        <a:off x="193503" y="1072911"/>
        <a:ext cx="910762" cy="910762"/>
      </dsp:txXfrm>
    </dsp:sp>
    <dsp:sp modelId="{4CE202C1-26B6-4AC8-9107-EA01D51A49C7}">
      <dsp:nvSpPr>
        <dsp:cNvPr id="0" name=""/>
        <dsp:cNvSpPr/>
      </dsp:nvSpPr>
      <dsp:spPr>
        <a:xfrm>
          <a:off x="4029919" y="755676"/>
          <a:ext cx="2576025" cy="1545232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Execute</a:t>
          </a:r>
        </a:p>
      </dsp:txBody>
      <dsp:txXfrm>
        <a:off x="4673925" y="987461"/>
        <a:ext cx="1391188" cy="1081662"/>
      </dsp:txXfrm>
    </dsp:sp>
    <dsp:sp modelId="{222C19A2-781D-4431-AD84-198083CBE95B}">
      <dsp:nvSpPr>
        <dsp:cNvPr id="0" name=""/>
        <dsp:cNvSpPr/>
      </dsp:nvSpPr>
      <dsp:spPr>
        <a:xfrm>
          <a:off x="3385912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Image</a:t>
          </a:r>
          <a:endParaRPr lang="en-GB" sz="1700" kern="1200"/>
        </a:p>
      </dsp:txBody>
      <dsp:txXfrm>
        <a:off x="3574537" y="1072911"/>
        <a:ext cx="910762" cy="910762"/>
      </dsp:txXfrm>
    </dsp:sp>
    <dsp:sp modelId="{3BB9B79F-8C91-4E9E-BBDF-54BEDAC082E5}">
      <dsp:nvSpPr>
        <dsp:cNvPr id="0" name=""/>
        <dsp:cNvSpPr/>
      </dsp:nvSpPr>
      <dsp:spPr>
        <a:xfrm>
          <a:off x="7349785" y="1238275"/>
          <a:ext cx="378495" cy="681633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CCCA9-88CA-408E-9C5B-C8F06BA5EF0C}">
      <dsp:nvSpPr>
        <dsp:cNvPr id="0" name=""/>
        <dsp:cNvSpPr/>
      </dsp:nvSpPr>
      <dsp:spPr>
        <a:xfrm>
          <a:off x="6766946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Container</a:t>
          </a:r>
          <a:endParaRPr lang="en-GB" sz="1700" kern="1200"/>
        </a:p>
      </dsp:txBody>
      <dsp:txXfrm>
        <a:off x="6955571" y="1072911"/>
        <a:ext cx="910762" cy="910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E96F11E8-A326-51EB-DE33-4822A181AB5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9850B2AE-A99D-169E-85CF-6A0FD36326C7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3807" y="4332070"/>
            <a:ext cx="7862260" cy="1405467"/>
          </a:xfrm>
        </p:spPr>
        <p:txBody>
          <a:bodyPr rtlCol="0">
            <a:normAutofit/>
          </a:bodyPr>
          <a:lstStyle/>
          <a:p>
            <a:r>
              <a:rPr lang="en-GB" sz="2800">
                <a:ea typeface="Calibri"/>
                <a:cs typeface="Calibri"/>
              </a:rPr>
              <a:t>Package, distribute and run with DOCKER</a:t>
            </a:r>
          </a:p>
        </p:txBody>
      </p:sp>
      <p:pic>
        <p:nvPicPr>
          <p:cNvPr id="5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5CB1AC24-126F-9F94-F4B8-A784E362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7" y="508142"/>
            <a:ext cx="6261853" cy="1606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10750" y="1121853"/>
            <a:ext cx="5836346" cy="37379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General concepts of Docker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 err="1">
                <a:latin typeface="Consolas"/>
                <a:ea typeface="Calibri"/>
                <a:cs typeface="Calibri"/>
              </a:rPr>
              <a:t>Dockerize</a:t>
            </a:r>
            <a:r>
              <a:rPr lang="en-US" sz="2000" b="1">
                <a:ea typeface="Calibri"/>
                <a:cs typeface="Calibri"/>
              </a:rPr>
              <a:t>  </a:t>
            </a:r>
            <a:r>
              <a:rPr lang="en-US" sz="2000">
                <a:ea typeface="Calibri"/>
                <a:cs typeface="Calibri"/>
              </a:rPr>
              <a:t>our application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Distribute the </a:t>
            </a:r>
            <a:r>
              <a:rPr lang="en-US" sz="2000" b="1">
                <a:latin typeface="Consolas"/>
                <a:ea typeface="Calibri"/>
                <a:cs typeface="Calibri"/>
              </a:rPr>
              <a:t>image </a:t>
            </a:r>
            <a:r>
              <a:rPr lang="en-US" sz="2000">
                <a:ea typeface="Calibri"/>
                <a:cs typeface="Calibri"/>
              </a:rPr>
              <a:t>to a </a:t>
            </a:r>
            <a:r>
              <a:rPr lang="en-US" sz="2000" b="1">
                <a:latin typeface="Consolas"/>
                <a:ea typeface="Calibri"/>
                <a:cs typeface="Calibri"/>
              </a:rPr>
              <a:t>registry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Consolas"/>
                <a:ea typeface="Calibri"/>
                <a:cs typeface="Calibri"/>
              </a:rPr>
              <a:t>Run </a:t>
            </a:r>
            <a:r>
              <a:rPr lang="en-US" sz="2000">
                <a:ea typeface="Calibri"/>
                <a:cs typeface="Calibri"/>
              </a:rPr>
              <a:t>the </a:t>
            </a:r>
            <a:r>
              <a:rPr lang="en-US" sz="2000" b="1">
                <a:latin typeface="Consolas"/>
                <a:ea typeface="Calibri"/>
                <a:cs typeface="Calibri"/>
              </a:rPr>
              <a:t>image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653E2C-D912-81DB-1716-75E4746FF989}"/>
              </a:ext>
            </a:extLst>
          </p:cNvPr>
          <p:cNvSpPr/>
          <p:nvPr/>
        </p:nvSpPr>
        <p:spPr>
          <a:xfrm>
            <a:off x="5856768" y="3475516"/>
            <a:ext cx="6237767" cy="2188534"/>
          </a:xfrm>
          <a:prstGeom prst="roundRect">
            <a:avLst/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680F9300-14E0-9D84-F611-0C4A1D2A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69" y="3931776"/>
            <a:ext cx="5006163" cy="1284879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C2A128-1F70-3E6A-C629-D84FACA0066B}"/>
              </a:ext>
            </a:extLst>
          </p:cNvPr>
          <p:cNvSpPr/>
          <p:nvPr/>
        </p:nvSpPr>
        <p:spPr>
          <a:xfrm>
            <a:off x="6822557" y="1118633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1B39EC-EDE0-1A9A-4E38-97F8D7E2166B}"/>
              </a:ext>
            </a:extLst>
          </p:cNvPr>
          <p:cNvSpPr/>
          <p:nvPr/>
        </p:nvSpPr>
        <p:spPr>
          <a:xfrm>
            <a:off x="8913626" y="950284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81EA13-CBCC-947A-51EF-35597D1DA04E}"/>
              </a:ext>
            </a:extLst>
          </p:cNvPr>
          <p:cNvSpPr/>
          <p:nvPr/>
        </p:nvSpPr>
        <p:spPr>
          <a:xfrm>
            <a:off x="10933812" y="1030027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46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Definitions</a:t>
            </a:r>
            <a:r>
              <a:rPr lang="fr-FR"/>
              <a:t> &amp; Analogies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059830"/>
            <a:ext cx="5836346" cy="12449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ea typeface="Calibri"/>
                <a:cs typeface="Calibri"/>
              </a:rPr>
              <a:t>Programs</a:t>
            </a:r>
            <a:endParaRPr lang="en-US" sz="32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>
              <a:ea typeface="Calibri"/>
              <a:cs typeface="Calibri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17FD1F3-74D7-38FA-9394-B97593E781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3246696"/>
              </p:ext>
            </p:extLst>
          </p:nvPr>
        </p:nvGraphicFramePr>
        <p:xfrm>
          <a:off x="2550018" y="1147890"/>
          <a:ext cx="9991858" cy="305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3" name="ZoneTexte 2">
            <a:extLst>
              <a:ext uri="{FF2B5EF4-FFF2-40B4-BE49-F238E27FC236}">
                <a16:creationId xmlns:a16="http://schemas.microsoft.com/office/drawing/2014/main" id="{28D59067-446A-B81F-4E7F-8B6511B3D0C1}"/>
              </a:ext>
            </a:extLst>
          </p:cNvPr>
          <p:cNvSpPr txBox="1"/>
          <p:nvPr/>
        </p:nvSpPr>
        <p:spPr>
          <a:xfrm>
            <a:off x="488623" y="3753661"/>
            <a:ext cx="5836346" cy="12449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ea typeface="Calibri"/>
                <a:cs typeface="Calibri"/>
              </a:rPr>
              <a:t>Docker images</a:t>
            </a:r>
            <a:endParaRPr lang="en-US" sz="32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>
              <a:ea typeface="Calibri"/>
              <a:cs typeface="Calibri"/>
            </a:endParaRPr>
          </a:p>
        </p:txBody>
      </p:sp>
      <p:graphicFrame>
        <p:nvGraphicFramePr>
          <p:cNvPr id="364" name="Diagram 363">
            <a:extLst>
              <a:ext uri="{FF2B5EF4-FFF2-40B4-BE49-F238E27FC236}">
                <a16:creationId xmlns:a16="http://schemas.microsoft.com/office/drawing/2014/main" id="{07DA7156-0997-2E20-AD85-AD03EDDDB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978152"/>
              </p:ext>
            </p:extLst>
          </p:nvPr>
        </p:nvGraphicFramePr>
        <p:xfrm>
          <a:off x="2556221" y="4002587"/>
          <a:ext cx="9991858" cy="305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0438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12B65-333B-94EC-A582-4B64B640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2309" y="2879835"/>
            <a:ext cx="2902713" cy="1608124"/>
          </a:xfrm>
        </p:spPr>
        <p:txBody>
          <a:bodyPr>
            <a:normAutofit/>
          </a:bodyPr>
          <a:lstStyle/>
          <a:p>
            <a:r>
              <a:rPr lang="fr-FR"/>
              <a:t>Isolation &amp; </a:t>
            </a:r>
            <a:r>
              <a:rPr lang="fr-FR" err="1"/>
              <a:t>security</a:t>
            </a:r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63FD3B-407F-AC89-23ED-151E17B5F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705" y="1492290"/>
            <a:ext cx="8118630" cy="4363763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B2CA09F-FBDB-B096-CE66-29B655E3E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606" y="917559"/>
            <a:ext cx="5692633" cy="5243014"/>
          </a:xfrm>
          <a:prstGeom prst="roundRect">
            <a:avLst>
              <a:gd name="adj" fmla="val 256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348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Container usages</a:t>
            </a:r>
            <a:endParaRPr lang="en-US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11315351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2015093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499354" y="1790859"/>
            <a:ext cx="7764992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What kind of program do we </a:t>
            </a:r>
            <a:r>
              <a:rPr lang="en-US" sz="2000" err="1">
                <a:ea typeface="Calibri"/>
                <a:cs typeface="Calibri"/>
              </a:rPr>
              <a:t>dockerize</a:t>
            </a:r>
            <a:r>
              <a:rPr lang="en-US" sz="2000">
                <a:ea typeface="Calibri"/>
                <a:cs typeface="Calibri"/>
              </a:rPr>
              <a:t> ?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ea typeface="Calibri"/>
                <a:cs typeface="Calibri"/>
              </a:rPr>
              <a:t>Servers</a:t>
            </a:r>
          </a:p>
          <a:p>
            <a:pPr lvl="1"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The container is kept alive</a:t>
            </a:r>
          </a:p>
          <a:p>
            <a:pPr lvl="1"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It listens to a TCP/UDP port</a:t>
            </a:r>
            <a:br>
              <a:rPr lang="en-US" sz="2000">
                <a:ea typeface="Calibri"/>
                <a:cs typeface="Calibri"/>
              </a:rPr>
            </a:br>
            <a:endParaRPr lang="en-US" sz="20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ea typeface="Calibri"/>
                <a:cs typeface="Calibri"/>
              </a:rPr>
              <a:t>One-shot programs / CLI</a:t>
            </a:r>
            <a:br>
              <a:rPr lang="en-US" sz="200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Ex: a program written in python </a:t>
            </a:r>
            <a:r>
              <a:rPr lang="fr-FR" sz="2000">
                <a:ea typeface="Calibri"/>
                <a:cs typeface="Calibri"/>
              </a:rPr>
              <a:t>➡️ the container </a:t>
            </a:r>
            <a:r>
              <a:rPr lang="fr-FR" sz="2000" err="1">
                <a:ea typeface="Calibri"/>
                <a:cs typeface="Calibri"/>
              </a:rPr>
              <a:t>brings</a:t>
            </a:r>
            <a:r>
              <a:rPr lang="fr-FR" sz="2000">
                <a:ea typeface="Calibri"/>
                <a:cs typeface="Calibri"/>
              </a:rPr>
              <a:t> all the </a:t>
            </a:r>
            <a:r>
              <a:rPr lang="fr-FR" sz="2000" err="1">
                <a:ea typeface="Calibri"/>
                <a:cs typeface="Calibri"/>
              </a:rPr>
              <a:t>dependencies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1026" name="Picture 2" descr="It Works On My Machine: It Works On My Machine Funny Programmer Bug Shrug  Notebook - Funny">
            <a:extLst>
              <a:ext uri="{FF2B5EF4-FFF2-40B4-BE49-F238E27FC236}">
                <a16:creationId xmlns:a16="http://schemas.microsoft.com/office/drawing/2014/main" id="{9451D9B4-CCE6-946D-BAF3-45A8ABFE46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76" b="26383"/>
          <a:stretch/>
        </p:blipFill>
        <p:spPr bwMode="auto">
          <a:xfrm>
            <a:off x="7408309" y="2016844"/>
            <a:ext cx="3177467" cy="235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CC6A13-EFE6-B954-C4BF-2DDF2024A3FA}"/>
              </a:ext>
            </a:extLst>
          </p:cNvPr>
          <p:cNvSpPr/>
          <p:nvPr/>
        </p:nvSpPr>
        <p:spPr>
          <a:xfrm>
            <a:off x="7422778" y="3668104"/>
            <a:ext cx="3177467" cy="982133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/>
              <a:t>the </a:t>
            </a:r>
            <a:r>
              <a:rPr lang="fr-FR" sz="2800" err="1"/>
              <a:t>same</a:t>
            </a:r>
            <a:r>
              <a:rPr lang="fr-FR" sz="2800"/>
              <a:t> </a:t>
            </a:r>
            <a:r>
              <a:rPr lang="fr-FR" sz="2800" err="1"/>
              <a:t>everywhere</a:t>
            </a:r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42243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DBEE568-CF90-C13E-0AA1-CA2029ACB146}"/>
              </a:ext>
            </a:extLst>
          </p:cNvPr>
          <p:cNvSpPr/>
          <p:nvPr/>
        </p:nvSpPr>
        <p:spPr>
          <a:xfrm>
            <a:off x="194605" y="1574800"/>
            <a:ext cx="8559898" cy="5233587"/>
          </a:xfrm>
          <a:prstGeom prst="roundRect">
            <a:avLst>
              <a:gd name="adj" fmla="val 2952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/>
              <a:t>Host</a:t>
            </a:r>
            <a:endParaRPr lang="en-GB" sz="36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What</a:t>
            </a:r>
            <a:r>
              <a:rPr lang="fr-FR"/>
              <a:t> </a:t>
            </a:r>
            <a:r>
              <a:rPr lang="fr-FR" err="1"/>
              <a:t>it</a:t>
            </a:r>
            <a:r>
              <a:rPr lang="fr-FR"/>
              <a:t> in the box ??</a:t>
            </a:r>
            <a:endParaRPr lang="en-US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11315351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2015093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584537" y="831003"/>
            <a:ext cx="467377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err="1">
                <a:ea typeface="Calibri"/>
                <a:cs typeface="Calibri"/>
              </a:rPr>
              <a:t>Anatomy</a:t>
            </a:r>
            <a:r>
              <a:rPr lang="fr-FR" sz="2000" i="1">
                <a:ea typeface="Calibri"/>
                <a:cs typeface="Calibri"/>
              </a:rPr>
              <a:t> of a Linux installation</a:t>
            </a:r>
            <a:endParaRPr lang="en-US" sz="2000" i="1">
              <a:ea typeface="Calibri"/>
              <a:cs typeface="Calibri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7067ECF-84B4-D23C-99B4-84A416D5B93D}"/>
              </a:ext>
            </a:extLst>
          </p:cNvPr>
          <p:cNvSpPr/>
          <p:nvPr/>
        </p:nvSpPr>
        <p:spPr>
          <a:xfrm>
            <a:off x="423334" y="2302935"/>
            <a:ext cx="6189133" cy="4388226"/>
          </a:xfrm>
          <a:prstGeom prst="roundRect">
            <a:avLst>
              <a:gd name="adj" fmla="val 4705"/>
            </a:avLst>
          </a:prstGeom>
          <a:solidFill>
            <a:schemeClr val="accent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/>
              <a:t>Container</a:t>
            </a:r>
            <a:endParaRPr lang="en-GB" sz="360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A628170-B395-4C66-3C5C-F8AC67E99B0B}"/>
              </a:ext>
            </a:extLst>
          </p:cNvPr>
          <p:cNvSpPr/>
          <p:nvPr/>
        </p:nvSpPr>
        <p:spPr>
          <a:xfrm>
            <a:off x="732277" y="3158066"/>
            <a:ext cx="5571246" cy="3340053"/>
          </a:xfrm>
          <a:prstGeom prst="roundRect">
            <a:avLst>
              <a:gd name="adj" fmla="val 4705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/>
              <a:t>Root file system</a:t>
            </a:r>
            <a:br>
              <a:rPr lang="fr-FR" sz="3600"/>
            </a:br>
            <a:br>
              <a:rPr lang="fr-FR" sz="3600"/>
            </a:br>
            <a:r>
              <a:rPr lang="fr-FR" sz="3600"/>
              <a:t>➡️ </a:t>
            </a:r>
            <a:r>
              <a:rPr lang="fr-FR" sz="3600" err="1"/>
              <a:t>tools</a:t>
            </a:r>
            <a:r>
              <a:rPr lang="fr-FR" sz="3600"/>
              <a:t> / </a:t>
            </a:r>
            <a:r>
              <a:rPr lang="fr-FR" sz="3600" err="1"/>
              <a:t>commands</a:t>
            </a:r>
            <a:r>
              <a:rPr lang="fr-FR" sz="3600"/>
              <a:t> / </a:t>
            </a:r>
            <a:r>
              <a:rPr lang="fr-FR" sz="3600" err="1"/>
              <a:t>libs</a:t>
            </a:r>
            <a:endParaRPr lang="fr-FR" sz="3600"/>
          </a:p>
          <a:p>
            <a:r>
              <a:rPr lang="fr-FR" sz="3600"/>
              <a:t>➡️ basic config files</a:t>
            </a:r>
          </a:p>
          <a:p>
            <a:r>
              <a:rPr lang="fr-FR" sz="3600"/>
              <a:t>➡️ data files</a:t>
            </a:r>
            <a:endParaRPr lang="en-GB" sz="36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0BE310E-1EF1-9502-9CA3-D3E91A92BC56}"/>
              </a:ext>
            </a:extLst>
          </p:cNvPr>
          <p:cNvSpPr txBox="1"/>
          <p:nvPr/>
        </p:nvSpPr>
        <p:spPr>
          <a:xfrm>
            <a:off x="9361692" y="1361946"/>
            <a:ext cx="2870970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err="1">
                <a:ea typeface="Calibri"/>
                <a:cs typeface="Calibri"/>
              </a:rPr>
              <a:t>Some</a:t>
            </a:r>
            <a:r>
              <a:rPr lang="fr-FR" sz="2000">
                <a:ea typeface="Calibri"/>
                <a:cs typeface="Calibri"/>
              </a:rPr>
              <a:t> base images</a:t>
            </a:r>
          </a:p>
          <a:p>
            <a:pPr marL="342900" indent="-34290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fr-FR" sz="2000">
                <a:ea typeface="Calibri"/>
                <a:cs typeface="Calibri"/>
              </a:rPr>
              <a:t>Linux Alpine</a:t>
            </a:r>
          </a:p>
          <a:p>
            <a:pPr marL="342900" indent="-34290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2000" err="1">
                <a:cs typeface="Calibri"/>
              </a:rPr>
              <a:t>Busybox</a:t>
            </a:r>
            <a:endParaRPr lang="fr-FR" err="1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>
                <a:ea typeface="Calibri"/>
                <a:cs typeface="Calibri"/>
              </a:rPr>
              <a:t>Ubuntu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>
                <a:ea typeface="Calibri"/>
                <a:cs typeface="Calibri"/>
              </a:rPr>
              <a:t>go, </a:t>
            </a:r>
            <a:r>
              <a:rPr lang="fr-FR" sz="2000" err="1">
                <a:ea typeface="Calibri"/>
                <a:cs typeface="Calibri"/>
              </a:rPr>
              <a:t>node</a:t>
            </a:r>
            <a:r>
              <a:rPr lang="fr-FR" sz="2000">
                <a:ea typeface="Calibri"/>
                <a:cs typeface="Calibri"/>
              </a:rPr>
              <a:t>, python, 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1">
                <a:ea typeface="Calibri"/>
                <a:cs typeface="Calibri"/>
              </a:rPr>
              <a:t>scratch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…</a:t>
            </a:r>
          </a:p>
        </p:txBody>
      </p:sp>
      <p:pic>
        <p:nvPicPr>
          <p:cNvPr id="1026" name="Picture 2" descr="Linux kernel - Wikipedia">
            <a:extLst>
              <a:ext uri="{FF2B5EF4-FFF2-40B4-BE49-F238E27FC236}">
                <a16:creationId xmlns:a16="http://schemas.microsoft.com/office/drawing/2014/main" id="{798913D8-8589-9BFA-C3CA-F585EC781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196" y="2507381"/>
            <a:ext cx="1679242" cy="198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5355763-18DE-CB42-5C0F-E432416D5EE3}"/>
              </a:ext>
            </a:extLst>
          </p:cNvPr>
          <p:cNvSpPr txBox="1"/>
          <p:nvPr/>
        </p:nvSpPr>
        <p:spPr>
          <a:xfrm>
            <a:off x="6775391" y="4615581"/>
            <a:ext cx="1816188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i="1">
                <a:ea typeface="Calibri"/>
                <a:cs typeface="Calibri"/>
              </a:rPr>
              <a:t>Linux Kernel</a:t>
            </a:r>
            <a:endParaRPr lang="en-US" sz="2400" b="1" i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949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Docker containers isolation</a:t>
            </a:r>
            <a:endParaRPr lang="en-US" err="1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11309415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200915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280088" y="1240671"/>
            <a:ext cx="61976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Ways of communicating with the container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BB4DB73-12C4-D5A4-2593-8302398F2ACA}"/>
              </a:ext>
            </a:extLst>
          </p:cNvPr>
          <p:cNvSpPr/>
          <p:nvPr/>
        </p:nvSpPr>
        <p:spPr>
          <a:xfrm>
            <a:off x="4061460" y="1981200"/>
            <a:ext cx="6365041" cy="4526363"/>
          </a:xfrm>
          <a:prstGeom prst="roundRect">
            <a:avLst>
              <a:gd name="adj" fmla="val 2952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/>
              <a:t>Host</a:t>
            </a:r>
            <a:endParaRPr lang="en-GB" sz="360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DC68944-1906-0DE1-5887-A34FCCA3F706}"/>
              </a:ext>
            </a:extLst>
          </p:cNvPr>
          <p:cNvSpPr/>
          <p:nvPr/>
        </p:nvSpPr>
        <p:spPr>
          <a:xfrm>
            <a:off x="7467600" y="2263533"/>
            <a:ext cx="2607948" cy="3870299"/>
          </a:xfrm>
          <a:prstGeom prst="roundRect">
            <a:avLst>
              <a:gd name="adj" fmla="val 4705"/>
            </a:avLst>
          </a:prstGeom>
          <a:solidFill>
            <a:schemeClr val="accent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3600"/>
              <a:t>Container</a:t>
            </a:r>
            <a:endParaRPr lang="en-GB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AA774A-0932-F85C-9BBA-A2A4EDF11BCF}"/>
              </a:ext>
            </a:extLst>
          </p:cNvPr>
          <p:cNvSpPr/>
          <p:nvPr/>
        </p:nvSpPr>
        <p:spPr>
          <a:xfrm>
            <a:off x="7447872" y="2959945"/>
            <a:ext cx="2404788" cy="894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/>
              <a:t>Network</a:t>
            </a:r>
            <a:br>
              <a:rPr lang="fr-FR"/>
            </a:br>
            <a:r>
              <a:rPr lang="fr-FR"/>
              <a:t>port mapping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5DDA22-80E9-F67A-967D-7CCF5A3D7242}"/>
              </a:ext>
            </a:extLst>
          </p:cNvPr>
          <p:cNvSpPr/>
          <p:nvPr/>
        </p:nvSpPr>
        <p:spPr>
          <a:xfrm>
            <a:off x="7447025" y="4857325"/>
            <a:ext cx="2607947" cy="894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/>
              <a:t>Filesystem</a:t>
            </a:r>
            <a:br>
              <a:rPr lang="fr-FR"/>
            </a:br>
            <a:r>
              <a:rPr lang="fr-FR"/>
              <a:t>volume </a:t>
            </a:r>
            <a:r>
              <a:rPr lang="fr-FR" err="1"/>
              <a:t>mounting</a:t>
            </a:r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91E137E-2654-7BE9-6440-99D09BC16E8F}"/>
              </a:ext>
            </a:extLst>
          </p:cNvPr>
          <p:cNvCxnSpPr>
            <a:cxnSpLocks/>
          </p:cNvCxnSpPr>
          <p:nvPr/>
        </p:nvCxnSpPr>
        <p:spPr>
          <a:xfrm>
            <a:off x="6553200" y="3346389"/>
            <a:ext cx="1529926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AED478B-7E4E-6EA3-3161-2214887627C4}"/>
              </a:ext>
            </a:extLst>
          </p:cNvPr>
          <p:cNvCxnSpPr>
            <a:cxnSpLocks/>
          </p:cNvCxnSpPr>
          <p:nvPr/>
        </p:nvCxnSpPr>
        <p:spPr>
          <a:xfrm>
            <a:off x="6561508" y="5220909"/>
            <a:ext cx="1529926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D9D47B4-2DC1-B2A6-D1E0-AE23AE4EA21C}"/>
              </a:ext>
            </a:extLst>
          </p:cNvPr>
          <p:cNvSpPr txBox="1"/>
          <p:nvPr/>
        </p:nvSpPr>
        <p:spPr>
          <a:xfrm>
            <a:off x="4442460" y="5020853"/>
            <a:ext cx="2022872" cy="400110"/>
          </a:xfrm>
          <a:prstGeom prst="rect">
            <a:avLst/>
          </a:prstGeom>
          <a:solidFill>
            <a:srgbClr val="88A16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>
                <a:cs typeface="Calibri"/>
              </a:rPr>
              <a:t>A folder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7C53A5-FA17-EC39-1CD5-1C90ECC69D2A}"/>
              </a:ext>
            </a:extLst>
          </p:cNvPr>
          <p:cNvSpPr txBox="1"/>
          <p:nvPr/>
        </p:nvSpPr>
        <p:spPr>
          <a:xfrm>
            <a:off x="4442460" y="3146334"/>
            <a:ext cx="2022872" cy="4001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>
                <a:cs typeface="Calibri"/>
              </a:rPr>
              <a:t>A port</a:t>
            </a:r>
          </a:p>
        </p:txBody>
      </p:sp>
      <p:pic>
        <p:nvPicPr>
          <p:cNvPr id="21" name="Graphique 20" descr="Utilisateurs avec un remplissage uni">
            <a:extLst>
              <a:ext uri="{FF2B5EF4-FFF2-40B4-BE49-F238E27FC236}">
                <a16:creationId xmlns:a16="http://schemas.microsoft.com/office/drawing/2014/main" id="{AE989EBD-423E-5E2A-0F8B-8B66E0367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28" y="2327062"/>
            <a:ext cx="1917319" cy="1917319"/>
          </a:xfrm>
          <a:prstGeom prst="rect">
            <a:avLst/>
          </a:prstGeom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A779D09-3A1F-6F5C-2A8D-AC482A68146E}"/>
              </a:ext>
            </a:extLst>
          </p:cNvPr>
          <p:cNvCxnSpPr>
            <a:cxnSpLocks/>
          </p:cNvCxnSpPr>
          <p:nvPr/>
        </p:nvCxnSpPr>
        <p:spPr>
          <a:xfrm>
            <a:off x="2232660" y="3346389"/>
            <a:ext cx="2084273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Cylindre 22">
            <a:extLst>
              <a:ext uri="{FF2B5EF4-FFF2-40B4-BE49-F238E27FC236}">
                <a16:creationId xmlns:a16="http://schemas.microsoft.com/office/drawing/2014/main" id="{9F2A718A-0E84-D91F-8991-FB2B2894BFB8}"/>
              </a:ext>
            </a:extLst>
          </p:cNvPr>
          <p:cNvSpPr/>
          <p:nvPr/>
        </p:nvSpPr>
        <p:spPr>
          <a:xfrm>
            <a:off x="4732020" y="5554980"/>
            <a:ext cx="1592580" cy="792480"/>
          </a:xfrm>
          <a:prstGeom prst="can">
            <a:avLst/>
          </a:prstGeom>
          <a:solidFill>
            <a:srgbClr val="88A16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Storage</a:t>
            </a:r>
            <a:endParaRPr lang="en-GB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593C65E-8E40-89B0-0B29-275982EC7913}"/>
              </a:ext>
            </a:extLst>
          </p:cNvPr>
          <p:cNvSpPr txBox="1"/>
          <p:nvPr/>
        </p:nvSpPr>
        <p:spPr>
          <a:xfrm>
            <a:off x="802214" y="3865857"/>
            <a:ext cx="15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Users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02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Example of </a:t>
            </a:r>
            <a:r>
              <a:rPr lang="fr-FR" err="1"/>
              <a:t>wiring</a:t>
            </a:r>
            <a:endParaRPr lang="en-US" err="1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11309415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200915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BB4DB73-12C4-D5A4-2593-8302398F2ACA}"/>
              </a:ext>
            </a:extLst>
          </p:cNvPr>
          <p:cNvSpPr/>
          <p:nvPr/>
        </p:nvSpPr>
        <p:spPr>
          <a:xfrm>
            <a:off x="4061460" y="1981200"/>
            <a:ext cx="6365041" cy="4526363"/>
          </a:xfrm>
          <a:prstGeom prst="roundRect">
            <a:avLst>
              <a:gd name="adj" fmla="val 2952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/>
              <a:t>Host</a:t>
            </a:r>
            <a:endParaRPr lang="en-GB" sz="360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DC68944-1906-0DE1-5887-A34FCCA3F706}"/>
              </a:ext>
            </a:extLst>
          </p:cNvPr>
          <p:cNvSpPr/>
          <p:nvPr/>
        </p:nvSpPr>
        <p:spPr>
          <a:xfrm>
            <a:off x="7467600" y="2263533"/>
            <a:ext cx="2607948" cy="3870299"/>
          </a:xfrm>
          <a:prstGeom prst="roundRect">
            <a:avLst>
              <a:gd name="adj" fmla="val 4705"/>
            </a:avLst>
          </a:prstGeom>
          <a:solidFill>
            <a:schemeClr val="accent2">
              <a:lumMod val="75000"/>
            </a:schemeClr>
          </a:solidFill>
          <a:ln w="38100">
            <a:solidFill>
              <a:srgbClr val="FFFF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3600"/>
              <a:t>Container</a:t>
            </a:r>
            <a:endParaRPr lang="en-GB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AA774A-0932-F85C-9BBA-A2A4EDF11BCF}"/>
              </a:ext>
            </a:extLst>
          </p:cNvPr>
          <p:cNvSpPr/>
          <p:nvPr/>
        </p:nvSpPr>
        <p:spPr>
          <a:xfrm>
            <a:off x="7447872" y="2959945"/>
            <a:ext cx="2404788" cy="894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/>
              <a:t>TCP</a:t>
            </a:r>
          </a:p>
          <a:p>
            <a:pPr algn="ctr"/>
            <a:r>
              <a:rPr lang="fr-FR" i="1"/>
              <a:t>4444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5DDA22-80E9-F67A-967D-7CCF5A3D7242}"/>
              </a:ext>
            </a:extLst>
          </p:cNvPr>
          <p:cNvSpPr/>
          <p:nvPr/>
        </p:nvSpPr>
        <p:spPr>
          <a:xfrm>
            <a:off x="7447025" y="4857325"/>
            <a:ext cx="2607947" cy="894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/>
              <a:t>File</a:t>
            </a:r>
            <a:br>
              <a:rPr lang="fr-FR" i="1"/>
            </a:br>
            <a:r>
              <a:rPr lang="fr-FR" i="1"/>
              <a:t>/app/</a:t>
            </a:r>
            <a:r>
              <a:rPr lang="fr-FR" i="1" err="1"/>
              <a:t>db.sqlite</a:t>
            </a:r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91E137E-2654-7BE9-6440-99D09BC16E8F}"/>
              </a:ext>
            </a:extLst>
          </p:cNvPr>
          <p:cNvCxnSpPr>
            <a:cxnSpLocks/>
          </p:cNvCxnSpPr>
          <p:nvPr/>
        </p:nvCxnSpPr>
        <p:spPr>
          <a:xfrm>
            <a:off x="6553200" y="3346389"/>
            <a:ext cx="1529926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AED478B-7E4E-6EA3-3161-2214887627C4}"/>
              </a:ext>
            </a:extLst>
          </p:cNvPr>
          <p:cNvCxnSpPr>
            <a:cxnSpLocks/>
          </p:cNvCxnSpPr>
          <p:nvPr/>
        </p:nvCxnSpPr>
        <p:spPr>
          <a:xfrm>
            <a:off x="6561508" y="5220909"/>
            <a:ext cx="1529926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D9D47B4-2DC1-B2A6-D1E0-AE23AE4EA21C}"/>
              </a:ext>
            </a:extLst>
          </p:cNvPr>
          <p:cNvSpPr txBox="1"/>
          <p:nvPr/>
        </p:nvSpPr>
        <p:spPr>
          <a:xfrm>
            <a:off x="4442460" y="5020853"/>
            <a:ext cx="2022872" cy="400110"/>
          </a:xfrm>
          <a:prstGeom prst="rect">
            <a:avLst/>
          </a:prstGeom>
          <a:solidFill>
            <a:srgbClr val="88A16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>
                <a:cs typeface="Calibri"/>
              </a:rPr>
              <a:t>/var/app1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7C53A5-FA17-EC39-1CD5-1C90ECC69D2A}"/>
              </a:ext>
            </a:extLst>
          </p:cNvPr>
          <p:cNvSpPr txBox="1"/>
          <p:nvPr/>
        </p:nvSpPr>
        <p:spPr>
          <a:xfrm>
            <a:off x="4442460" y="3146334"/>
            <a:ext cx="2022872" cy="4001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000">
                <a:cs typeface="Calibri"/>
              </a:rPr>
              <a:t>TCP 80</a:t>
            </a:r>
          </a:p>
        </p:txBody>
      </p:sp>
      <p:pic>
        <p:nvPicPr>
          <p:cNvPr id="21" name="Graphique 20" descr="Utilisateurs avec un remplissage uni">
            <a:extLst>
              <a:ext uri="{FF2B5EF4-FFF2-40B4-BE49-F238E27FC236}">
                <a16:creationId xmlns:a16="http://schemas.microsoft.com/office/drawing/2014/main" id="{AE989EBD-423E-5E2A-0F8B-8B66E0367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28" y="2327062"/>
            <a:ext cx="1917319" cy="1917319"/>
          </a:xfrm>
          <a:prstGeom prst="rect">
            <a:avLst/>
          </a:prstGeom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A779D09-3A1F-6F5C-2A8D-AC482A68146E}"/>
              </a:ext>
            </a:extLst>
          </p:cNvPr>
          <p:cNvCxnSpPr>
            <a:cxnSpLocks/>
          </p:cNvCxnSpPr>
          <p:nvPr/>
        </p:nvCxnSpPr>
        <p:spPr>
          <a:xfrm>
            <a:off x="2232660" y="3346389"/>
            <a:ext cx="2084273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Cylindre 22">
            <a:extLst>
              <a:ext uri="{FF2B5EF4-FFF2-40B4-BE49-F238E27FC236}">
                <a16:creationId xmlns:a16="http://schemas.microsoft.com/office/drawing/2014/main" id="{9F2A718A-0E84-D91F-8991-FB2B2894BFB8}"/>
              </a:ext>
            </a:extLst>
          </p:cNvPr>
          <p:cNvSpPr/>
          <p:nvPr/>
        </p:nvSpPr>
        <p:spPr>
          <a:xfrm>
            <a:off x="4732020" y="5554980"/>
            <a:ext cx="1592580" cy="792480"/>
          </a:xfrm>
          <a:prstGeom prst="can">
            <a:avLst/>
          </a:prstGeom>
          <a:solidFill>
            <a:srgbClr val="88A16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err="1"/>
              <a:t>db.sqlite</a:t>
            </a:r>
            <a:endParaRPr lang="en-GB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593C65E-8E40-89B0-0B29-275982EC7913}"/>
              </a:ext>
            </a:extLst>
          </p:cNvPr>
          <p:cNvSpPr txBox="1"/>
          <p:nvPr/>
        </p:nvSpPr>
        <p:spPr>
          <a:xfrm>
            <a:off x="802214" y="3865857"/>
            <a:ext cx="15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Users</a:t>
            </a:r>
            <a:endParaRPr lang="en-GB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A0AA4AB-3EA0-FA00-059A-058FAD3815D9}"/>
              </a:ext>
            </a:extLst>
          </p:cNvPr>
          <p:cNvSpPr txBox="1"/>
          <p:nvPr/>
        </p:nvSpPr>
        <p:spPr>
          <a:xfrm>
            <a:off x="2015067" y="2859939"/>
            <a:ext cx="230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http://host.com:80</a:t>
            </a:r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F4E2C17-DB37-ECFD-1D59-5C0CB2DCE1C0}"/>
              </a:ext>
            </a:extLst>
          </p:cNvPr>
          <p:cNvSpPr txBox="1"/>
          <p:nvPr/>
        </p:nvSpPr>
        <p:spPr>
          <a:xfrm>
            <a:off x="280088" y="1240671"/>
            <a:ext cx="8000312" cy="50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Consolas" panose="020B0609020204030204" pitchFamily="49" charset="0"/>
                <a:ea typeface="Calibri"/>
                <a:cs typeface="Calibri"/>
              </a:rPr>
              <a:t>docker run -it </a:t>
            </a:r>
            <a:r>
              <a:rPr lang="en-US" sz="2000" b="1">
                <a:latin typeface="Consolas" panose="020B0609020204030204" pitchFamily="49" charset="0"/>
                <a:ea typeface="Calibri"/>
                <a:cs typeface="Calibri"/>
              </a:rPr>
              <a:t>-p 80:4444</a:t>
            </a:r>
            <a:r>
              <a:rPr lang="en-US" sz="2000">
                <a:latin typeface="Consolas" panose="020B0609020204030204" pitchFamily="49" charset="0"/>
                <a:ea typeface="Calibri"/>
                <a:cs typeface="Calibri"/>
              </a:rPr>
              <a:t> </a:t>
            </a:r>
            <a:r>
              <a:rPr lang="en-US" sz="2000" b="1">
                <a:latin typeface="Consolas" panose="020B0609020204030204" pitchFamily="49" charset="0"/>
                <a:ea typeface="Calibri"/>
                <a:cs typeface="Calibri"/>
              </a:rPr>
              <a:t>-v /var/app1:/app</a:t>
            </a:r>
            <a:r>
              <a:rPr lang="en-US" sz="2000">
                <a:latin typeface="Consolas" panose="020B0609020204030204" pitchFamily="49" charset="0"/>
                <a:ea typeface="Calibri"/>
                <a:cs typeface="Calibri"/>
              </a:rPr>
              <a:t> app1</a:t>
            </a:r>
          </a:p>
        </p:txBody>
      </p:sp>
    </p:spTree>
    <p:extLst>
      <p:ext uri="{BB962C8B-B14F-4D97-AF65-F5344CB8AC3E}">
        <p14:creationId xmlns:p14="http://schemas.microsoft.com/office/powerpoint/2010/main" val="120666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The </a:t>
            </a:r>
            <a:r>
              <a:rPr lang="fr-FR" err="1"/>
              <a:t>Dockerfile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361254" y="983010"/>
            <a:ext cx="11449746" cy="9774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Official doc </a:t>
            </a:r>
            <a:r>
              <a:rPr lang="fr-FR" sz="2400"/>
              <a:t>➡️ https://docs.docker.com/engine/reference/builder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>
              <a:ea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C77ECBB-647C-438C-F32A-95CBED5A2EE8}"/>
              </a:ext>
            </a:extLst>
          </p:cNvPr>
          <p:cNvSpPr txBox="1"/>
          <p:nvPr/>
        </p:nvSpPr>
        <p:spPr>
          <a:xfrm>
            <a:off x="502867" y="1960457"/>
            <a:ext cx="4842934" cy="4154984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node:21-alpine</a:t>
            </a:r>
          </a:p>
          <a:p>
            <a:b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./src /app</a:t>
            </a:r>
          </a:p>
          <a:p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b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ci --production</a:t>
            </a:r>
          </a:p>
          <a:p>
            <a:b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8080</a:t>
            </a:r>
          </a:p>
          <a:p>
            <a:b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fr-FR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fr-FR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C8284C-2CB7-75B3-A59F-C35E43FE642B}"/>
              </a:ext>
            </a:extLst>
          </p:cNvPr>
          <p:cNvSpPr txBox="1"/>
          <p:nvPr/>
        </p:nvSpPr>
        <p:spPr>
          <a:xfrm>
            <a:off x="6846199" y="2781724"/>
            <a:ext cx="4842934" cy="461665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fr-F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INSTRUCTION</a:t>
            </a:r>
            <a:r>
              <a:rPr lang="fr-FR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argument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B263B9D-786B-2AB7-06FE-0151F28CF625}"/>
              </a:ext>
            </a:extLst>
          </p:cNvPr>
          <p:cNvSpPr txBox="1"/>
          <p:nvPr/>
        </p:nvSpPr>
        <p:spPr>
          <a:xfrm>
            <a:off x="1413933" y="6250299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/>
              <a:t>Example of </a:t>
            </a:r>
            <a:r>
              <a:rPr lang="fr-FR" i="1" err="1"/>
              <a:t>NodeJS</a:t>
            </a:r>
            <a:r>
              <a:rPr lang="fr-FR" i="1"/>
              <a:t> app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9BB17D-0B23-B857-A67D-46008F9C8541}"/>
              </a:ext>
            </a:extLst>
          </p:cNvPr>
          <p:cNvSpPr txBox="1"/>
          <p:nvPr/>
        </p:nvSpPr>
        <p:spPr>
          <a:xfrm>
            <a:off x="7967132" y="3349093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/>
              <a:t>General </a:t>
            </a:r>
            <a:r>
              <a:rPr lang="fr-FR" i="1" err="1"/>
              <a:t>syntax</a:t>
            </a:r>
            <a:endParaRPr lang="fr-FR" i="1"/>
          </a:p>
        </p:txBody>
      </p:sp>
      <p:pic>
        <p:nvPicPr>
          <p:cNvPr id="12" name="Image 11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D6A77C85-5698-11C7-3E6C-3777DA2511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3" name="Parenthèse ouvrante 12">
            <a:extLst>
              <a:ext uri="{FF2B5EF4-FFF2-40B4-BE49-F238E27FC236}">
                <a16:creationId xmlns:a16="http://schemas.microsoft.com/office/drawing/2014/main" id="{0D6C331C-0DC5-2371-614F-14D8D06B9002}"/>
              </a:ext>
            </a:extLst>
          </p:cNvPr>
          <p:cNvSpPr/>
          <p:nvPr/>
        </p:nvSpPr>
        <p:spPr>
          <a:xfrm>
            <a:off x="7564604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arenthèse ouvrante 13">
            <a:extLst>
              <a:ext uri="{FF2B5EF4-FFF2-40B4-BE49-F238E27FC236}">
                <a16:creationId xmlns:a16="http://schemas.microsoft.com/office/drawing/2014/main" id="{21828784-FF4F-BF1E-ADC7-DAB031E2173A}"/>
              </a:ext>
            </a:extLst>
          </p:cNvPr>
          <p:cNvSpPr/>
          <p:nvPr/>
        </p:nvSpPr>
        <p:spPr>
          <a:xfrm rot="10800000">
            <a:off x="8264346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44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Dockerfile</a:t>
            </a:r>
            <a:r>
              <a:rPr lang="fr-FR"/>
              <a:t> instructions</a:t>
            </a:r>
            <a:endParaRPr lang="en-US" err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CA3815-7C3E-59B9-C0A9-9A7C4340D8CB}"/>
              </a:ext>
            </a:extLst>
          </p:cNvPr>
          <p:cNvSpPr txBox="1"/>
          <p:nvPr/>
        </p:nvSpPr>
        <p:spPr>
          <a:xfrm>
            <a:off x="9152468" y="1308893"/>
            <a:ext cx="2759443" cy="246221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node:21-alpine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./src /app</a:t>
            </a:r>
          </a:p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ci --production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8080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7564604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8264346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499354" y="1790859"/>
            <a:ext cx="7764992" cy="37379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FROM: initial state of the build process.</a:t>
            </a:r>
            <a:br>
              <a:rPr lang="en-US" sz="200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Either start building using preinstalled packages in another image,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Or choose </a:t>
            </a:r>
            <a:r>
              <a:rPr lang="en-US" sz="2000">
                <a:latin typeface="Consolas" panose="020B0609020204030204" pitchFamily="49" charset="0"/>
                <a:ea typeface="Calibri"/>
                <a:cs typeface="Calibri"/>
              </a:rPr>
              <a:t>scratch</a:t>
            </a:r>
            <a:r>
              <a:rPr lang="en-US" sz="2000">
                <a:ea typeface="Calibri"/>
                <a:cs typeface="Calibri"/>
              </a:rPr>
              <a:t> for an empty start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COPY: put some files from the build host into the image</a:t>
            </a:r>
            <a:br>
              <a:rPr lang="en-US" sz="200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Related to </a:t>
            </a:r>
            <a:r>
              <a:rPr lang="en-US" sz="2000">
                <a:latin typeface="Consolas" panose="020B0609020204030204" pitchFamily="49" charset="0"/>
                <a:ea typeface="Calibri"/>
                <a:cs typeface="Calibri"/>
              </a:rPr>
              <a:t>ADD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WORKDIR: Changes the current directory, like cd in Linux</a:t>
            </a:r>
          </a:p>
        </p:txBody>
      </p:sp>
    </p:spTree>
    <p:extLst>
      <p:ext uri="{BB962C8B-B14F-4D97-AF65-F5344CB8AC3E}">
        <p14:creationId xmlns:p14="http://schemas.microsoft.com/office/powerpoint/2010/main" val="2132174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Dockerfile</a:t>
            </a:r>
            <a:r>
              <a:rPr lang="fr-FR"/>
              <a:t> instructions</a:t>
            </a:r>
            <a:endParaRPr lang="en-US" err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CA3815-7C3E-59B9-C0A9-9A7C4340D8CB}"/>
              </a:ext>
            </a:extLst>
          </p:cNvPr>
          <p:cNvSpPr txBox="1"/>
          <p:nvPr/>
        </p:nvSpPr>
        <p:spPr>
          <a:xfrm>
            <a:off x="9152468" y="1308893"/>
            <a:ext cx="2759443" cy="246221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node:21-alpine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./src /app</a:t>
            </a:r>
          </a:p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ci --production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8080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7564604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8264346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499354" y="1618010"/>
            <a:ext cx="7764992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2000" b="1">
              <a:latin typeface="Consola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RUN: Execute a command in the image (</a:t>
            </a:r>
            <a:r>
              <a:rPr lang="en-US" sz="2000" b="1">
                <a:ea typeface="Calibri"/>
                <a:cs typeface="Calibri"/>
              </a:rPr>
              <a:t>build time</a:t>
            </a:r>
            <a:r>
              <a:rPr lang="en-US" sz="2000">
                <a:ea typeface="Calibri"/>
                <a:cs typeface="Calibri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000" b="1">
              <a:latin typeface="Consola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EXPOSE: Declare a port to open at </a:t>
            </a:r>
            <a:r>
              <a:rPr lang="en-US" sz="2000" b="1">
                <a:ea typeface="Calibri"/>
                <a:cs typeface="Calibri"/>
              </a:rPr>
              <a:t>run time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CMD: The </a:t>
            </a:r>
            <a:r>
              <a:rPr lang="en-US" sz="2000" b="1">
                <a:ea typeface="Calibri"/>
                <a:cs typeface="Calibri"/>
              </a:rPr>
              <a:t>run time</a:t>
            </a:r>
            <a:r>
              <a:rPr lang="en-US" sz="2000">
                <a:ea typeface="Calibri"/>
                <a:cs typeface="Calibri"/>
              </a:rPr>
              <a:t> command to execute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Related to ENTRYPOINT</a:t>
            </a:r>
          </a:p>
        </p:txBody>
      </p:sp>
    </p:spTree>
    <p:extLst>
      <p:ext uri="{BB962C8B-B14F-4D97-AF65-F5344CB8AC3E}">
        <p14:creationId xmlns:p14="http://schemas.microsoft.com/office/powerpoint/2010/main" val="147951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Docker </a:t>
            </a:r>
            <a:r>
              <a:rPr lang="fr-FR" err="1"/>
              <a:t>build</a:t>
            </a:r>
            <a:endParaRPr lang="en-US" err="1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8344384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9044126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4385029" y="4769045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latin typeface="Consolas"/>
                <a:ea typeface="Calibri"/>
                <a:cs typeface="Calibri"/>
              </a:rPr>
              <a:t>Live demo ✨</a:t>
            </a:r>
            <a:endParaRPr lang="fr-FR" sz="4000" u="sng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448554" y="1778387"/>
            <a:ext cx="6197600" cy="32762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Produce an image on your host, from the </a:t>
            </a:r>
            <a:r>
              <a:rPr lang="en-US" sz="2000" err="1">
                <a:ea typeface="Calibri"/>
                <a:cs typeface="Calibri"/>
              </a:rPr>
              <a:t>Dockerfile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Docker CLI: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build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images (list the local images)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inspect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err="1">
                <a:ea typeface="Calibri"/>
                <a:cs typeface="Calibri"/>
              </a:rPr>
              <a:t>rmi</a:t>
            </a:r>
            <a:r>
              <a:rPr lang="en-US" sz="2000">
                <a:ea typeface="Calibri"/>
                <a:cs typeface="Calibri"/>
              </a:rPr>
              <a:t> (remove an image)</a:t>
            </a:r>
          </a:p>
        </p:txBody>
      </p:sp>
    </p:spTree>
    <p:extLst>
      <p:ext uri="{BB962C8B-B14F-4D97-AF65-F5344CB8AC3E}">
        <p14:creationId xmlns:p14="http://schemas.microsoft.com/office/powerpoint/2010/main" val="145392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Docker RUN</a:t>
            </a:r>
            <a:endParaRPr lang="en-US" err="1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10183344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0883086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4921649" y="5509580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latin typeface="Consolas"/>
                <a:ea typeface="Calibri"/>
                <a:cs typeface="Calibri"/>
              </a:rPr>
              <a:t>Live demo ✨</a:t>
            </a:r>
            <a:endParaRPr lang="fr-FR" sz="4000" u="sng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448554" y="1778387"/>
            <a:ext cx="6197600" cy="37379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Instantiate a container from the built image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Docker CLI: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run (create a container)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err="1">
                <a:ea typeface="Calibri"/>
                <a:cs typeface="Calibri"/>
              </a:rPr>
              <a:t>ps</a:t>
            </a:r>
            <a:r>
              <a:rPr lang="en-US" sz="2000">
                <a:ea typeface="Calibri"/>
                <a:cs typeface="Calibri"/>
              </a:rPr>
              <a:t> (list the containers, ex: docker </a:t>
            </a:r>
            <a:r>
              <a:rPr lang="en-US" sz="2000" err="1">
                <a:ea typeface="Calibri"/>
                <a:cs typeface="Calibri"/>
              </a:rPr>
              <a:t>ps</a:t>
            </a:r>
            <a:r>
              <a:rPr lang="en-US" sz="2000">
                <a:ea typeface="Calibri"/>
                <a:cs typeface="Calibri"/>
              </a:rPr>
              <a:t> -a)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exec (execute a command in a container, ex: a shell)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stop (shuts down a container, can be restarted)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rm (completely removes the container)</a:t>
            </a:r>
          </a:p>
        </p:txBody>
      </p:sp>
    </p:spTree>
    <p:extLst>
      <p:ext uri="{BB962C8B-B14F-4D97-AF65-F5344CB8AC3E}">
        <p14:creationId xmlns:p14="http://schemas.microsoft.com/office/powerpoint/2010/main" val="116707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Image </a:t>
            </a:r>
            <a:r>
              <a:rPr lang="fr-FR" err="1"/>
              <a:t>registry</a:t>
            </a:r>
            <a:endParaRPr lang="en-US" err="1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9071672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001694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389286" y="932210"/>
            <a:ext cx="3767846" cy="2814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The server hosting the images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Docker CLI: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login / logout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push / pull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6" name="Graphique 5" descr="Programmeur avec un remplissage uni">
            <a:extLst>
              <a:ext uri="{FF2B5EF4-FFF2-40B4-BE49-F238E27FC236}">
                <a16:creationId xmlns:a16="http://schemas.microsoft.com/office/drawing/2014/main" id="{9BF96C06-565D-701E-9A05-A0D9D7D80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3769" y="3607785"/>
            <a:ext cx="1446728" cy="1446728"/>
          </a:xfrm>
          <a:prstGeom prst="rect">
            <a:avLst/>
          </a:prstGeom>
        </p:spPr>
      </p:pic>
      <p:pic>
        <p:nvPicPr>
          <p:cNvPr id="8" name="Graphique 7" descr="Programmatrice avec un remplissage uni">
            <a:extLst>
              <a:ext uri="{FF2B5EF4-FFF2-40B4-BE49-F238E27FC236}">
                <a16:creationId xmlns:a16="http://schemas.microsoft.com/office/drawing/2014/main" id="{F7587780-EC2D-8422-0F45-7F8FD1C96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4867" y="4516403"/>
            <a:ext cx="1674430" cy="1674430"/>
          </a:xfrm>
          <a:prstGeom prst="rect">
            <a:avLst/>
          </a:prstGeom>
        </p:spPr>
      </p:pic>
      <p:pic>
        <p:nvPicPr>
          <p:cNvPr id="4" name="Graphic 3" descr="Badge Tick with solid fill">
            <a:extLst>
              <a:ext uri="{FF2B5EF4-FFF2-40B4-BE49-F238E27FC236}">
                <a16:creationId xmlns:a16="http://schemas.microsoft.com/office/drawing/2014/main" id="{FE01F8BE-BF6E-3886-D97A-D326E17440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29515" y="5426579"/>
            <a:ext cx="914400" cy="9144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1240AA6-AD32-6D88-650C-42A43823A118}"/>
              </a:ext>
            </a:extLst>
          </p:cNvPr>
          <p:cNvSpPr txBox="1"/>
          <p:nvPr/>
        </p:nvSpPr>
        <p:spPr>
          <a:xfrm>
            <a:off x="1527825" y="6264844"/>
            <a:ext cx="2177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Verified</a:t>
            </a:r>
            <a:r>
              <a:rPr lang="fr-FR"/>
              <a:t> Publisher</a:t>
            </a:r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DE5EA-705A-2249-56EA-B56038AC28AC}"/>
              </a:ext>
            </a:extLst>
          </p:cNvPr>
          <p:cNvSpPr txBox="1"/>
          <p:nvPr/>
        </p:nvSpPr>
        <p:spPr>
          <a:xfrm>
            <a:off x="8006856" y="1681341"/>
            <a:ext cx="4185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err="1"/>
              <a:t>Registry</a:t>
            </a:r>
            <a:br>
              <a:rPr lang="fr-FR" sz="3200"/>
            </a:br>
            <a:br>
              <a:rPr lang="fr-FR" sz="2000"/>
            </a:br>
            <a:r>
              <a:rPr lang="fr-FR" sz="2000" i="1" err="1"/>
              <a:t>dockerhub</a:t>
            </a:r>
            <a:r>
              <a:rPr lang="fr-FR" sz="2000" i="1"/>
              <a:t>, ghcr.io, registry.gitlab.com</a:t>
            </a:r>
            <a:endParaRPr lang="en-GB" i="1"/>
          </a:p>
        </p:txBody>
      </p:sp>
      <p:pic>
        <p:nvPicPr>
          <p:cNvPr id="15" name="Graphique 14" descr="Synchronisation avec le cloud avec un remplissage uni">
            <a:extLst>
              <a:ext uri="{FF2B5EF4-FFF2-40B4-BE49-F238E27FC236}">
                <a16:creationId xmlns:a16="http://schemas.microsoft.com/office/drawing/2014/main" id="{268B2C64-975A-B0F3-886B-B4F9D97764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093" y="354873"/>
            <a:ext cx="3541112" cy="3541112"/>
          </a:xfrm>
          <a:prstGeom prst="rect">
            <a:avLst/>
          </a:prstGeom>
        </p:spPr>
      </p:pic>
      <p:pic>
        <p:nvPicPr>
          <p:cNvPr id="16" name="Graphique 15" descr="Programmeur avec un remplissage uni">
            <a:extLst>
              <a:ext uri="{FF2B5EF4-FFF2-40B4-BE49-F238E27FC236}">
                <a16:creationId xmlns:a16="http://schemas.microsoft.com/office/drawing/2014/main" id="{3EAF83DA-A10B-B2E4-61CB-C78BE0EC2B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3493" y="5037497"/>
            <a:ext cx="1446728" cy="1446728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3299BA4-2DF6-7B01-77E3-7FEAE5335635}"/>
              </a:ext>
            </a:extLst>
          </p:cNvPr>
          <p:cNvCxnSpPr>
            <a:cxnSpLocks/>
          </p:cNvCxnSpPr>
          <p:nvPr/>
        </p:nvCxnSpPr>
        <p:spPr>
          <a:xfrm flipV="1">
            <a:off x="2954867" y="3217333"/>
            <a:ext cx="1888066" cy="193040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B228B6FB-75C6-0C0A-E429-FE77FDCA87BE}"/>
              </a:ext>
            </a:extLst>
          </p:cNvPr>
          <p:cNvSpPr txBox="1"/>
          <p:nvPr/>
        </p:nvSpPr>
        <p:spPr>
          <a:xfrm>
            <a:off x="1977185" y="4103439"/>
            <a:ext cx="180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latin typeface="Consolas" panose="020B0609020204030204" pitchFamily="49" charset="0"/>
              </a:rPr>
              <a:t>docker login</a:t>
            </a:r>
            <a:endParaRPr lang="en-GB">
              <a:latin typeface="Consolas" panose="020B0609020204030204" pitchFamily="49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0B9D0C7-ED04-752F-FBBD-3AF8952E157C}"/>
              </a:ext>
            </a:extLst>
          </p:cNvPr>
          <p:cNvSpPr txBox="1"/>
          <p:nvPr/>
        </p:nvSpPr>
        <p:spPr>
          <a:xfrm>
            <a:off x="2804495" y="3408588"/>
            <a:ext cx="180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latin typeface="Consolas" panose="020B0609020204030204" pitchFamily="49" charset="0"/>
              </a:rPr>
              <a:t>docker push</a:t>
            </a:r>
            <a:endParaRPr lang="en-GB">
              <a:latin typeface="Consolas" panose="020B0609020204030204" pitchFamily="49" charset="0"/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F4D43A43-942C-A5E6-82CC-D1D3B115E5D2}"/>
              </a:ext>
            </a:extLst>
          </p:cNvPr>
          <p:cNvCxnSpPr>
            <a:cxnSpLocks/>
          </p:cNvCxnSpPr>
          <p:nvPr/>
        </p:nvCxnSpPr>
        <p:spPr>
          <a:xfrm>
            <a:off x="6793108" y="3321143"/>
            <a:ext cx="1085696" cy="1716354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5504AB71-52BA-53FA-57D3-D6D2D653DA28}"/>
              </a:ext>
            </a:extLst>
          </p:cNvPr>
          <p:cNvSpPr txBox="1"/>
          <p:nvPr/>
        </p:nvSpPr>
        <p:spPr>
          <a:xfrm>
            <a:off x="5805189" y="4205186"/>
            <a:ext cx="180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latin typeface="Consolas" panose="020B0609020204030204" pitchFamily="49" charset="0"/>
              </a:rPr>
              <a:t>docker pull</a:t>
            </a:r>
            <a:endParaRPr lang="en-GB">
              <a:latin typeface="Consolas" panose="020B0609020204030204" pitchFamily="49" charset="0"/>
            </a:endParaRP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441D07AA-8742-CAB3-CCFF-2C425A2926D0}"/>
              </a:ext>
            </a:extLst>
          </p:cNvPr>
          <p:cNvCxnSpPr>
            <a:cxnSpLocks/>
          </p:cNvCxnSpPr>
          <p:nvPr/>
        </p:nvCxnSpPr>
        <p:spPr>
          <a:xfrm>
            <a:off x="7772400" y="3149038"/>
            <a:ext cx="2275964" cy="844599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FD753051-2306-40C1-7D7D-F7789A926A37}"/>
              </a:ext>
            </a:extLst>
          </p:cNvPr>
          <p:cNvSpPr txBox="1"/>
          <p:nvPr/>
        </p:nvSpPr>
        <p:spPr>
          <a:xfrm>
            <a:off x="8704518" y="3184104"/>
            <a:ext cx="180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latin typeface="Consolas" panose="020B0609020204030204" pitchFamily="49" charset="0"/>
              </a:rPr>
              <a:t>docker run</a:t>
            </a:r>
            <a:endParaRPr lang="en-GB">
              <a:latin typeface="Consolas" panose="020B0609020204030204" pitchFamily="49" charset="0"/>
            </a:endParaRPr>
          </a:p>
        </p:txBody>
      </p:sp>
      <p:pic>
        <p:nvPicPr>
          <p:cNvPr id="37" name="Graphique 36" descr="Boîte avec un remplissage uni">
            <a:extLst>
              <a:ext uri="{FF2B5EF4-FFF2-40B4-BE49-F238E27FC236}">
                <a16:creationId xmlns:a16="http://schemas.microsoft.com/office/drawing/2014/main" id="{1C0205A5-5C59-FCAF-FBEB-1009D12850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7110" y="2024746"/>
            <a:ext cx="914400" cy="914400"/>
          </a:xfrm>
          <a:prstGeom prst="rect">
            <a:avLst/>
          </a:prstGeom>
        </p:spPr>
      </p:pic>
      <p:pic>
        <p:nvPicPr>
          <p:cNvPr id="35" name="Graphic 3" descr="Badge Tick with solid fill">
            <a:extLst>
              <a:ext uri="{FF2B5EF4-FFF2-40B4-BE49-F238E27FC236}">
                <a16:creationId xmlns:a16="http://schemas.microsoft.com/office/drawing/2014/main" id="{0343F149-D8D3-267E-BBB2-D6C471082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1395" y="2109720"/>
            <a:ext cx="446049" cy="44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09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Image </a:t>
            </a:r>
            <a:r>
              <a:rPr lang="fr-FR" err="1"/>
              <a:t>layers</a:t>
            </a:r>
            <a:endParaRPr lang="en-US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347731" y="2022717"/>
            <a:ext cx="7498011" cy="32742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Every </a:t>
            </a:r>
            <a:r>
              <a:rPr lang="en-US" sz="2000" err="1">
                <a:ea typeface="Calibri"/>
                <a:cs typeface="Calibri"/>
              </a:rPr>
              <a:t>Dockerfile</a:t>
            </a:r>
            <a:r>
              <a:rPr lang="en-US" sz="2000">
                <a:ea typeface="Calibri"/>
                <a:cs typeface="Calibri"/>
              </a:rPr>
              <a:t> instruction generates a layer during the </a:t>
            </a:r>
            <a:r>
              <a:rPr lang="en-US" sz="2000" b="1">
                <a:ea typeface="Calibri"/>
                <a:cs typeface="Calibri"/>
              </a:rPr>
              <a:t>build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Layers sit on the filesystem and have a size (Bytes)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	corresponding to the NET amount of data</a:t>
            </a:r>
            <a:br>
              <a:rPr lang="en-US" sz="200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	they bring into the image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Layers stack on each other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All the intermediate stacks get cached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	</a:t>
            </a:r>
            <a:r>
              <a:rPr lang="fr-FR" sz="2000">
                <a:ea typeface="Calibri"/>
                <a:cs typeface="Calibri"/>
              </a:rPr>
              <a:t>➡️ </a:t>
            </a:r>
            <a:r>
              <a:rPr lang="fr-FR" sz="2000" err="1">
                <a:ea typeface="Calibri"/>
                <a:cs typeface="Calibri"/>
              </a:rPr>
              <a:t>changing</a:t>
            </a:r>
            <a:r>
              <a:rPr lang="fr-FR" sz="2000">
                <a:ea typeface="Calibri"/>
                <a:cs typeface="Calibri"/>
              </a:rPr>
              <a:t> a top fast, </a:t>
            </a:r>
            <a:r>
              <a:rPr lang="fr-FR" sz="2000" err="1">
                <a:ea typeface="Calibri"/>
                <a:cs typeface="Calibri"/>
              </a:rPr>
              <a:t>changing</a:t>
            </a:r>
            <a:r>
              <a:rPr lang="fr-FR" sz="2000">
                <a:ea typeface="Calibri"/>
                <a:cs typeface="Calibri"/>
              </a:rPr>
              <a:t> a </a:t>
            </a:r>
            <a:r>
              <a:rPr lang="fr-FR" sz="2000" err="1">
                <a:ea typeface="Calibri"/>
                <a:cs typeface="Calibri"/>
              </a:rPr>
              <a:t>bottom</a:t>
            </a:r>
            <a:r>
              <a:rPr lang="fr-FR" sz="2000">
                <a:ea typeface="Calibri"/>
                <a:cs typeface="Calibri"/>
              </a:rPr>
              <a:t> layer </a:t>
            </a:r>
            <a:r>
              <a:rPr lang="fr-FR" sz="2000" err="1">
                <a:ea typeface="Calibri"/>
                <a:cs typeface="Calibri"/>
              </a:rPr>
              <a:t>is</a:t>
            </a:r>
            <a:r>
              <a:rPr lang="fr-FR" sz="2000">
                <a:ea typeface="Calibri"/>
                <a:cs typeface="Calibri"/>
              </a:rPr>
              <a:t> slow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56938B-C658-9470-E923-AB8730122085}"/>
              </a:ext>
            </a:extLst>
          </p:cNvPr>
          <p:cNvSpPr txBox="1"/>
          <p:nvPr/>
        </p:nvSpPr>
        <p:spPr>
          <a:xfrm>
            <a:off x="347731" y="965587"/>
            <a:ext cx="6603401" cy="5062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ea typeface="Calibri"/>
                <a:cs typeface="Calibri"/>
              </a:rPr>
              <a:t>The nature of an OCI image</a:t>
            </a:r>
          </a:p>
        </p:txBody>
      </p:sp>
      <p:pic>
        <p:nvPicPr>
          <p:cNvPr id="7" name="Image 6" descr="Une image contenant oiseau, dessin&#10;&#10;Description générée automatiquement">
            <a:extLst>
              <a:ext uri="{FF2B5EF4-FFF2-40B4-BE49-F238E27FC236}">
                <a16:creationId xmlns:a16="http://schemas.microsoft.com/office/drawing/2014/main" id="{1BB8A044-7058-306D-623A-64AD024D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031" y="2428353"/>
            <a:ext cx="3936818" cy="26770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Parenthèse ouvrante 7">
            <a:extLst>
              <a:ext uri="{FF2B5EF4-FFF2-40B4-BE49-F238E27FC236}">
                <a16:creationId xmlns:a16="http://schemas.microsoft.com/office/drawing/2014/main" id="{0BFA75DF-C87F-C2CD-889D-BB337FC97A8D}"/>
              </a:ext>
            </a:extLst>
          </p:cNvPr>
          <p:cNvSpPr/>
          <p:nvPr/>
        </p:nvSpPr>
        <p:spPr>
          <a:xfrm>
            <a:off x="945520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926EE8F0-2F59-CE04-DD50-5F91E4D14BE2}"/>
              </a:ext>
            </a:extLst>
          </p:cNvPr>
          <p:cNvSpPr/>
          <p:nvPr/>
        </p:nvSpPr>
        <p:spPr>
          <a:xfrm rot="10800000">
            <a:off x="10095680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01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Leveraging the </a:t>
            </a:r>
            <a:r>
              <a:rPr lang="fr-FR" err="1"/>
              <a:t>layers</a:t>
            </a:r>
            <a:endParaRPr lang="en-US"/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1BE161CE-9DF2-30A5-CB93-E34BCEEA9E69}"/>
              </a:ext>
            </a:extLst>
          </p:cNvPr>
          <p:cNvSpPr/>
          <p:nvPr/>
        </p:nvSpPr>
        <p:spPr>
          <a:xfrm>
            <a:off x="945520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enthèse ouvrante 10">
            <a:extLst>
              <a:ext uri="{FF2B5EF4-FFF2-40B4-BE49-F238E27FC236}">
                <a16:creationId xmlns:a16="http://schemas.microsoft.com/office/drawing/2014/main" id="{3BDEC5D5-BF8E-0204-4176-73A7DB110090}"/>
              </a:ext>
            </a:extLst>
          </p:cNvPr>
          <p:cNvSpPr/>
          <p:nvPr/>
        </p:nvSpPr>
        <p:spPr>
          <a:xfrm rot="10800000">
            <a:off x="10095680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280089" y="1961012"/>
            <a:ext cx="9202578" cy="39226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a typeface="Calibri"/>
                <a:cs typeface="Calibri"/>
              </a:rPr>
              <a:t>Reduce the build time in dev phase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➡️ </a:t>
            </a:r>
            <a:r>
              <a:rPr lang="fr-FR" sz="2000" dirty="0" err="1">
                <a:ea typeface="Calibri"/>
                <a:cs typeface="Calibri"/>
              </a:rPr>
              <a:t>keep</a:t>
            </a:r>
            <a:r>
              <a:rPr lang="fr-FR" sz="2000" dirty="0">
                <a:ea typeface="Calibri"/>
                <a:cs typeface="Calibri"/>
              </a:rPr>
              <a:t> the </a:t>
            </a:r>
            <a:r>
              <a:rPr lang="fr-FR" sz="2000" dirty="0" err="1">
                <a:ea typeface="Calibri"/>
                <a:cs typeface="Calibri"/>
              </a:rPr>
              <a:t>frequently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changing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operations</a:t>
            </a:r>
            <a:r>
              <a:rPr lang="fr-FR" sz="2000" dirty="0">
                <a:ea typeface="Calibri"/>
                <a:cs typeface="Calibri"/>
              </a:rPr>
              <a:t> at the end of the </a:t>
            </a:r>
            <a:r>
              <a:rPr lang="fr-FR" sz="2000" dirty="0" err="1">
                <a:ea typeface="Calibri"/>
                <a:cs typeface="Calibri"/>
              </a:rPr>
              <a:t>Dockerfile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	ex: </a:t>
            </a:r>
            <a:r>
              <a:rPr lang="fr-FR" sz="2000" dirty="0" err="1">
                <a:ea typeface="Calibri"/>
                <a:cs typeface="Calibri"/>
              </a:rPr>
              <a:t>try</a:t>
            </a:r>
            <a:r>
              <a:rPr lang="fr-FR" sz="2000" dirty="0">
                <a:ea typeface="Calibri"/>
                <a:cs typeface="Calibri"/>
              </a:rPr>
              <a:t> to copy the source code </a:t>
            </a:r>
            <a:r>
              <a:rPr lang="fr-FR" sz="2000" dirty="0" err="1">
                <a:ea typeface="Calibri"/>
                <a:cs typeface="Calibri"/>
              </a:rPr>
              <a:t>after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having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fetched</a:t>
            </a:r>
            <a:r>
              <a:rPr lang="fr-FR" sz="2000" dirty="0">
                <a:ea typeface="Calibri"/>
                <a:cs typeface="Calibri"/>
              </a:rPr>
              <a:t> the </a:t>
            </a:r>
            <a:r>
              <a:rPr lang="fr-FR" sz="2000" dirty="0" err="1">
                <a:ea typeface="Calibri"/>
                <a:cs typeface="Calibri"/>
              </a:rPr>
              <a:t>dependencies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400" err="1">
                <a:ea typeface="Calibri"/>
                <a:cs typeface="Calibri"/>
              </a:rPr>
              <a:t>Reduce</a:t>
            </a:r>
            <a:r>
              <a:rPr lang="fr-FR" sz="2400" dirty="0">
                <a:ea typeface="Calibri"/>
                <a:cs typeface="Calibri"/>
              </a:rPr>
              <a:t> the image size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➡️ do </a:t>
            </a:r>
            <a:r>
              <a:rPr lang="fr-FR" sz="2000" dirty="0" err="1">
                <a:ea typeface="Calibri"/>
                <a:cs typeface="Calibri"/>
              </a:rPr>
              <a:t>atomic</a:t>
            </a:r>
            <a:r>
              <a:rPr lang="fr-FR" sz="2000" dirty="0">
                <a:ea typeface="Calibri"/>
                <a:cs typeface="Calibri"/>
              </a:rPr>
              <a:t> instruction </a:t>
            </a:r>
            <a:r>
              <a:rPr lang="fr-FR" sz="2000" dirty="0" err="1">
                <a:ea typeface="Calibri"/>
                <a:cs typeface="Calibri"/>
              </a:rPr>
              <a:t>with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cleanup</a:t>
            </a:r>
            <a:r>
              <a:rPr lang="fr-FR" sz="2000" dirty="0">
                <a:ea typeface="Calibri"/>
                <a:cs typeface="Calibri"/>
              </a:rPr>
              <a:t> at the end to </a:t>
            </a:r>
            <a:r>
              <a:rPr lang="fr-FR" sz="2000" dirty="0" err="1">
                <a:ea typeface="Calibri"/>
                <a:cs typeface="Calibri"/>
              </a:rPr>
              <a:t>reduce</a:t>
            </a:r>
            <a:r>
              <a:rPr lang="fr-FR" sz="2000" dirty="0">
                <a:ea typeface="Calibri"/>
                <a:cs typeface="Calibri"/>
              </a:rPr>
              <a:t> the NET size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ea typeface="Calibri"/>
                <a:cs typeface="Calibri"/>
              </a:rPr>
              <a:t>	ex: </a:t>
            </a:r>
            <a:r>
              <a:rPr lang="fr-FR" sz="2000" dirty="0" err="1">
                <a:ea typeface="Calibri"/>
                <a:cs typeface="Calibri"/>
              </a:rPr>
              <a:t>try</a:t>
            </a:r>
            <a:r>
              <a:rPr lang="fr-FR" sz="2000" dirty="0">
                <a:ea typeface="Calibri"/>
                <a:cs typeface="Calibri"/>
              </a:rPr>
              <a:t> to </a:t>
            </a:r>
            <a:r>
              <a:rPr lang="fr-FR" sz="2000" dirty="0" err="1">
                <a:ea typeface="Calibri"/>
                <a:cs typeface="Calibri"/>
              </a:rPr>
              <a:t>remove</a:t>
            </a:r>
            <a:r>
              <a:rPr lang="fr-FR" sz="2000" dirty="0">
                <a:ea typeface="Calibri"/>
                <a:cs typeface="Calibri"/>
              </a:rPr>
              <a:t> the </a:t>
            </a:r>
            <a:r>
              <a:rPr lang="fr-FR" sz="2000" dirty="0" err="1">
                <a:ea typeface="Calibri"/>
                <a:cs typeface="Calibri"/>
              </a:rPr>
              <a:t>downloaded</a:t>
            </a:r>
            <a:r>
              <a:rPr lang="fr-FR" sz="2000" dirty="0">
                <a:ea typeface="Calibri"/>
                <a:cs typeface="Calibri"/>
              </a:rPr>
              <a:t> archives right </a:t>
            </a:r>
            <a:r>
              <a:rPr lang="fr-FR" sz="2000" dirty="0" err="1">
                <a:ea typeface="Calibri"/>
                <a:cs typeface="Calibri"/>
              </a:rPr>
              <a:t>after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unzipping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them</a:t>
            </a:r>
            <a:br>
              <a:rPr lang="fr-FR" sz="2000" dirty="0">
                <a:ea typeface="Calibri"/>
                <a:cs typeface="Calibri"/>
              </a:rPr>
            </a:br>
            <a:r>
              <a:rPr lang="fr-FR" sz="2000" dirty="0">
                <a:ea typeface="Calibri"/>
                <a:cs typeface="Calibri"/>
              </a:rPr>
              <a:t>		</a:t>
            </a:r>
            <a:r>
              <a:rPr lang="fr-FR" sz="2000" b="1" dirty="0">
                <a:ea typeface="Calibri"/>
                <a:cs typeface="Calibri"/>
              </a:rPr>
              <a:t>RUN</a:t>
            </a:r>
            <a:r>
              <a:rPr lang="fr-FR" sz="2000" dirty="0">
                <a:ea typeface="Calibri"/>
                <a:cs typeface="Calibri"/>
              </a:rPr>
              <a:t> download tool.zip &amp;&amp; </a:t>
            </a:r>
            <a:r>
              <a:rPr lang="fr-FR" sz="2000" dirty="0" err="1">
                <a:ea typeface="Calibri"/>
                <a:cs typeface="Calibri"/>
              </a:rPr>
              <a:t>unzip</a:t>
            </a:r>
            <a:r>
              <a:rPr lang="fr-FR" sz="2000" dirty="0">
                <a:ea typeface="Calibri"/>
                <a:cs typeface="Calibri"/>
              </a:rPr>
              <a:t> &amp;&amp; </a:t>
            </a:r>
            <a:r>
              <a:rPr lang="fr-FR" sz="2000" dirty="0" err="1">
                <a:ea typeface="Calibri"/>
                <a:cs typeface="Calibri"/>
              </a:rPr>
              <a:t>rm</a:t>
            </a:r>
            <a:r>
              <a:rPr lang="fr-FR" sz="2000" dirty="0">
                <a:ea typeface="Calibri"/>
                <a:cs typeface="Calibri"/>
              </a:rPr>
              <a:t> tool.zip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56938B-C658-9470-E923-AB8730122085}"/>
              </a:ext>
            </a:extLst>
          </p:cNvPr>
          <p:cNvSpPr txBox="1"/>
          <p:nvPr/>
        </p:nvSpPr>
        <p:spPr>
          <a:xfrm>
            <a:off x="347731" y="965587"/>
            <a:ext cx="6603401" cy="5062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ea typeface="Calibri"/>
                <a:cs typeface="Calibri"/>
              </a:rPr>
              <a:t>Optimizing an image</a:t>
            </a:r>
          </a:p>
        </p:txBody>
      </p:sp>
    </p:spTree>
    <p:extLst>
      <p:ext uri="{BB962C8B-B14F-4D97-AF65-F5344CB8AC3E}">
        <p14:creationId xmlns:p14="http://schemas.microsoft.com/office/powerpoint/2010/main" val="390224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Staged</a:t>
            </a:r>
            <a:r>
              <a:rPr lang="fr-FR"/>
              <a:t> </a:t>
            </a:r>
            <a:r>
              <a:rPr lang="fr-FR" err="1"/>
              <a:t>builds</a:t>
            </a:r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CA3815-7C3E-59B9-C0A9-9A7C4340D8CB}"/>
              </a:ext>
            </a:extLst>
          </p:cNvPr>
          <p:cNvSpPr txBox="1"/>
          <p:nvPr/>
        </p:nvSpPr>
        <p:spPr>
          <a:xfrm>
            <a:off x="8264346" y="1308893"/>
            <a:ext cx="3647565" cy="3539430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go:1.21 as </a:t>
            </a:r>
            <a:r>
              <a:rPr lang="fr-FR" sz="14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builder</a:t>
            </a:r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./src /app</a:t>
            </a:r>
          </a:p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go </a:t>
            </a:r>
            <a:r>
              <a:rPr lang="fr-FR" sz="14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build</a:t>
            </a:r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sz="14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400">
                <a:solidFill>
                  <a:srgbClr val="CCCCCC"/>
                </a:solidFill>
                <a:latin typeface="Consolas" panose="020B0609020204030204" pitchFamily="49" charset="0"/>
              </a:rPr>
              <a:t> scratch</a:t>
            </a:r>
          </a:p>
          <a:p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COPY –</a:t>
            </a:r>
            <a:r>
              <a:rPr lang="fr-FR" sz="1400" b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/app/backend .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8080</a:t>
            </a:r>
          </a:p>
          <a:p>
            <a:b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"backend"</a:t>
            </a:r>
            <a:r>
              <a:rPr lang="fr-FR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fr-FR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ABFAD2-751C-E246-082C-E0E7B0A60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87" r="17751" b="14660"/>
          <a:stretch/>
        </p:blipFill>
        <p:spPr>
          <a:xfrm>
            <a:off x="7637947" y="0"/>
            <a:ext cx="4554053" cy="117393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0568965-B3C1-C522-D042-9FFF0D700724}"/>
              </a:ext>
            </a:extLst>
          </p:cNvPr>
          <p:cNvSpPr txBox="1"/>
          <p:nvPr/>
        </p:nvSpPr>
        <p:spPr>
          <a:xfrm>
            <a:off x="293642" y="1661701"/>
            <a:ext cx="7764992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Idea: do size-intensive operations in the build “stages”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And use their minimalist output into the last stage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The intermediate stages’ layers are NOT part of the final image</a:t>
            </a:r>
          </a:p>
          <a:p>
            <a:pPr>
              <a:lnSpc>
                <a:spcPct val="150000"/>
              </a:lnSpc>
            </a:pPr>
            <a:r>
              <a:rPr lang="fr-FR" sz="2000" dirty="0" err="1">
                <a:ea typeface="Calibri"/>
                <a:cs typeface="Calibri"/>
              </a:rPr>
              <a:t>Smaller</a:t>
            </a:r>
            <a:r>
              <a:rPr lang="fr-FR" sz="2000" dirty="0">
                <a:ea typeface="Calibri"/>
                <a:cs typeface="Calibri"/>
              </a:rPr>
              <a:t> image ➡️ </a:t>
            </a:r>
            <a:r>
              <a:rPr lang="fr-FR" sz="2000" dirty="0" err="1">
                <a:ea typeface="Calibri"/>
                <a:cs typeface="Calibri"/>
              </a:rPr>
              <a:t>better</a:t>
            </a:r>
            <a:r>
              <a:rPr lang="fr-FR" sz="2000" dirty="0">
                <a:ea typeface="Calibri"/>
                <a:cs typeface="Calibri"/>
              </a:rPr>
              <a:t> network perf, </a:t>
            </a:r>
            <a:r>
              <a:rPr lang="fr-FR" sz="2000" dirty="0" err="1">
                <a:ea typeface="Calibri"/>
                <a:cs typeface="Calibri"/>
              </a:rPr>
              <a:t>better</a:t>
            </a:r>
            <a:r>
              <a:rPr lang="fr-FR" sz="2000" dirty="0">
                <a:ea typeface="Calibri"/>
                <a:cs typeface="Calibri"/>
              </a:rPr>
              <a:t> </a:t>
            </a:r>
            <a:r>
              <a:rPr lang="fr-FR" sz="2000" dirty="0" err="1">
                <a:ea typeface="Calibri"/>
                <a:cs typeface="Calibri"/>
              </a:rPr>
              <a:t>security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b="1">
              <a:latin typeface="Consola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FROM … as … : Starts a new stage that can be referred to later</a:t>
            </a:r>
            <a:endParaRPr lang="en-US" sz="20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COPY --from= … : Retrieve files from a build stage</a:t>
            </a:r>
            <a:endParaRPr lang="en-US" sz="2000" b="1" dirty="0">
              <a:ea typeface="Calibri"/>
              <a:cs typeface="Calibri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07D3208-F6E3-6C57-3375-B64C23318E5F}"/>
              </a:ext>
            </a:extLst>
          </p:cNvPr>
          <p:cNvSpPr/>
          <p:nvPr/>
        </p:nvSpPr>
        <p:spPr>
          <a:xfrm>
            <a:off x="8119533" y="2929148"/>
            <a:ext cx="3962400" cy="2054133"/>
          </a:xfrm>
          <a:custGeom>
            <a:avLst/>
            <a:gdLst>
              <a:gd name="connsiteX0" fmla="*/ 0 w 3962400"/>
              <a:gd name="connsiteY0" fmla="*/ 105295 h 2054133"/>
              <a:gd name="connsiteX1" fmla="*/ 105295 w 3962400"/>
              <a:gd name="connsiteY1" fmla="*/ 0 h 2054133"/>
              <a:gd name="connsiteX2" fmla="*/ 3857105 w 3962400"/>
              <a:gd name="connsiteY2" fmla="*/ 0 h 2054133"/>
              <a:gd name="connsiteX3" fmla="*/ 3962400 w 3962400"/>
              <a:gd name="connsiteY3" fmla="*/ 105295 h 2054133"/>
              <a:gd name="connsiteX4" fmla="*/ 3962400 w 3962400"/>
              <a:gd name="connsiteY4" fmla="*/ 1948838 h 2054133"/>
              <a:gd name="connsiteX5" fmla="*/ 3857105 w 3962400"/>
              <a:gd name="connsiteY5" fmla="*/ 2054133 h 2054133"/>
              <a:gd name="connsiteX6" fmla="*/ 105295 w 3962400"/>
              <a:gd name="connsiteY6" fmla="*/ 2054133 h 2054133"/>
              <a:gd name="connsiteX7" fmla="*/ 0 w 3962400"/>
              <a:gd name="connsiteY7" fmla="*/ 1948838 h 2054133"/>
              <a:gd name="connsiteX8" fmla="*/ 0 w 3962400"/>
              <a:gd name="connsiteY8" fmla="*/ 105295 h 205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2400" h="2054133" extrusionOk="0">
                <a:moveTo>
                  <a:pt x="0" y="105295"/>
                </a:moveTo>
                <a:cubicBezTo>
                  <a:pt x="-890" y="48704"/>
                  <a:pt x="38415" y="-3604"/>
                  <a:pt x="105295" y="0"/>
                </a:cubicBezTo>
                <a:cubicBezTo>
                  <a:pt x="1225771" y="-60713"/>
                  <a:pt x="2893743" y="61072"/>
                  <a:pt x="3857105" y="0"/>
                </a:cubicBezTo>
                <a:cubicBezTo>
                  <a:pt x="3906273" y="3003"/>
                  <a:pt x="3959002" y="51161"/>
                  <a:pt x="3962400" y="105295"/>
                </a:cubicBezTo>
                <a:cubicBezTo>
                  <a:pt x="4004957" y="928700"/>
                  <a:pt x="3848561" y="1321624"/>
                  <a:pt x="3962400" y="1948838"/>
                </a:cubicBezTo>
                <a:cubicBezTo>
                  <a:pt x="3963288" y="2006147"/>
                  <a:pt x="3926543" y="2054878"/>
                  <a:pt x="3857105" y="2054133"/>
                </a:cubicBezTo>
                <a:cubicBezTo>
                  <a:pt x="1992926" y="1980362"/>
                  <a:pt x="766668" y="1898250"/>
                  <a:pt x="105295" y="2054133"/>
                </a:cubicBezTo>
                <a:cubicBezTo>
                  <a:pt x="47948" y="2054250"/>
                  <a:pt x="-9430" y="2002687"/>
                  <a:pt x="0" y="1948838"/>
                </a:cubicBezTo>
                <a:cubicBezTo>
                  <a:pt x="-122097" y="1429717"/>
                  <a:pt x="-83228" y="984307"/>
                  <a:pt x="0" y="105295"/>
                </a:cubicBezTo>
                <a:close/>
              </a:path>
            </a:pathLst>
          </a:cu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981765707">
                  <a:prstGeom prst="roundRect">
                    <a:avLst>
                      <a:gd name="adj" fmla="val 5126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F2A145-725D-07DC-E1FC-6E03B6B8C143}"/>
              </a:ext>
            </a:extLst>
          </p:cNvPr>
          <p:cNvSpPr txBox="1"/>
          <p:nvPr/>
        </p:nvSpPr>
        <p:spPr>
          <a:xfrm>
            <a:off x="8015863" y="4927885"/>
            <a:ext cx="4432395" cy="5062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ea typeface="Calibri"/>
                <a:cs typeface="Calibri"/>
              </a:rPr>
              <a:t>Final image with only … the executable</a:t>
            </a:r>
          </a:p>
        </p:txBody>
      </p:sp>
      <p:pic>
        <p:nvPicPr>
          <p:cNvPr id="7" name="Image 6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C6CE98F8-F3E8-0499-ED78-8B4D4C8CE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152" y="2508596"/>
            <a:ext cx="1196194" cy="14454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804C614-49A6-F444-5AC3-DCAE6AE442BB}"/>
              </a:ext>
            </a:extLst>
          </p:cNvPr>
          <p:cNvSpPr txBox="1"/>
          <p:nvPr/>
        </p:nvSpPr>
        <p:spPr>
          <a:xfrm>
            <a:off x="347731" y="965587"/>
            <a:ext cx="6603401" cy="5062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ea typeface="Calibri"/>
                <a:cs typeface="Calibri"/>
              </a:rPr>
              <a:t>Optimizing an image</a:t>
            </a:r>
          </a:p>
        </p:txBody>
      </p: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60255CBC-851A-D42E-3D2B-7E876CBD3D6D}"/>
              </a:ext>
            </a:extLst>
          </p:cNvPr>
          <p:cNvSpPr/>
          <p:nvPr/>
        </p:nvSpPr>
        <p:spPr>
          <a:xfrm>
            <a:off x="9455207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Parenthèse ouvrante 12">
            <a:extLst>
              <a:ext uri="{FF2B5EF4-FFF2-40B4-BE49-F238E27FC236}">
                <a16:creationId xmlns:a16="http://schemas.microsoft.com/office/drawing/2014/main" id="{C006B293-1A79-E1C5-4258-F3038B8204E2}"/>
              </a:ext>
            </a:extLst>
          </p:cNvPr>
          <p:cNvSpPr/>
          <p:nvPr/>
        </p:nvSpPr>
        <p:spPr>
          <a:xfrm rot="10800000">
            <a:off x="10095680" y="161743"/>
            <a:ext cx="146685" cy="873972"/>
          </a:xfrm>
          <a:prstGeom prst="leftBracket">
            <a:avLst>
              <a:gd name="adj" fmla="val 60085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741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Next </a:t>
            </a:r>
            <a:r>
              <a:rPr lang="fr-FR" err="1"/>
              <a:t>step</a:t>
            </a:r>
            <a:r>
              <a:rPr lang="fr-FR"/>
              <a:t>: TP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277843" y="1173768"/>
            <a:ext cx="5683721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Let’s </a:t>
            </a:r>
            <a:r>
              <a:rPr lang="en-US" sz="2000" err="1">
                <a:cs typeface="Calibri"/>
              </a:rPr>
              <a:t>dockerize</a:t>
            </a:r>
            <a:r>
              <a:rPr lang="en-US" sz="2000">
                <a:cs typeface="Calibri"/>
              </a:rPr>
              <a:t> the project and publish the image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cs typeface="Calibri"/>
              </a:rPr>
              <a:t>Create a </a:t>
            </a:r>
            <a:r>
              <a:rPr lang="en-US" sz="2000" err="1">
                <a:cs typeface="Calibri"/>
              </a:rPr>
              <a:t>Dockerfile</a:t>
            </a:r>
            <a:endParaRPr lang="en-US" sz="2000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cs typeface="Calibri"/>
              </a:rPr>
              <a:t>Build a local image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>
                <a:cs typeface="Calibri"/>
              </a:rPr>
              <a:t>Inspect it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>
                <a:cs typeface="Calibri"/>
              </a:rPr>
              <a:t>Identify the exposed ports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>
                <a:cs typeface="Calibri"/>
              </a:rPr>
              <a:t>Find the command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>
                <a:cs typeface="Calibri"/>
              </a:rPr>
              <a:t>Find the environment variables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sz="2000">
                <a:cs typeface="Calibri"/>
              </a:rPr>
              <a:t>Try to go for a multi-staged build, check its layers</a:t>
            </a:r>
          </a:p>
          <a:p>
            <a:pPr marL="457200" indent="-457200">
              <a:lnSpc>
                <a:spcPct val="150000"/>
              </a:lnSpc>
              <a:buFont typeface="Calibri Light" panose="020F0302020204030204"/>
              <a:buAutoNum type="arabicPeriod"/>
            </a:pPr>
            <a:endParaRPr lang="en-US" sz="2000">
              <a:cs typeface="Calibri"/>
            </a:endParaRPr>
          </a:p>
        </p:txBody>
      </p:sp>
      <p:sp>
        <p:nvSpPr>
          <p:cNvPr id="3" name="ZoneTexte 5">
            <a:extLst>
              <a:ext uri="{FF2B5EF4-FFF2-40B4-BE49-F238E27FC236}">
                <a16:creationId xmlns:a16="http://schemas.microsoft.com/office/drawing/2014/main" id="{FA899AF9-F66B-2659-25C2-57BB9A8CBDFD}"/>
              </a:ext>
            </a:extLst>
          </p:cNvPr>
          <p:cNvSpPr txBox="1"/>
          <p:nvPr/>
        </p:nvSpPr>
        <p:spPr>
          <a:xfrm>
            <a:off x="6247300" y="1111620"/>
            <a:ext cx="5683721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>
                <a:cs typeface="Calibri"/>
              </a:rPr>
              <a:t>Run it to verify the app works well</a:t>
            </a:r>
          </a:p>
          <a:p>
            <a:pPr marL="457200" indent="-457200">
              <a:lnSpc>
                <a:spcPct val="150000"/>
              </a:lnSpc>
              <a:buAutoNum type="arabicPeriod" startAt="5"/>
            </a:pPr>
            <a:r>
              <a:rPr lang="en-US" sz="2000">
                <a:cs typeface="Calibri"/>
              </a:rPr>
              <a:t>Create a token on </a:t>
            </a:r>
            <a:r>
              <a:rPr lang="en-US" sz="2000" err="1">
                <a:cs typeface="Calibri"/>
              </a:rPr>
              <a:t>Github</a:t>
            </a:r>
            <a:r>
              <a:rPr lang="en-US" sz="2000">
                <a:cs typeface="Calibri"/>
              </a:rPr>
              <a:t> with registry push rights</a:t>
            </a:r>
          </a:p>
          <a:p>
            <a:pPr marL="457200" indent="-457200">
              <a:lnSpc>
                <a:spcPct val="150000"/>
              </a:lnSpc>
              <a:buAutoNum type="arabicPeriod" startAt="5"/>
            </a:pPr>
            <a:r>
              <a:rPr lang="en-US" sz="2000">
                <a:cs typeface="Calibri"/>
              </a:rPr>
              <a:t>Login into </a:t>
            </a:r>
            <a:r>
              <a:rPr lang="en-US" sz="2000" err="1">
                <a:cs typeface="Calibri"/>
              </a:rPr>
              <a:t>Github</a:t>
            </a:r>
            <a:r>
              <a:rPr lang="en-US" sz="2000">
                <a:cs typeface="Calibri"/>
              </a:rPr>
              <a:t> container registry</a:t>
            </a:r>
            <a:endParaRPr lang="en-US"/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>
                <a:cs typeface="Calibri"/>
              </a:rPr>
              <a:t>Push the image there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>
                <a:cs typeface="Calibri"/>
              </a:rPr>
              <a:t>Pull the image from the registry</a:t>
            </a:r>
          </a:p>
        </p:txBody>
      </p:sp>
    </p:spTree>
    <p:extLst>
      <p:ext uri="{BB962C8B-B14F-4D97-AF65-F5344CB8AC3E}">
        <p14:creationId xmlns:p14="http://schemas.microsoft.com/office/powerpoint/2010/main" val="4245620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Next </a:t>
            </a:r>
            <a:r>
              <a:rPr lang="fr-FR" err="1"/>
              <a:t>step</a:t>
            </a:r>
            <a:r>
              <a:rPr lang="fr-FR"/>
              <a:t>: TP</a:t>
            </a:r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277843" y="1173768"/>
            <a:ext cx="10621317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Let’s inspect a public image</a:t>
            </a:r>
          </a:p>
          <a:p>
            <a:pPr>
              <a:lnSpc>
                <a:spcPct val="150000"/>
              </a:lnSpc>
            </a:pPr>
            <a:endParaRPr lang="en-US" sz="2000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cs typeface="Calibri"/>
              </a:rPr>
              <a:t>Get </a:t>
            </a:r>
            <a:r>
              <a:rPr lang="en-US" sz="2000" dirty="0" err="1">
                <a:cs typeface="Calibri"/>
              </a:rPr>
              <a:t>nginx:latest</a:t>
            </a:r>
            <a:r>
              <a:rPr lang="en-US" sz="2000" dirty="0">
                <a:cs typeface="Calibri"/>
              </a:rPr>
              <a:t> on your PC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cs typeface="Calibri"/>
              </a:rPr>
              <a:t>Create a file tp-docker.txt (to commit &amp; push)</a:t>
            </a:r>
            <a:r>
              <a:rPr lang="en-US" sz="2000" dirty="0">
                <a:cs typeface="Calibri"/>
              </a:rPr>
              <a:t> and answer the following questions there:</a:t>
            </a:r>
            <a:endParaRPr lang="en-US" dirty="0"/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>
                <a:cs typeface="Calibri"/>
              </a:rPr>
              <a:t>Identify the exposed ports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cs typeface="Calibri"/>
              </a:rPr>
              <a:t>Find the command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cs typeface="Calibri"/>
              </a:rPr>
              <a:t>Find the environment variables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cs typeface="Calibri"/>
              </a:rPr>
              <a:t>Find a point of contact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cs typeface="Calibri"/>
              </a:rPr>
              <a:t>How many layers were needed to make it?</a:t>
            </a:r>
          </a:p>
          <a:p>
            <a:pPr marL="914400" lvl="1" indent="-4572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cs typeface="Calibri"/>
              </a:rPr>
              <a:t>Read the content of the file /docker-entrypoint.sh</a:t>
            </a:r>
          </a:p>
          <a:p>
            <a:pPr marL="457200" indent="-457200">
              <a:lnSpc>
                <a:spcPct val="150000"/>
              </a:lnSpc>
              <a:buFont typeface="Calibri Light" panose="020F0302020204030204"/>
              <a:buAutoNum type="arabicPeriod"/>
            </a:pP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9105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Github</a:t>
            </a:r>
            <a:r>
              <a:rPr lang="fr-FR"/>
              <a:t> </a:t>
            </a:r>
            <a:r>
              <a:rPr lang="fr-FR" err="1"/>
              <a:t>registry</a:t>
            </a:r>
            <a:r>
              <a:rPr lang="fr-FR"/>
              <a:t> </a:t>
            </a:r>
            <a:r>
              <a:rPr lang="fr-FR" err="1"/>
              <a:t>token</a:t>
            </a:r>
            <a:endParaRPr lang="fr-FR" err="1"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8669697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>
                <a:cs typeface="Calibri"/>
              </a:rPr>
              <a:t>Click your avatar (top right) / Settings / Developer settings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>
                <a:cs typeface="Calibri"/>
              </a:rPr>
              <a:t>Create a new token with </a:t>
            </a:r>
            <a:r>
              <a:rPr lang="en-US" sz="2000" err="1">
                <a:latin typeface="Consolas"/>
                <a:cs typeface="Calibri"/>
              </a:rPr>
              <a:t>read:packages</a:t>
            </a:r>
            <a:r>
              <a:rPr lang="en-US" sz="2000">
                <a:latin typeface="Consolas"/>
                <a:cs typeface="Calibri"/>
              </a:rPr>
              <a:t> </a:t>
            </a:r>
            <a:r>
              <a:rPr lang="en-US" sz="2000" err="1">
                <a:latin typeface="Consolas"/>
                <a:cs typeface="Calibri"/>
              </a:rPr>
              <a:t>write:packages</a:t>
            </a:r>
            <a:endParaRPr lang="en-US" sz="2000">
              <a:latin typeface="Consolas"/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0A04FAD-6AD5-5C66-E398-8BC022A59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35" y="2433179"/>
            <a:ext cx="8377705" cy="423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12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9E6FFC-C35C-4E03-9CE0-9265D589F6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8EAFD5-8FDD-4F67-8217-3C59132D8CB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42C62D-55AD-45BF-8110-CAE02134B5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Celestial</vt:lpstr>
      <vt:lpstr>DEVOPS</vt:lpstr>
      <vt:lpstr>Overview</vt:lpstr>
      <vt:lpstr>Definitions &amp; Analogies</vt:lpstr>
      <vt:lpstr>Isolation &amp; security</vt:lpstr>
      <vt:lpstr>Container usages</vt:lpstr>
      <vt:lpstr>What it in the box ??</vt:lpstr>
      <vt:lpstr>Docker containers isolation</vt:lpstr>
      <vt:lpstr>Example of wiring</vt:lpstr>
      <vt:lpstr>The Dockerfile</vt:lpstr>
      <vt:lpstr>Dockerfile instructions</vt:lpstr>
      <vt:lpstr>Dockerfile instructions</vt:lpstr>
      <vt:lpstr>Docker build</vt:lpstr>
      <vt:lpstr>Docker RUN</vt:lpstr>
      <vt:lpstr>Image registry</vt:lpstr>
      <vt:lpstr>Image layers</vt:lpstr>
      <vt:lpstr>Leveraging the layers</vt:lpstr>
      <vt:lpstr>Staged builds</vt:lpstr>
      <vt:lpstr>Next step: TP</vt:lpstr>
      <vt:lpstr>Next step: TP</vt:lpstr>
      <vt:lpstr>Github registry token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revision>13</cp:revision>
  <dcterms:created xsi:type="dcterms:W3CDTF">2023-10-26T12:54:23Z</dcterms:created>
  <dcterms:modified xsi:type="dcterms:W3CDTF">2024-07-18T11:50:37Z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