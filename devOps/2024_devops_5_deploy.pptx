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9" r:id="rId6"/>
    <p:sldId id="258" r:id="rId7"/>
    <p:sldId id="264" r:id="rId8"/>
    <p:sldId id="273" r:id="rId9"/>
    <p:sldId id="268" r:id="rId10"/>
    <p:sldId id="267" r:id="rId11"/>
    <p:sldId id="269" r:id="rId12"/>
    <p:sldId id="261" r:id="rId13"/>
    <p:sldId id="262" r:id="rId14"/>
    <p:sldId id="263" r:id="rId15"/>
    <p:sldId id="265" r:id="rId16"/>
    <p:sldId id="266" r:id="rId17"/>
    <p:sldId id="270" r:id="rId18"/>
    <p:sldId id="272" r:id="rId19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5A48A7-7608-97D7-3269-F676C2A881F9}" v="43" dt="2024-07-18T12:27:44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E9088180-1B0D-C011-B696-8A6920AF537C}"/>
    <pc:docChg chg="modSld">
      <pc:chgData name="Georges MATHIO" userId="S::georges.mathio@estia.fr::1057b68d-d9cf-4cd5-bc4c-3fe68ec33e97" providerId="AD" clId="Web-{E9088180-1B0D-C011-B696-8A6920AF537C}" dt="2023-12-03T21:32:54.403" v="12" actId="20577"/>
      <pc:docMkLst>
        <pc:docMk/>
      </pc:docMkLst>
      <pc:sldChg chg="modSp">
        <pc:chgData name="Georges MATHIO" userId="S::georges.mathio@estia.fr::1057b68d-d9cf-4cd5-bc4c-3fe68ec33e97" providerId="AD" clId="Web-{E9088180-1B0D-C011-B696-8A6920AF537C}" dt="2023-12-03T21:32:54.403" v="12" actId="20577"/>
        <pc:sldMkLst>
          <pc:docMk/>
          <pc:sldMk cId="4245620818" sldId="272"/>
        </pc:sldMkLst>
        <pc:spChg chg="mod">
          <ac:chgData name="Georges MATHIO" userId="S::georges.mathio@estia.fr::1057b68d-d9cf-4cd5-bc4c-3fe68ec33e97" providerId="AD" clId="Web-{E9088180-1B0D-C011-B696-8A6920AF537C}" dt="2023-12-03T21:32:54.403" v="12" actId="20577"/>
          <ac:spMkLst>
            <pc:docMk/>
            <pc:sldMk cId="4245620818" sldId="27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8183DD73-7E46-F0C5-169C-AA9D508B3CB1}"/>
    <pc:docChg chg="modSld">
      <pc:chgData name="Georges MATHIO" userId="S::georges.mathio@estia.fr::1057b68d-d9cf-4cd5-bc4c-3fe68ec33e97" providerId="AD" clId="Web-{8183DD73-7E46-F0C5-169C-AA9D508B3CB1}" dt="2023-12-03T22:29:25.391" v="83" actId="20577"/>
      <pc:docMkLst>
        <pc:docMk/>
      </pc:docMkLst>
      <pc:sldChg chg="modSp">
        <pc:chgData name="Georges MATHIO" userId="S::georges.mathio@estia.fr::1057b68d-d9cf-4cd5-bc4c-3fe68ec33e97" providerId="AD" clId="Web-{8183DD73-7E46-F0C5-169C-AA9D508B3CB1}" dt="2023-12-03T22:26:32.410" v="1" actId="1076"/>
        <pc:sldMkLst>
          <pc:docMk/>
          <pc:sldMk cId="4100953463" sldId="259"/>
        </pc:sldMkLst>
        <pc:spChg chg="mod">
          <ac:chgData name="Georges MATHIO" userId="S::georges.mathio@estia.fr::1057b68d-d9cf-4cd5-bc4c-3fe68ec33e97" providerId="AD" clId="Web-{8183DD73-7E46-F0C5-169C-AA9D508B3CB1}" dt="2023-12-03T22:26:32.410" v="1" actId="1076"/>
          <ac:spMkLst>
            <pc:docMk/>
            <pc:sldMk cId="410095346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8183DD73-7E46-F0C5-169C-AA9D508B3CB1}" dt="2023-12-03T22:26:53.036" v="15" actId="20577"/>
        <pc:sldMkLst>
          <pc:docMk/>
          <pc:sldMk cId="3126206116" sldId="264"/>
        </pc:sldMkLst>
        <pc:spChg chg="mod">
          <ac:chgData name="Georges MATHIO" userId="S::georges.mathio@estia.fr::1057b68d-d9cf-4cd5-bc4c-3fe68ec33e97" providerId="AD" clId="Web-{8183DD73-7E46-F0C5-169C-AA9D508B3CB1}" dt="2023-12-03T22:26:53.036" v="15" actId="20577"/>
          <ac:spMkLst>
            <pc:docMk/>
            <pc:sldMk cId="3126206116" sldId="264"/>
            <ac:spMk id="18" creationId="{D7920501-BCA0-5B1C-FBB9-447EADA2DEF9}"/>
          </ac:spMkLst>
        </pc:spChg>
      </pc:sldChg>
      <pc:sldChg chg="modSp">
        <pc:chgData name="Georges MATHIO" userId="S::georges.mathio@estia.fr::1057b68d-d9cf-4cd5-bc4c-3fe68ec33e97" providerId="AD" clId="Web-{8183DD73-7E46-F0C5-169C-AA9D508B3CB1}" dt="2023-12-03T22:29:25.391" v="83" actId="20577"/>
        <pc:sldMkLst>
          <pc:docMk/>
          <pc:sldMk cId="3127245578" sldId="268"/>
        </pc:sldMkLst>
        <pc:spChg chg="mod">
          <ac:chgData name="Georges MATHIO" userId="S::georges.mathio@estia.fr::1057b68d-d9cf-4cd5-bc4c-3fe68ec33e97" providerId="AD" clId="Web-{8183DD73-7E46-F0C5-169C-AA9D508B3CB1}" dt="2023-12-03T22:29:25.391" v="83" actId="20577"/>
          <ac:spMkLst>
            <pc:docMk/>
            <pc:sldMk cId="3127245578" sldId="268"/>
            <ac:spMk id="7" creationId="{76099145-672A-AD87-68F6-32F4233506B6}"/>
          </ac:spMkLst>
        </pc:spChg>
      </pc:sldChg>
    </pc:docChg>
  </pc:docChgLst>
  <pc:docChgLst>
    <pc:chgData name="Georges MATHIO" userId="S::georges.mathio@estia.fr::1057b68d-d9cf-4cd5-bc4c-3fe68ec33e97" providerId="AD" clId="Web-{7277BA8B-EE02-107D-8925-BC91E5F640D8}"/>
    <pc:docChg chg="modSld">
      <pc:chgData name="Georges MATHIO" userId="S::georges.mathio@estia.fr::1057b68d-d9cf-4cd5-bc4c-3fe68ec33e97" providerId="AD" clId="Web-{7277BA8B-EE02-107D-8925-BC91E5F640D8}" dt="2023-12-03T22:12:10.670" v="7"/>
      <pc:docMkLst>
        <pc:docMk/>
      </pc:docMkLst>
      <pc:sldChg chg="modSp">
        <pc:chgData name="Georges MATHIO" userId="S::georges.mathio@estia.fr::1057b68d-d9cf-4cd5-bc4c-3fe68ec33e97" providerId="AD" clId="Web-{7277BA8B-EE02-107D-8925-BC91E5F640D8}" dt="2023-12-03T22:12:10.670" v="7"/>
        <pc:sldMkLst>
          <pc:docMk/>
          <pc:sldMk cId="19484680" sldId="269"/>
        </pc:sldMkLst>
        <pc:spChg chg="mod">
          <ac:chgData name="Georges MATHIO" userId="S::georges.mathio@estia.fr::1057b68d-d9cf-4cd5-bc4c-3fe68ec33e97" providerId="AD" clId="Web-{7277BA8B-EE02-107D-8925-BC91E5F640D8}" dt="2023-12-03T22:11:40.683" v="3" actId="20577"/>
          <ac:spMkLst>
            <pc:docMk/>
            <pc:sldMk cId="19484680" sldId="269"/>
            <ac:spMk id="7" creationId="{76099145-672A-AD87-68F6-32F4233506B6}"/>
          </ac:spMkLst>
        </pc:spChg>
        <pc:picChg chg="mod">
          <ac:chgData name="Georges MATHIO" userId="S::georges.mathio@estia.fr::1057b68d-d9cf-4cd5-bc4c-3fe68ec33e97" providerId="AD" clId="Web-{7277BA8B-EE02-107D-8925-BC91E5F640D8}" dt="2023-12-03T22:12:10.670" v="7"/>
          <ac:picMkLst>
            <pc:docMk/>
            <pc:sldMk cId="19484680" sldId="269"/>
            <ac:picMk id="2052" creationId="{FA277F52-6928-139E-2A64-F321857B5535}"/>
          </ac:picMkLst>
        </pc:pic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S::georges.mathio@estia.fr::1057b68d-d9cf-4cd5-bc4c-3fe68ec33e97" providerId="AD" clId="Web-{965A48A7-7608-97D7-3269-F676C2A881F9}"/>
    <pc:docChg chg="modSld">
      <pc:chgData name="Georges MATHIO" userId="S::georges.mathio@estia.fr::1057b68d-d9cf-4cd5-bc4c-3fe68ec33e97" providerId="AD" clId="Web-{965A48A7-7608-97D7-3269-F676C2A881F9}" dt="2024-07-18T12:27:42.304" v="21" actId="20577"/>
      <pc:docMkLst>
        <pc:docMk/>
      </pc:docMkLst>
      <pc:sldChg chg="modSp">
        <pc:chgData name="Georges MATHIO" userId="S::georges.mathio@estia.fr::1057b68d-d9cf-4cd5-bc4c-3fe68ec33e97" providerId="AD" clId="Web-{965A48A7-7608-97D7-3269-F676C2A881F9}" dt="2024-07-18T12:24:57" v="6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965A48A7-7608-97D7-3269-F676C2A881F9}" dt="2024-07-18T12:24:57" v="6" actId="20577"/>
          <ac:spMkLst>
            <pc:docMk/>
            <pc:sldMk cId="2526593619" sldId="256"/>
            <ac:spMk id="4" creationId="{886AE77A-FE6C-3A37-B98C-0FFBF79AA578}"/>
          </ac:spMkLst>
        </pc:spChg>
      </pc:sldChg>
      <pc:sldChg chg="addSp modSp">
        <pc:chgData name="Georges MATHIO" userId="S::georges.mathio@estia.fr::1057b68d-d9cf-4cd5-bc4c-3fe68ec33e97" providerId="AD" clId="Web-{965A48A7-7608-97D7-3269-F676C2A881F9}" dt="2024-07-18T12:27:42.304" v="21" actId="20577"/>
        <pc:sldMkLst>
          <pc:docMk/>
          <pc:sldMk cId="3325561610" sldId="263"/>
        </pc:sldMkLst>
        <pc:spChg chg="add mod">
          <ac:chgData name="Georges MATHIO" userId="S::georges.mathio@estia.fr::1057b68d-d9cf-4cd5-bc4c-3fe68ec33e97" providerId="AD" clId="Web-{965A48A7-7608-97D7-3269-F676C2A881F9}" dt="2024-07-18T12:27:42.304" v="21" actId="20577"/>
          <ac:spMkLst>
            <pc:docMk/>
            <pc:sldMk cId="3325561610" sldId="263"/>
            <ac:spMk id="3" creationId="{FA93D096-54F4-D02E-BA37-B7FD9735B501}"/>
          </ac:spMkLst>
        </pc:spChg>
        <pc:spChg chg="mod">
          <ac:chgData name="Georges MATHIO" userId="S::georges.mathio@estia.fr::1057b68d-d9cf-4cd5-bc4c-3fe68ec33e97" providerId="AD" clId="Web-{965A48A7-7608-97D7-3269-F676C2A881F9}" dt="2024-07-18T12:27:10.256" v="7" actId="14100"/>
          <ac:spMkLst>
            <pc:docMk/>
            <pc:sldMk cId="3325561610" sldId="263"/>
            <ac:spMk id="8" creationId="{8C1BBF7E-EA70-9FE6-C90F-A1284432D1C6}"/>
          </ac:spMkLst>
        </pc:sp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74D0B0F2-80C9-4D90-B923-2013230C3F99}"/>
    <pc:docChg chg="undo redo custSel addSld modSld">
      <pc:chgData name="Georges MATHIO" userId="1057b68d-d9cf-4cd5-bc4c-3fe68ec33e97" providerId="ADAL" clId="{74D0B0F2-80C9-4D90-B923-2013230C3F99}" dt="2023-12-03T22:40:08.005" v="1653" actId="1076"/>
      <pc:docMkLst>
        <pc:docMk/>
      </pc:docMkLst>
      <pc:sldChg chg="modSp mod">
        <pc:chgData name="Georges MATHIO" userId="1057b68d-d9cf-4cd5-bc4c-3fe68ec33e97" providerId="ADAL" clId="{74D0B0F2-80C9-4D90-B923-2013230C3F99}" dt="2023-11-16T10:22:56.176" v="1451" actId="14100"/>
        <pc:sldMkLst>
          <pc:docMk/>
          <pc:sldMk cId="3325561610" sldId="263"/>
        </pc:sldMkLst>
        <pc:spChg chg="mod">
          <ac:chgData name="Georges MATHIO" userId="1057b68d-d9cf-4cd5-bc4c-3fe68ec33e97" providerId="ADAL" clId="{74D0B0F2-80C9-4D90-B923-2013230C3F99}" dt="2023-11-16T10:22:56.176" v="1451" actId="14100"/>
          <ac:spMkLst>
            <pc:docMk/>
            <pc:sldMk cId="3325561610" sldId="263"/>
            <ac:spMk id="14" creationId="{1BC36406-F20D-655C-3ABF-4FE17415DAD3}"/>
          </ac:spMkLst>
        </pc:spChg>
      </pc:sldChg>
      <pc:sldChg chg="addSp delSp modSp mod">
        <pc:chgData name="Georges MATHIO" userId="1057b68d-d9cf-4cd5-bc4c-3fe68ec33e97" providerId="ADAL" clId="{74D0B0F2-80C9-4D90-B923-2013230C3F99}" dt="2023-11-16T09:40:20.241" v="496" actId="164"/>
        <pc:sldMkLst>
          <pc:docMk/>
          <pc:sldMk cId="3126206116" sldId="264"/>
        </pc:sldMkLst>
        <pc:spChg chg="mod">
          <ac:chgData name="Georges MATHIO" userId="1057b68d-d9cf-4cd5-bc4c-3fe68ec33e97" providerId="ADAL" clId="{74D0B0F2-80C9-4D90-B923-2013230C3F99}" dt="2023-11-16T09:21:23.625" v="182" actId="20577"/>
          <ac:spMkLst>
            <pc:docMk/>
            <pc:sldMk cId="3126206116" sldId="264"/>
            <ac:spMk id="2" creationId="{8AE1D70E-C040-1542-B36E-7DDF82084F61}"/>
          </ac:spMkLst>
        </pc:spChg>
        <pc:spChg chg="add mod ord topLvl">
          <ac:chgData name="Georges MATHIO" userId="1057b68d-d9cf-4cd5-bc4c-3fe68ec33e97" providerId="ADAL" clId="{74D0B0F2-80C9-4D90-B923-2013230C3F99}" dt="2023-11-16T09:40:20.241" v="496" actId="164"/>
          <ac:spMkLst>
            <pc:docMk/>
            <pc:sldMk cId="3126206116" sldId="264"/>
            <ac:spMk id="6" creationId="{67034C9D-9798-26DD-4626-C2161CD54E6D}"/>
          </ac:spMkLst>
        </pc:spChg>
        <pc:spChg chg="mod">
          <ac:chgData name="Georges MATHIO" userId="1057b68d-d9cf-4cd5-bc4c-3fe68ec33e97" providerId="ADAL" clId="{74D0B0F2-80C9-4D90-B923-2013230C3F99}" dt="2023-11-16T09:31:52.908" v="249" actId="114"/>
          <ac:spMkLst>
            <pc:docMk/>
            <pc:sldMk cId="3126206116" sldId="264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09:34:40.779" v="378" actId="14100"/>
          <ac:spMkLst>
            <pc:docMk/>
            <pc:sldMk cId="3126206116" sldId="264"/>
            <ac:spMk id="9" creationId="{7736251F-F389-56CC-95F1-84285A3799C5}"/>
          </ac:spMkLst>
        </pc:spChg>
        <pc:spChg chg="add mod">
          <ac:chgData name="Georges MATHIO" userId="1057b68d-d9cf-4cd5-bc4c-3fe68ec33e97" providerId="ADAL" clId="{74D0B0F2-80C9-4D90-B923-2013230C3F99}" dt="2023-11-16T09:40:08.461" v="495" actId="1076"/>
          <ac:spMkLst>
            <pc:docMk/>
            <pc:sldMk cId="3126206116" sldId="264"/>
            <ac:spMk id="10" creationId="{1E3C2FA1-F564-F943-9C1E-252BD3C34D96}"/>
          </ac:spMkLst>
        </pc:spChg>
        <pc:spChg chg="del mod">
          <ac:chgData name="Georges MATHIO" userId="1057b68d-d9cf-4cd5-bc4c-3fe68ec33e97" providerId="ADAL" clId="{74D0B0F2-80C9-4D90-B923-2013230C3F99}" dt="2023-11-16T09:20:46.682" v="169" actId="478"/>
          <ac:spMkLst>
            <pc:docMk/>
            <pc:sldMk cId="3126206116" sldId="264"/>
            <ac:spMk id="13" creationId="{8218B87D-0E41-47A0-78BC-3ABE6928E532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6" creationId="{CF92936C-E539-5D3F-5451-EB1E7B630AA3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8" creationId="{D7920501-BCA0-5B1C-FBB9-447EADA2DEF9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19" creationId="{888FACEA-D004-1210-B063-E266D2144E90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0" creationId="{B5715C75-0192-DFB2-348D-A86F84D3918E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1" creationId="{A74A963A-179B-F900-B9AD-C88654C00D19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2" creationId="{B0B1FE6B-3E57-2B0C-E45B-3057A9CC0BA3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3" creationId="{82A95F27-3F08-86C9-C95B-9FE3EED9EE17}"/>
          </ac:spMkLst>
        </pc:spChg>
        <pc:spChg chg="add mod">
          <ac:chgData name="Georges MATHIO" userId="1057b68d-d9cf-4cd5-bc4c-3fe68ec33e97" providerId="ADAL" clId="{74D0B0F2-80C9-4D90-B923-2013230C3F99}" dt="2023-11-16T09:32:18.685" v="275"/>
          <ac:spMkLst>
            <pc:docMk/>
            <pc:sldMk cId="3126206116" sldId="264"/>
            <ac:spMk id="24" creationId="{FFD6969E-3D04-4751-F13C-9D5656C4B4BC}"/>
          </ac:spMkLst>
        </pc:spChg>
        <pc:grpChg chg="add del mod">
          <ac:chgData name="Georges MATHIO" userId="1057b68d-d9cf-4cd5-bc4c-3fe68ec33e97" providerId="ADAL" clId="{74D0B0F2-80C9-4D90-B923-2013230C3F99}" dt="2023-11-16T09:32:24.819" v="277" actId="478"/>
          <ac:grpSpMkLst>
            <pc:docMk/>
            <pc:sldMk cId="3126206116" sldId="264"/>
            <ac:grpSpMk id="8" creationId="{063CC628-6382-2AD0-CE56-33FEF8C57BDF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1" creationId="{EBC3BAC4-18DF-D768-EBD2-F391739889CA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2" creationId="{ED47C48C-4D5C-5152-7B9C-8DEA8AE1D9BA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4" creationId="{C0F2A1C3-12BF-8728-A9B0-CD07AA655F0C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15" creationId="{DCC9FCC9-AAD0-BA34-BACF-B3F98A4134B8}"/>
          </ac:grpSpMkLst>
        </pc:grpChg>
        <pc:grpChg chg="add mod">
          <ac:chgData name="Georges MATHIO" userId="1057b68d-d9cf-4cd5-bc4c-3fe68ec33e97" providerId="ADAL" clId="{74D0B0F2-80C9-4D90-B923-2013230C3F99}" dt="2023-11-16T09:40:20.241" v="496" actId="164"/>
          <ac:grpSpMkLst>
            <pc:docMk/>
            <pc:sldMk cId="3126206116" sldId="264"/>
            <ac:grpSpMk id="25" creationId="{88B3FAAC-5257-F61D-E88E-B9BC3E7166C3}"/>
          </ac:grpSpMkLst>
        </pc:grpChg>
        <pc:graphicFrameChg chg="add del mod topLvl modGraphic">
          <ac:chgData name="Georges MATHIO" userId="1057b68d-d9cf-4cd5-bc4c-3fe68ec33e97" providerId="ADAL" clId="{74D0B0F2-80C9-4D90-B923-2013230C3F99}" dt="2023-11-16T09:32:24.819" v="277" actId="478"/>
          <ac:graphicFrameMkLst>
            <pc:docMk/>
            <pc:sldMk cId="3126206116" sldId="264"/>
            <ac:graphicFrameMk id="5" creationId="{43E3118F-312B-6498-044F-A4336D7F341D}"/>
          </ac:graphicFrameMkLst>
        </pc:graphicFrameChg>
        <pc:picChg chg="add del mod">
          <ac:chgData name="Georges MATHIO" userId="1057b68d-d9cf-4cd5-bc4c-3fe68ec33e97" providerId="ADAL" clId="{74D0B0F2-80C9-4D90-B923-2013230C3F99}" dt="2023-11-16T09:13:39.346" v="7" actId="478"/>
          <ac:picMkLst>
            <pc:docMk/>
            <pc:sldMk cId="3126206116" sldId="264"/>
            <ac:picMk id="4" creationId="{998B2EC4-B71B-FA0A-7B09-33A3B72074DD}"/>
          </ac:picMkLst>
        </pc:picChg>
        <pc:picChg chg="del">
          <ac:chgData name="Georges MATHIO" userId="1057b68d-d9cf-4cd5-bc4c-3fe68ec33e97" providerId="ADAL" clId="{74D0B0F2-80C9-4D90-B923-2013230C3F99}" dt="2023-11-16T09:13:37.617" v="6" actId="478"/>
          <ac:picMkLst>
            <pc:docMk/>
            <pc:sldMk cId="3126206116" sldId="264"/>
            <ac:picMk id="17" creationId="{702D9425-DBAB-708B-956B-DE7964B83954}"/>
          </ac:picMkLst>
        </pc:picChg>
      </pc:sldChg>
      <pc:sldChg chg="addSp delSp modSp mod">
        <pc:chgData name="Georges MATHIO" userId="1057b68d-d9cf-4cd5-bc4c-3fe68ec33e97" providerId="ADAL" clId="{74D0B0F2-80C9-4D90-B923-2013230C3F99}" dt="2023-11-16T10:22:43.265" v="1450" actId="167"/>
        <pc:sldMkLst>
          <pc:docMk/>
          <pc:sldMk cId="4123232273" sldId="265"/>
        </pc:sldMkLst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3" creationId="{1B381756-F1F2-8974-2F65-9105C02B8FAD}"/>
          </ac:spMkLst>
        </pc:spChg>
        <pc:spChg chg="mod">
          <ac:chgData name="Georges MATHIO" userId="1057b68d-d9cf-4cd5-bc4c-3fe68ec33e97" providerId="ADAL" clId="{74D0B0F2-80C9-4D90-B923-2013230C3F99}" dt="2023-11-16T10:15:13.502" v="1271"/>
          <ac:spMkLst>
            <pc:docMk/>
            <pc:sldMk cId="4123232273" sldId="265"/>
            <ac:spMk id="5" creationId="{B63B1D52-8B19-200C-93EF-69E1768CDFF0}"/>
          </ac:spMkLst>
        </pc:spChg>
        <pc:spChg chg="del mod">
          <ac:chgData name="Georges MATHIO" userId="1057b68d-d9cf-4cd5-bc4c-3fe68ec33e97" providerId="ADAL" clId="{74D0B0F2-80C9-4D90-B923-2013230C3F99}" dt="2023-11-16T10:15:20.210" v="1273" actId="478"/>
          <ac:spMkLst>
            <pc:docMk/>
            <pc:sldMk cId="4123232273" sldId="265"/>
            <ac:spMk id="7" creationId="{76099145-672A-AD87-68F6-32F4233506B6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8" creationId="{A0A0CF25-6E59-BDEB-68E2-C292003B8ECC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1" creationId="{87E121AE-40CB-FF4A-3110-1D6B5DD86615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2" creationId="{32B88272-F02F-F00A-E94B-3F8ABD24505E}"/>
          </ac:spMkLst>
        </pc:spChg>
        <pc:spChg chg="del">
          <ac:chgData name="Georges MATHIO" userId="1057b68d-d9cf-4cd5-bc4c-3fe68ec33e97" providerId="ADAL" clId="{74D0B0F2-80C9-4D90-B923-2013230C3F99}" dt="2023-11-16T10:14:50.914" v="1229" actId="478"/>
          <ac:spMkLst>
            <pc:docMk/>
            <pc:sldMk cId="4123232273" sldId="265"/>
            <ac:spMk id="13" creationId="{8218B87D-0E41-47A0-78BC-3ABE6928E532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4" creationId="{C51A57B4-96B2-2435-CECE-A0D65732E23F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6" creationId="{2BEFAC3E-0A4A-3985-7E6A-1355795E4582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7" creationId="{2B92DF91-3C6C-F541-A6A0-8E9B4C35B15C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8" creationId="{45A854B4-F282-E51A-7701-488D5E2EDEFA}"/>
          </ac:spMkLst>
        </pc:spChg>
        <pc:spChg chg="add del mod">
          <ac:chgData name="Georges MATHIO" userId="1057b68d-d9cf-4cd5-bc4c-3fe68ec33e97" providerId="ADAL" clId="{74D0B0F2-80C9-4D90-B923-2013230C3F99}" dt="2023-11-16T10:15:17.602" v="1272"/>
          <ac:spMkLst>
            <pc:docMk/>
            <pc:sldMk cId="4123232273" sldId="265"/>
            <ac:spMk id="19" creationId="{81F945C6-C870-88AC-9A51-9991C4A6EA6E}"/>
          </ac:spMkLst>
        </pc:spChg>
        <pc:spChg chg="add mod">
          <ac:chgData name="Georges MATHIO" userId="1057b68d-d9cf-4cd5-bc4c-3fe68ec33e97" providerId="ADAL" clId="{74D0B0F2-80C9-4D90-B923-2013230C3F99}" dt="2023-11-16T10:21:59.944" v="1443" actId="20577"/>
          <ac:spMkLst>
            <pc:docMk/>
            <pc:sldMk cId="4123232273" sldId="265"/>
            <ac:spMk id="20" creationId="{BF993B4F-0D6A-F35A-7518-CEF0B1EBB6E9}"/>
          </ac:spMkLst>
        </pc:spChg>
        <pc:spChg chg="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22" creationId="{B0A3B771-0D2A-D4E3-A4F2-AC4D6DDF1A91}"/>
          </ac:spMkLst>
        </pc:spChg>
        <pc:spChg chg="add del mod">
          <ac:chgData name="Georges MATHIO" userId="1057b68d-d9cf-4cd5-bc4c-3fe68ec33e97" providerId="ADAL" clId="{74D0B0F2-80C9-4D90-B923-2013230C3F99}" dt="2023-11-16T10:22:40.245" v="1448" actId="478"/>
          <ac:spMkLst>
            <pc:docMk/>
            <pc:sldMk cId="4123232273" sldId="265"/>
            <ac:spMk id="24" creationId="{85BD5EC3-95AC-5292-599F-382F746C6409}"/>
          </ac:spMkLst>
        </pc:spChg>
        <pc:spChg chg="add mod">
          <ac:chgData name="Georges MATHIO" userId="1057b68d-d9cf-4cd5-bc4c-3fe68ec33e97" providerId="ADAL" clId="{74D0B0F2-80C9-4D90-B923-2013230C3F99}" dt="2023-11-16T10:18:23.091" v="1309" actId="1076"/>
          <ac:spMkLst>
            <pc:docMk/>
            <pc:sldMk cId="4123232273" sldId="265"/>
            <ac:spMk id="27" creationId="{4C06C3DF-4FD4-2CE8-417F-1C16870D94A7}"/>
          </ac:spMkLst>
        </pc:spChg>
        <pc:spChg chg="add mod">
          <ac:chgData name="Georges MATHIO" userId="1057b68d-d9cf-4cd5-bc4c-3fe68ec33e97" providerId="ADAL" clId="{74D0B0F2-80C9-4D90-B923-2013230C3F99}" dt="2023-11-16T10:19:48.379" v="1351" actId="1076"/>
          <ac:spMkLst>
            <pc:docMk/>
            <pc:sldMk cId="4123232273" sldId="265"/>
            <ac:spMk id="28" creationId="{64D25F29-E0CD-60D4-B9A1-B56E281F8774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29" creationId="{60297AB8-3D09-CA4B-B8CF-D4B4B9E1F462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1" creationId="{0EF129E1-8AC6-7ACA-16F2-CB9063ADDE9A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2" creationId="{6651A90A-A04B-0F3F-D252-8DB68C920950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3" creationId="{A23FB49D-224A-A839-0028-9A5E65B62EB6}"/>
          </ac:spMkLst>
        </pc:spChg>
        <pc:spChg chg="add mod">
          <ac:chgData name="Georges MATHIO" userId="1057b68d-d9cf-4cd5-bc4c-3fe68ec33e97" providerId="ADAL" clId="{74D0B0F2-80C9-4D90-B923-2013230C3F99}" dt="2023-11-16T10:15:21.011" v="1274"/>
          <ac:spMkLst>
            <pc:docMk/>
            <pc:sldMk cId="4123232273" sldId="265"/>
            <ac:spMk id="34" creationId="{4D1CBCB8-58B7-2B76-7BEE-241690F0BC80}"/>
          </ac:spMkLst>
        </pc:spChg>
        <pc:spChg chg="add mod">
          <ac:chgData name="Georges MATHIO" userId="1057b68d-d9cf-4cd5-bc4c-3fe68ec33e97" providerId="ADAL" clId="{74D0B0F2-80C9-4D90-B923-2013230C3F99}" dt="2023-11-16T10:19:20.938" v="1329" actId="1076"/>
          <ac:spMkLst>
            <pc:docMk/>
            <pc:sldMk cId="4123232273" sldId="265"/>
            <ac:spMk id="35" creationId="{CB1BC54D-03DC-07F7-7396-7278AC24F78E}"/>
          </ac:spMkLst>
        </pc:spChg>
        <pc:spChg chg="add mod">
          <ac:chgData name="Georges MATHIO" userId="1057b68d-d9cf-4cd5-bc4c-3fe68ec33e97" providerId="ADAL" clId="{74D0B0F2-80C9-4D90-B923-2013230C3F99}" dt="2023-11-16T10:19:39.260" v="1350" actId="20577"/>
          <ac:spMkLst>
            <pc:docMk/>
            <pc:sldMk cId="4123232273" sldId="265"/>
            <ac:spMk id="36" creationId="{280069EB-19F4-C8E7-C948-1C6E55BE4592}"/>
          </ac:spMkLst>
        </pc:spChg>
        <pc:spChg chg="add mod ord">
          <ac:chgData name="Georges MATHIO" userId="1057b68d-d9cf-4cd5-bc4c-3fe68ec33e97" providerId="ADAL" clId="{74D0B0F2-80C9-4D90-B923-2013230C3F99}" dt="2023-11-16T10:22:43.265" v="1450" actId="167"/>
          <ac:spMkLst>
            <pc:docMk/>
            <pc:sldMk cId="4123232273" sldId="265"/>
            <ac:spMk id="38" creationId="{231E25A2-811D-6E79-7E4D-BA2AA39366AC}"/>
          </ac:spMkLst>
        </pc:spChg>
        <pc:grpChg chg="add del mod">
          <ac:chgData name="Georges MATHIO" userId="1057b68d-d9cf-4cd5-bc4c-3fe68ec33e97" providerId="ADAL" clId="{74D0B0F2-80C9-4D90-B923-2013230C3F99}" dt="2023-11-16T10:15:17.602" v="1272"/>
          <ac:grpSpMkLst>
            <pc:docMk/>
            <pc:sldMk cId="4123232273" sldId="265"/>
            <ac:grpSpMk id="4" creationId="{4F25CDEC-0818-BD30-AE09-7A07610BF90A}"/>
          </ac:grpSpMkLst>
        </pc:grpChg>
        <pc:grpChg chg="add del mod">
          <ac:chgData name="Georges MATHIO" userId="1057b68d-d9cf-4cd5-bc4c-3fe68ec33e97" providerId="ADAL" clId="{74D0B0F2-80C9-4D90-B923-2013230C3F99}" dt="2023-11-16T10:17:43.002" v="1276" actId="478"/>
          <ac:grpSpMkLst>
            <pc:docMk/>
            <pc:sldMk cId="4123232273" sldId="265"/>
            <ac:grpSpMk id="21" creationId="{ABA6BCC3-F5D9-30AB-5DCF-4F5E13E83392}"/>
          </ac:grpSpMkLst>
        </pc:grpChg>
        <pc:picChg chg="mod">
          <ac:chgData name="Georges MATHIO" userId="1057b68d-d9cf-4cd5-bc4c-3fe68ec33e97" providerId="ADAL" clId="{74D0B0F2-80C9-4D90-B923-2013230C3F99}" dt="2023-11-16T10:15:13.502" v="1271"/>
          <ac:picMkLst>
            <pc:docMk/>
            <pc:sldMk cId="4123232273" sldId="265"/>
            <ac:picMk id="6" creationId="{CAA06953-798B-FD89-F002-7AE7D94B1539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9" creationId="{86EA425E-6254-73EC-8B53-884987EC783C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10" creationId="{82C7879D-79C8-CFF9-AD3B-B0F649C5A9C2}"/>
          </ac:picMkLst>
        </pc:picChg>
        <pc:picChg chg="add del mod">
          <ac:chgData name="Georges MATHIO" userId="1057b68d-d9cf-4cd5-bc4c-3fe68ec33e97" providerId="ADAL" clId="{74D0B0F2-80C9-4D90-B923-2013230C3F99}" dt="2023-11-16T10:15:17.602" v="1272"/>
          <ac:picMkLst>
            <pc:docMk/>
            <pc:sldMk cId="4123232273" sldId="265"/>
            <ac:picMk id="15" creationId="{497531A4-FE3F-BF2A-1BF5-7BDC64837F8C}"/>
          </ac:picMkLst>
        </pc:picChg>
        <pc:picChg chg="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23" creationId="{CEE0BDFA-C86A-3BB4-92CC-97457E267782}"/>
          </ac:picMkLst>
        </pc:picChg>
        <pc:picChg chg="add 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25" creationId="{02820E47-CB2B-E23F-005A-0C22FD312AD7}"/>
          </ac:picMkLst>
        </pc:picChg>
        <pc:picChg chg="add del mod">
          <ac:chgData name="Georges MATHIO" userId="1057b68d-d9cf-4cd5-bc4c-3fe68ec33e97" providerId="ADAL" clId="{74D0B0F2-80C9-4D90-B923-2013230C3F99}" dt="2023-11-16T10:16:48.455" v="1275" actId="478"/>
          <ac:picMkLst>
            <pc:docMk/>
            <pc:sldMk cId="4123232273" sldId="265"/>
            <ac:picMk id="26" creationId="{84338C74-1410-C6A9-436F-90F3D92D3C07}"/>
          </ac:picMkLst>
        </pc:picChg>
        <pc:picChg chg="add mod">
          <ac:chgData name="Georges MATHIO" userId="1057b68d-d9cf-4cd5-bc4c-3fe68ec33e97" providerId="ADAL" clId="{74D0B0F2-80C9-4D90-B923-2013230C3F99}" dt="2023-11-16T10:15:21.011" v="1274"/>
          <ac:picMkLst>
            <pc:docMk/>
            <pc:sldMk cId="4123232273" sldId="265"/>
            <ac:picMk id="30" creationId="{A13A3703-D786-C44D-41EC-7A82B7D5B00C}"/>
          </ac:picMkLst>
        </pc:picChg>
        <pc:picChg chg="add mod">
          <ac:chgData name="Georges MATHIO" userId="1057b68d-d9cf-4cd5-bc4c-3fe68ec33e97" providerId="ADAL" clId="{74D0B0F2-80C9-4D90-B923-2013230C3F99}" dt="2023-11-16T10:22:22.981" v="1446" actId="1076"/>
          <ac:picMkLst>
            <pc:docMk/>
            <pc:sldMk cId="4123232273" sldId="265"/>
            <ac:picMk id="37" creationId="{27F32022-E1DA-A388-DBDE-EFA34D915896}"/>
          </ac:picMkLst>
        </pc:picChg>
      </pc:sldChg>
      <pc:sldChg chg="addSp modSp mod">
        <pc:chgData name="Georges MATHIO" userId="1057b68d-d9cf-4cd5-bc4c-3fe68ec33e97" providerId="ADAL" clId="{74D0B0F2-80C9-4D90-B923-2013230C3F99}" dt="2023-11-16T10:24:27.023" v="1459" actId="13822"/>
        <pc:sldMkLst>
          <pc:docMk/>
          <pc:sldMk cId="31297475" sldId="266"/>
        </pc:sldMkLst>
        <pc:spChg chg="mod">
          <ac:chgData name="Georges MATHIO" userId="1057b68d-d9cf-4cd5-bc4c-3fe68ec33e97" providerId="ADAL" clId="{74D0B0F2-80C9-4D90-B923-2013230C3F99}" dt="2023-11-16T10:22:34.617" v="1447" actId="14100"/>
          <ac:spMkLst>
            <pc:docMk/>
            <pc:sldMk cId="31297475" sldId="266"/>
            <ac:spMk id="5" creationId="{7C4E4C7E-84EB-06BE-0C66-5F3CDAE54B77}"/>
          </ac:spMkLst>
        </pc:spChg>
        <pc:spChg chg="add mod">
          <ac:chgData name="Georges MATHIO" userId="1057b68d-d9cf-4cd5-bc4c-3fe68ec33e97" providerId="ADAL" clId="{74D0B0F2-80C9-4D90-B923-2013230C3F99}" dt="2023-11-16T10:14:30.539" v="1227" actId="14100"/>
          <ac:spMkLst>
            <pc:docMk/>
            <pc:sldMk cId="31297475" sldId="266"/>
            <ac:spMk id="6" creationId="{EB0A80AB-157D-E30D-FAD6-87D81676ABF2}"/>
          </ac:spMkLst>
        </pc:spChg>
        <pc:spChg chg="mod">
          <ac:chgData name="Georges MATHIO" userId="1057b68d-d9cf-4cd5-bc4c-3fe68ec33e97" providerId="ADAL" clId="{74D0B0F2-80C9-4D90-B923-2013230C3F99}" dt="2023-11-16T10:13:28.556" v="1178" actId="6549"/>
          <ac:spMkLst>
            <pc:docMk/>
            <pc:sldMk cId="31297475" sldId="266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1-16T10:14:01.368" v="1195" actId="1076"/>
          <ac:spMkLst>
            <pc:docMk/>
            <pc:sldMk cId="31297475" sldId="266"/>
            <ac:spMk id="10" creationId="{2BA8DAB4-6348-D533-2353-F60753E23611}"/>
          </ac:spMkLst>
        </pc:spChg>
        <pc:spChg chg="add mod">
          <ac:chgData name="Georges MATHIO" userId="1057b68d-d9cf-4cd5-bc4c-3fe68ec33e97" providerId="ADAL" clId="{74D0B0F2-80C9-4D90-B923-2013230C3F99}" dt="2023-11-16T10:14:16.682" v="1226" actId="14100"/>
          <ac:spMkLst>
            <pc:docMk/>
            <pc:sldMk cId="31297475" sldId="266"/>
            <ac:spMk id="12" creationId="{9E480FDC-B42D-4FDE-661D-9E2475A2C521}"/>
          </ac:spMkLst>
        </pc:spChg>
        <pc:spChg chg="add mod ord">
          <ac:chgData name="Georges MATHIO" userId="1057b68d-d9cf-4cd5-bc4c-3fe68ec33e97" providerId="ADAL" clId="{74D0B0F2-80C9-4D90-B923-2013230C3F99}" dt="2023-11-16T10:24:27.023" v="1459" actId="13822"/>
          <ac:spMkLst>
            <pc:docMk/>
            <pc:sldMk cId="31297475" sldId="266"/>
            <ac:spMk id="13" creationId="{4F192557-EBFF-E8F0-BE66-FD0A1F05D109}"/>
          </ac:spMkLst>
        </pc:spChg>
        <pc:spChg chg="mod">
          <ac:chgData name="Georges MATHIO" userId="1057b68d-d9cf-4cd5-bc4c-3fe68ec33e97" providerId="ADAL" clId="{74D0B0F2-80C9-4D90-B923-2013230C3F99}" dt="2023-11-16T10:14:33.207" v="1228" actId="14100"/>
          <ac:spMkLst>
            <pc:docMk/>
            <pc:sldMk cId="31297475" sldId="266"/>
            <ac:spMk id="15" creationId="{D04B4BC9-DDF7-6475-3E25-E5DCAE23FF69}"/>
          </ac:spMkLst>
        </pc:spChg>
        <pc:spChg chg="mod">
          <ac:chgData name="Georges MATHIO" userId="1057b68d-d9cf-4cd5-bc4c-3fe68ec33e97" providerId="ADAL" clId="{74D0B0F2-80C9-4D90-B923-2013230C3F99}" dt="2023-11-16T10:12:01.374" v="1153" actId="1076"/>
          <ac:spMkLst>
            <pc:docMk/>
            <pc:sldMk cId="31297475" sldId="266"/>
            <ac:spMk id="17" creationId="{151E5549-7C76-7805-34E8-4F2078348751}"/>
          </ac:spMkLst>
        </pc:spChg>
        <pc:picChg chg="mod">
          <ac:chgData name="Georges MATHIO" userId="1057b68d-d9cf-4cd5-bc4c-3fe68ec33e97" providerId="ADAL" clId="{74D0B0F2-80C9-4D90-B923-2013230C3F99}" dt="2023-11-16T10:12:45.196" v="1169" actId="1076"/>
          <ac:picMkLst>
            <pc:docMk/>
            <pc:sldMk cId="31297475" sldId="266"/>
            <ac:picMk id="8" creationId="{C802101E-1488-F0D4-3357-5DF070C00502}"/>
          </ac:picMkLst>
        </pc:picChg>
        <pc:picChg chg="mod">
          <ac:chgData name="Georges MATHIO" userId="1057b68d-d9cf-4cd5-bc4c-3fe68ec33e97" providerId="ADAL" clId="{74D0B0F2-80C9-4D90-B923-2013230C3F99}" dt="2023-11-16T10:11:50.032" v="1148" actId="1076"/>
          <ac:picMkLst>
            <pc:docMk/>
            <pc:sldMk cId="31297475" sldId="266"/>
            <ac:picMk id="16" creationId="{418E9BA0-C4C0-FDFF-BD83-4BAB591CFF1B}"/>
          </ac:picMkLst>
        </pc:picChg>
        <pc:picChg chg="mod">
          <ac:chgData name="Georges MATHIO" userId="1057b68d-d9cf-4cd5-bc4c-3fe68ec33e97" providerId="ADAL" clId="{74D0B0F2-80C9-4D90-B923-2013230C3F99}" dt="2023-11-16T10:12:23.616" v="1158" actId="1076"/>
          <ac:picMkLst>
            <pc:docMk/>
            <pc:sldMk cId="31297475" sldId="266"/>
            <ac:picMk id="1026" creationId="{B3FB479B-D0CD-3AC1-5A3B-3648D16E0BA1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2-03T22:38:24.153" v="1602" actId="478"/>
        <pc:sldMkLst>
          <pc:docMk/>
          <pc:sldMk cId="3108279696" sldId="267"/>
        </pc:sldMkLst>
        <pc:spChg chg="mod">
          <ac:chgData name="Georges MATHIO" userId="1057b68d-d9cf-4cd5-bc4c-3fe68ec33e97" providerId="ADAL" clId="{74D0B0F2-80C9-4D90-B923-2013230C3F99}" dt="2023-11-16T09:46:55.397" v="782" actId="20577"/>
          <ac:spMkLst>
            <pc:docMk/>
            <pc:sldMk cId="3108279696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74D0B0F2-80C9-4D90-B923-2013230C3F99}" dt="2023-11-16T09:51:45.968" v="929" actId="1076"/>
          <ac:spMkLst>
            <pc:docMk/>
            <pc:sldMk cId="3108279696" sldId="267"/>
            <ac:spMk id="7" creationId="{76099145-672A-AD87-68F6-32F4233506B6}"/>
          </ac:spMkLst>
        </pc:spChg>
        <pc:spChg chg="mod">
          <ac:chgData name="Georges MATHIO" userId="1057b68d-d9cf-4cd5-bc4c-3fe68ec33e97" providerId="ADAL" clId="{74D0B0F2-80C9-4D90-B923-2013230C3F99}" dt="2023-11-16T09:49:34.580" v="917" actId="1076"/>
          <ac:spMkLst>
            <pc:docMk/>
            <pc:sldMk cId="3108279696" sldId="267"/>
            <ac:spMk id="13" creationId="{8218B87D-0E41-47A0-78BC-3ABE6928E532}"/>
          </ac:spMkLst>
        </pc:spChg>
        <pc:picChg chg="add del mod">
          <ac:chgData name="Georges MATHIO" userId="1057b68d-d9cf-4cd5-bc4c-3fe68ec33e97" providerId="ADAL" clId="{74D0B0F2-80C9-4D90-B923-2013230C3F99}" dt="2023-12-03T22:38:24.153" v="1602" actId="478"/>
          <ac:picMkLst>
            <pc:docMk/>
            <pc:sldMk cId="3108279696" sldId="267"/>
            <ac:picMk id="3" creationId="{16F34BA8-A3ED-249C-437B-168A086B161A}"/>
          </ac:picMkLst>
        </pc:picChg>
        <pc:picChg chg="add mod">
          <ac:chgData name="Georges MATHIO" userId="1057b68d-d9cf-4cd5-bc4c-3fe68ec33e97" providerId="ADAL" clId="{74D0B0F2-80C9-4D90-B923-2013230C3F99}" dt="2023-12-03T22:38:21.366" v="1601"/>
          <ac:picMkLst>
            <pc:docMk/>
            <pc:sldMk cId="3108279696" sldId="267"/>
            <ac:picMk id="4" creationId="{18163C28-EA58-98A8-B3B3-569D9539B786}"/>
          </ac:picMkLst>
        </pc:picChg>
        <pc:picChg chg="del">
          <ac:chgData name="Georges MATHIO" userId="1057b68d-d9cf-4cd5-bc4c-3fe68ec33e97" providerId="ADAL" clId="{74D0B0F2-80C9-4D90-B923-2013230C3F99}" dt="2023-11-16T09:48:57.507" v="907" actId="478"/>
          <ac:picMkLst>
            <pc:docMk/>
            <pc:sldMk cId="3108279696" sldId="267"/>
            <ac:picMk id="4" creationId="{998B2EC4-B71B-FA0A-7B09-33A3B72074DD}"/>
          </ac:picMkLst>
        </pc:picChg>
        <pc:picChg chg="mod">
          <ac:chgData name="Georges MATHIO" userId="1057b68d-d9cf-4cd5-bc4c-3fe68ec33e97" providerId="ADAL" clId="{74D0B0F2-80C9-4D90-B923-2013230C3F99}" dt="2023-11-16T09:49:31.777" v="916" actId="1076"/>
          <ac:picMkLst>
            <pc:docMk/>
            <pc:sldMk cId="3108279696" sldId="267"/>
            <ac:picMk id="17" creationId="{702D9425-DBAB-708B-956B-DE7964B83954}"/>
          </ac:picMkLst>
        </pc:picChg>
        <pc:picChg chg="add del mod">
          <ac:chgData name="Georges MATHIO" userId="1057b68d-d9cf-4cd5-bc4c-3fe68ec33e97" providerId="ADAL" clId="{74D0B0F2-80C9-4D90-B923-2013230C3F99}" dt="2023-11-16T09:48:56.825" v="906" actId="478"/>
          <ac:picMkLst>
            <pc:docMk/>
            <pc:sldMk cId="3108279696" sldId="267"/>
            <ac:picMk id="1026" creationId="{F7F4F902-DB9B-37AB-464E-F06FA8EBC949}"/>
          </ac:picMkLst>
        </pc:picChg>
        <pc:cxnChg chg="add mod">
          <ac:chgData name="Georges MATHIO" userId="1057b68d-d9cf-4cd5-bc4c-3fe68ec33e97" providerId="ADAL" clId="{74D0B0F2-80C9-4D90-B923-2013230C3F99}" dt="2023-11-16T09:51:16.092" v="926" actId="1076"/>
          <ac:cxnSpMkLst>
            <pc:docMk/>
            <pc:sldMk cId="3108279696" sldId="267"/>
            <ac:cxnSpMk id="6" creationId="{54FD08F0-BC93-89BF-9451-94EAFA10E80C}"/>
          </ac:cxnSpMkLst>
        </pc:cxnChg>
      </pc:sldChg>
      <pc:sldChg chg="addSp delSp modSp add mod">
        <pc:chgData name="Georges MATHIO" userId="1057b68d-d9cf-4cd5-bc4c-3fe68ec33e97" providerId="ADAL" clId="{74D0B0F2-80C9-4D90-B923-2013230C3F99}" dt="2023-12-03T22:38:15.942" v="1600" actId="1035"/>
        <pc:sldMkLst>
          <pc:docMk/>
          <pc:sldMk cId="3127245578" sldId="268"/>
        </pc:sldMkLst>
        <pc:spChg chg="add del mod">
          <ac:chgData name="Georges MATHIO" userId="1057b68d-d9cf-4cd5-bc4c-3fe68ec33e97" providerId="ADAL" clId="{74D0B0F2-80C9-4D90-B923-2013230C3F99}" dt="2023-11-16T09:36:15.855" v="442"/>
          <ac:spMkLst>
            <pc:docMk/>
            <pc:sldMk cId="3127245578" sldId="268"/>
            <ac:spMk id="3" creationId="{384F14D5-776E-839C-D1CD-7C4F7AB2B6EB}"/>
          </ac:spMkLst>
        </pc:spChg>
        <pc:spChg chg="mod">
          <ac:chgData name="Georges MATHIO" userId="1057b68d-d9cf-4cd5-bc4c-3fe68ec33e97" providerId="ADAL" clId="{74D0B0F2-80C9-4D90-B923-2013230C3F99}" dt="2023-11-16T09:46:01.401" v="769" actId="20578"/>
          <ac:spMkLst>
            <pc:docMk/>
            <pc:sldMk cId="3127245578" sldId="268"/>
            <ac:spMk id="7" creationId="{76099145-672A-AD87-68F6-32F4233506B6}"/>
          </ac:spMkLst>
        </pc:spChg>
        <pc:grpChg chg="del">
          <ac:chgData name="Georges MATHIO" userId="1057b68d-d9cf-4cd5-bc4c-3fe68ec33e97" providerId="ADAL" clId="{74D0B0F2-80C9-4D90-B923-2013230C3F99}" dt="2023-11-16T09:30:17.317" v="208" actId="478"/>
          <ac:grpSpMkLst>
            <pc:docMk/>
            <pc:sldMk cId="3127245578" sldId="268"/>
            <ac:grpSpMk id="8" creationId="{063CC628-6382-2AD0-CE56-33FEF8C57BDF}"/>
          </ac:grpSpMkLst>
        </pc:grpChg>
        <pc:picChg chg="add del mod">
          <ac:chgData name="Georges MATHIO" userId="1057b68d-d9cf-4cd5-bc4c-3fe68ec33e97" providerId="ADAL" clId="{74D0B0F2-80C9-4D90-B923-2013230C3F99}" dt="2023-12-03T22:37:48.367" v="1576"/>
          <ac:picMkLst>
            <pc:docMk/>
            <pc:sldMk cId="3127245578" sldId="268"/>
            <ac:picMk id="4" creationId="{099CD154-E7F7-623F-F38E-2787353B1EF6}"/>
          </ac:picMkLst>
        </pc:picChg>
        <pc:picChg chg="add mod">
          <ac:chgData name="Georges MATHIO" userId="1057b68d-d9cf-4cd5-bc4c-3fe68ec33e97" providerId="ADAL" clId="{74D0B0F2-80C9-4D90-B923-2013230C3F99}" dt="2023-12-03T22:38:15.942" v="1600" actId="1035"/>
          <ac:picMkLst>
            <pc:docMk/>
            <pc:sldMk cId="3127245578" sldId="268"/>
            <ac:picMk id="6" creationId="{3FAF082D-BFCC-B133-744B-C9260FB63704}"/>
          </ac:picMkLst>
        </pc:picChg>
        <pc:picChg chg="add del mod">
          <ac:chgData name="Georges MATHIO" userId="1057b68d-d9cf-4cd5-bc4c-3fe68ec33e97" providerId="ADAL" clId="{74D0B0F2-80C9-4D90-B923-2013230C3F99}" dt="2023-11-16T09:39:29.137" v="494"/>
          <ac:picMkLst>
            <pc:docMk/>
            <pc:sldMk cId="3127245578" sldId="268"/>
            <ac:picMk id="9" creationId="{D0FC90B9-B4C4-AEB6-99C8-DD3C4B1B93F1}"/>
          </ac:picMkLst>
        </pc:picChg>
        <pc:picChg chg="add del mod">
          <ac:chgData name="Georges MATHIO" userId="1057b68d-d9cf-4cd5-bc4c-3fe68ec33e97" providerId="ADAL" clId="{74D0B0F2-80C9-4D90-B923-2013230C3F99}" dt="2023-12-03T22:38:08.058" v="1584" actId="478"/>
          <ac:picMkLst>
            <pc:docMk/>
            <pc:sldMk cId="3127245578" sldId="268"/>
            <ac:picMk id="11" creationId="{66AA5BF4-4EF6-21D5-446C-D909B37A51BF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2-03T22:40:08.005" v="1653" actId="1076"/>
        <pc:sldMkLst>
          <pc:docMk/>
          <pc:sldMk cId="19484680" sldId="269"/>
        </pc:sldMkLst>
        <pc:spChg chg="mod">
          <ac:chgData name="Georges MATHIO" userId="1057b68d-d9cf-4cd5-bc4c-3fe68ec33e97" providerId="ADAL" clId="{74D0B0F2-80C9-4D90-B923-2013230C3F99}" dt="2023-11-16T09:52:05.230" v="941" actId="20577"/>
          <ac:spMkLst>
            <pc:docMk/>
            <pc:sldMk cId="19484680" sldId="269"/>
            <ac:spMk id="2" creationId="{8AE1D70E-C040-1542-B36E-7DDF82084F61}"/>
          </ac:spMkLst>
        </pc:spChg>
        <pc:spChg chg="add mod">
          <ac:chgData name="Georges MATHIO" userId="1057b68d-d9cf-4cd5-bc4c-3fe68ec33e97" providerId="ADAL" clId="{74D0B0F2-80C9-4D90-B923-2013230C3F99}" dt="2023-11-16T10:00:23.041" v="1128" actId="1076"/>
          <ac:spMkLst>
            <pc:docMk/>
            <pc:sldMk cId="19484680" sldId="269"/>
            <ac:spMk id="5" creationId="{3ED02421-F64C-FD7B-6C03-7A7D6452CC5B}"/>
          </ac:spMkLst>
        </pc:spChg>
        <pc:spChg chg="mod">
          <ac:chgData name="Georges MATHIO" userId="1057b68d-d9cf-4cd5-bc4c-3fe68ec33e97" providerId="ADAL" clId="{74D0B0F2-80C9-4D90-B923-2013230C3F99}" dt="2023-11-16T09:52:55.366" v="979" actId="14100"/>
          <ac:spMkLst>
            <pc:docMk/>
            <pc:sldMk cId="19484680" sldId="269"/>
            <ac:spMk id="7" creationId="{76099145-672A-AD87-68F6-32F4233506B6}"/>
          </ac:spMkLst>
        </pc:spChg>
        <pc:spChg chg="add mod">
          <ac:chgData name="Georges MATHIO" userId="1057b68d-d9cf-4cd5-bc4c-3fe68ec33e97" providerId="ADAL" clId="{74D0B0F2-80C9-4D90-B923-2013230C3F99}" dt="2023-12-03T22:39:08.601" v="1606" actId="1076"/>
          <ac:spMkLst>
            <pc:docMk/>
            <pc:sldMk cId="19484680" sldId="269"/>
            <ac:spMk id="9" creationId="{E0210693-9CB5-003B-B5AF-EF68CCC79B8B}"/>
          </ac:spMkLst>
        </pc:spChg>
        <pc:spChg chg="add mod">
          <ac:chgData name="Georges MATHIO" userId="1057b68d-d9cf-4cd5-bc4c-3fe68ec33e97" providerId="ADAL" clId="{74D0B0F2-80C9-4D90-B923-2013230C3F99}" dt="2023-12-03T22:39:13.494" v="1632" actId="1037"/>
          <ac:spMkLst>
            <pc:docMk/>
            <pc:sldMk cId="19484680" sldId="269"/>
            <ac:spMk id="10" creationId="{96C81BED-E922-C027-4979-DFD48A24C6DE}"/>
          </ac:spMkLst>
        </pc:spChg>
        <pc:spChg chg="add mod">
          <ac:chgData name="Georges MATHIO" userId="1057b68d-d9cf-4cd5-bc4c-3fe68ec33e97" providerId="ADAL" clId="{74D0B0F2-80C9-4D90-B923-2013230C3F99}" dt="2023-12-03T22:40:05.363" v="1652" actId="1076"/>
          <ac:spMkLst>
            <pc:docMk/>
            <pc:sldMk cId="19484680" sldId="269"/>
            <ac:spMk id="11" creationId="{CD461AF3-60AB-ED37-5669-0E486B29A02E}"/>
          </ac:spMkLst>
        </pc:spChg>
        <pc:spChg chg="del">
          <ac:chgData name="Georges MATHIO" userId="1057b68d-d9cf-4cd5-bc4c-3fe68ec33e97" providerId="ADAL" clId="{74D0B0F2-80C9-4D90-B923-2013230C3F99}" dt="2023-11-16T09:51:54.751" v="930" actId="478"/>
          <ac:spMkLst>
            <pc:docMk/>
            <pc:sldMk cId="19484680" sldId="269"/>
            <ac:spMk id="13" creationId="{8218B87D-0E41-47A0-78BC-3ABE6928E532}"/>
          </ac:spMkLst>
        </pc:spChg>
        <pc:spChg chg="add mod">
          <ac:chgData name="Georges MATHIO" userId="1057b68d-d9cf-4cd5-bc4c-3fe68ec33e97" providerId="ADAL" clId="{74D0B0F2-80C9-4D90-B923-2013230C3F99}" dt="2023-11-16T10:00:27.241" v="1130" actId="14100"/>
          <ac:spMkLst>
            <pc:docMk/>
            <pc:sldMk cId="19484680" sldId="269"/>
            <ac:spMk id="14" creationId="{52AD7D46-9C16-9224-BB3F-C582D9F3FC27}"/>
          </ac:spMkLst>
        </pc:spChg>
        <pc:spChg chg="add mod">
          <ac:chgData name="Georges MATHIO" userId="1057b68d-d9cf-4cd5-bc4c-3fe68ec33e97" providerId="ADAL" clId="{74D0B0F2-80C9-4D90-B923-2013230C3F99}" dt="2023-11-16T10:00:35.867" v="1143" actId="20577"/>
          <ac:spMkLst>
            <pc:docMk/>
            <pc:sldMk cId="19484680" sldId="269"/>
            <ac:spMk id="15" creationId="{2F488329-7548-458F-4A97-C8836350EE9F}"/>
          </ac:spMkLst>
        </pc:spChg>
        <pc:picChg chg="del">
          <ac:chgData name="Georges MATHIO" userId="1057b68d-d9cf-4cd5-bc4c-3fe68ec33e97" providerId="ADAL" clId="{74D0B0F2-80C9-4D90-B923-2013230C3F99}" dt="2023-12-03T22:38:30.244" v="1604" actId="478"/>
          <ac:picMkLst>
            <pc:docMk/>
            <pc:sldMk cId="19484680" sldId="269"/>
            <ac:picMk id="3" creationId="{16F34BA8-A3ED-249C-437B-168A086B161A}"/>
          </ac:picMkLst>
        </pc:picChg>
        <pc:picChg chg="mod">
          <ac:chgData name="Georges MATHIO" userId="1057b68d-d9cf-4cd5-bc4c-3fe68ec33e97" providerId="ADAL" clId="{74D0B0F2-80C9-4D90-B923-2013230C3F99}" dt="2023-11-16T09:58:51.495" v="1087" actId="1076"/>
          <ac:picMkLst>
            <pc:docMk/>
            <pc:sldMk cId="19484680" sldId="269"/>
            <ac:picMk id="4" creationId="{998B2EC4-B71B-FA0A-7B09-33A3B72074DD}"/>
          </ac:picMkLst>
        </pc:picChg>
        <pc:picChg chg="add mod">
          <ac:chgData name="Georges MATHIO" userId="1057b68d-d9cf-4cd5-bc4c-3fe68ec33e97" providerId="ADAL" clId="{74D0B0F2-80C9-4D90-B923-2013230C3F99}" dt="2023-12-03T22:38:27.005" v="1603"/>
          <ac:picMkLst>
            <pc:docMk/>
            <pc:sldMk cId="19484680" sldId="269"/>
            <ac:picMk id="6" creationId="{2D8F5D4D-036D-6010-76BE-CCFB3CD65AD0}"/>
          </ac:picMkLst>
        </pc:picChg>
        <pc:picChg chg="add del mod">
          <ac:chgData name="Georges MATHIO" userId="1057b68d-d9cf-4cd5-bc4c-3fe68ec33e97" providerId="ADAL" clId="{74D0B0F2-80C9-4D90-B923-2013230C3F99}" dt="2023-11-16T09:55:11.973" v="1025"/>
          <ac:picMkLst>
            <pc:docMk/>
            <pc:sldMk cId="19484680" sldId="269"/>
            <ac:picMk id="8" creationId="{621E235B-29EF-8168-7F00-468A885EDBD5}"/>
          </ac:picMkLst>
        </pc:picChg>
        <pc:picChg chg="add mod">
          <ac:chgData name="Georges MATHIO" userId="1057b68d-d9cf-4cd5-bc4c-3fe68ec33e97" providerId="ADAL" clId="{74D0B0F2-80C9-4D90-B923-2013230C3F99}" dt="2023-12-03T22:40:08.005" v="1653" actId="1076"/>
          <ac:picMkLst>
            <pc:docMk/>
            <pc:sldMk cId="19484680" sldId="269"/>
            <ac:picMk id="8" creationId="{971F3533-DF95-CA1B-5A5F-6EB94D32549E}"/>
          </ac:picMkLst>
        </pc:picChg>
        <pc:picChg chg="add mod">
          <ac:chgData name="Georges MATHIO" userId="1057b68d-d9cf-4cd5-bc4c-3fe68ec33e97" providerId="ADAL" clId="{74D0B0F2-80C9-4D90-B923-2013230C3F99}" dt="2023-11-16T09:59:33.047" v="1105" actId="1076"/>
          <ac:picMkLst>
            <pc:docMk/>
            <pc:sldMk cId="19484680" sldId="269"/>
            <ac:picMk id="12" creationId="{27336237-4A20-36F3-F7ED-97CF502B39E9}"/>
          </ac:picMkLst>
        </pc:picChg>
        <pc:picChg chg="del">
          <ac:chgData name="Georges MATHIO" userId="1057b68d-d9cf-4cd5-bc4c-3fe68ec33e97" providerId="ADAL" clId="{74D0B0F2-80C9-4D90-B923-2013230C3F99}" dt="2023-11-16T09:51:55.338" v="931" actId="478"/>
          <ac:picMkLst>
            <pc:docMk/>
            <pc:sldMk cId="19484680" sldId="269"/>
            <ac:picMk id="17" creationId="{702D9425-DBAB-708B-956B-DE7964B83954}"/>
          </ac:picMkLst>
        </pc:picChg>
        <pc:picChg chg="mod">
          <ac:chgData name="Georges MATHIO" userId="1057b68d-d9cf-4cd5-bc4c-3fe68ec33e97" providerId="ADAL" clId="{74D0B0F2-80C9-4D90-B923-2013230C3F99}" dt="2023-12-03T22:39:13.494" v="1632" actId="1037"/>
          <ac:picMkLst>
            <pc:docMk/>
            <pc:sldMk cId="19484680" sldId="269"/>
            <ac:picMk id="1026" creationId="{F7F4F902-DB9B-37AB-464E-F06FA8EBC949}"/>
          </ac:picMkLst>
        </pc:picChg>
        <pc:picChg chg="add mod">
          <ac:chgData name="Georges MATHIO" userId="1057b68d-d9cf-4cd5-bc4c-3fe68ec33e97" providerId="ADAL" clId="{74D0B0F2-80C9-4D90-B923-2013230C3F99}" dt="2023-12-03T22:39:05.240" v="1605" actId="1076"/>
          <ac:picMkLst>
            <pc:docMk/>
            <pc:sldMk cId="19484680" sldId="269"/>
            <ac:picMk id="2050" creationId="{B8F0011E-D5B2-3498-8EB9-D3EF76B5F016}"/>
          </ac:picMkLst>
        </pc:picChg>
        <pc:picChg chg="add mod">
          <ac:chgData name="Georges MATHIO" userId="1057b68d-d9cf-4cd5-bc4c-3fe68ec33e97" providerId="ADAL" clId="{74D0B0F2-80C9-4D90-B923-2013230C3F99}" dt="2023-11-16T10:00:20.279" v="1127" actId="1076"/>
          <ac:picMkLst>
            <pc:docMk/>
            <pc:sldMk cId="19484680" sldId="269"/>
            <ac:picMk id="2052" creationId="{FA277F52-6928-139E-2A64-F321857B5535}"/>
          </ac:picMkLst>
        </pc:picChg>
      </pc:sldChg>
      <pc:sldChg chg="addSp delSp modSp add mod">
        <pc:chgData name="Georges MATHIO" userId="1057b68d-d9cf-4cd5-bc4c-3fe68ec33e97" providerId="ADAL" clId="{74D0B0F2-80C9-4D90-B923-2013230C3F99}" dt="2023-11-16T10:25:18.642" v="1504" actId="14100"/>
        <pc:sldMkLst>
          <pc:docMk/>
          <pc:sldMk cId="221982814" sldId="270"/>
        </pc:sldMkLst>
        <pc:spChg chg="mod">
          <ac:chgData name="Georges MATHIO" userId="1057b68d-d9cf-4cd5-bc4c-3fe68ec33e97" providerId="ADAL" clId="{74D0B0F2-80C9-4D90-B923-2013230C3F99}" dt="2023-11-16T10:23:53.530" v="1454" actId="20577"/>
          <ac:spMkLst>
            <pc:docMk/>
            <pc:sldMk cId="221982814" sldId="270"/>
            <ac:spMk id="2" creationId="{8AE1D70E-C040-1542-B36E-7DDF82084F61}"/>
          </ac:spMkLst>
        </pc:spChg>
        <pc:spChg chg="mod">
          <ac:chgData name="Georges MATHIO" userId="1057b68d-d9cf-4cd5-bc4c-3fe68ec33e97" providerId="ADAL" clId="{74D0B0F2-80C9-4D90-B923-2013230C3F99}" dt="2023-11-16T10:24:58.351" v="1500" actId="20577"/>
          <ac:spMkLst>
            <pc:docMk/>
            <pc:sldMk cId="221982814" sldId="270"/>
            <ac:spMk id="3" creationId="{B5620FEA-FA3C-B3F6-C2FC-F9D51C3D46CB}"/>
          </ac:spMkLst>
        </pc:spChg>
        <pc:picChg chg="del">
          <ac:chgData name="Georges MATHIO" userId="1057b68d-d9cf-4cd5-bc4c-3fe68ec33e97" providerId="ADAL" clId="{74D0B0F2-80C9-4D90-B923-2013230C3F99}" dt="2023-11-16T10:25:14.772" v="1502" actId="478"/>
          <ac:picMkLst>
            <pc:docMk/>
            <pc:sldMk cId="221982814" sldId="270"/>
            <ac:picMk id="4" creationId="{FF4D0297-11AD-5543-7C26-1E9F281AE7D0}"/>
          </ac:picMkLst>
        </pc:picChg>
        <pc:picChg chg="add mod">
          <ac:chgData name="Georges MATHIO" userId="1057b68d-d9cf-4cd5-bc4c-3fe68ec33e97" providerId="ADAL" clId="{74D0B0F2-80C9-4D90-B923-2013230C3F99}" dt="2023-11-16T10:25:18.642" v="1504" actId="14100"/>
          <ac:picMkLst>
            <pc:docMk/>
            <pc:sldMk cId="221982814" sldId="270"/>
            <ac:picMk id="6" creationId="{470A1D53-DC9E-4B59-F221-7BFFE81754D0}"/>
          </ac:picMkLst>
        </pc:picChg>
      </pc:sldChg>
      <pc:sldChg chg="modSp add mod">
        <pc:chgData name="Georges MATHIO" userId="1057b68d-d9cf-4cd5-bc4c-3fe68ec33e97" providerId="ADAL" clId="{74D0B0F2-80C9-4D90-B923-2013230C3F99}" dt="2023-11-16T10:28:07.458" v="1569" actId="20577"/>
        <pc:sldMkLst>
          <pc:docMk/>
          <pc:sldMk cId="4245620818" sldId="272"/>
        </pc:sldMkLst>
        <pc:spChg chg="mod">
          <ac:chgData name="Georges MATHIO" userId="1057b68d-d9cf-4cd5-bc4c-3fe68ec33e97" providerId="ADAL" clId="{74D0B0F2-80C9-4D90-B923-2013230C3F99}" dt="2023-11-16T10:28:07.458" v="1569" actId="20577"/>
          <ac:spMkLst>
            <pc:docMk/>
            <pc:sldMk cId="4245620818" sldId="272"/>
            <ac:spMk id="6" creationId="{37E68E50-1F8D-C6EF-3F0A-17CAC14C946D}"/>
          </ac:spMkLst>
        </pc:spChg>
      </pc:sldChg>
    </pc:docChg>
  </pc:docChgLst>
  <pc:docChgLst>
    <pc:chgData name="Georges MATHIO" userId="S::georges.mathio@estia.fr::1057b68d-d9cf-4cd5-bc4c-3fe68ec33e97" providerId="AD" clId="Web-{C790CDAE-5220-C379-20C6-C5EAE64909F5}"/>
    <pc:docChg chg="addSld modSld sldOrd">
      <pc:chgData name="Georges MATHIO" userId="S::georges.mathio@estia.fr::1057b68d-d9cf-4cd5-bc4c-3fe68ec33e97" providerId="AD" clId="Web-{C790CDAE-5220-C379-20C6-C5EAE64909F5}" dt="2023-12-04T12:17:51.882" v="20"/>
      <pc:docMkLst>
        <pc:docMk/>
      </pc:docMkLst>
      <pc:sldChg chg="addSp delSp modSp new ord">
        <pc:chgData name="Georges MATHIO" userId="S::georges.mathio@estia.fr::1057b68d-d9cf-4cd5-bc4c-3fe68ec33e97" providerId="AD" clId="Web-{C790CDAE-5220-C379-20C6-C5EAE64909F5}" dt="2023-12-04T12:17:51.882" v="20"/>
        <pc:sldMkLst>
          <pc:docMk/>
          <pc:sldMk cId="884681357" sldId="273"/>
        </pc:sldMkLst>
        <pc:spChg chg="del">
          <ac:chgData name="Georges MATHIO" userId="S::georges.mathio@estia.fr::1057b68d-d9cf-4cd5-bc4c-3fe68ec33e97" providerId="AD" clId="Web-{C790CDAE-5220-C379-20C6-C5EAE64909F5}" dt="2023-12-04T12:16:52.036" v="9"/>
          <ac:spMkLst>
            <pc:docMk/>
            <pc:sldMk cId="884681357" sldId="273"/>
            <ac:spMk id="2" creationId="{1243EFF5-FF3C-93A3-4794-95A3AE81A09E}"/>
          </ac:spMkLst>
        </pc:spChg>
        <pc:spChg chg="del">
          <ac:chgData name="Georges MATHIO" userId="S::georges.mathio@estia.fr::1057b68d-d9cf-4cd5-bc4c-3fe68ec33e97" providerId="AD" clId="Web-{C790CDAE-5220-C379-20C6-C5EAE64909F5}" dt="2023-12-04T12:15:59.721" v="1"/>
          <ac:spMkLst>
            <pc:docMk/>
            <pc:sldMk cId="884681357" sldId="273"/>
            <ac:spMk id="3" creationId="{EAF6BADB-E482-82A0-6582-9A183E396BE8}"/>
          </ac:spMkLst>
        </pc:spChg>
        <pc:spChg chg="add mod">
          <ac:chgData name="Georges MATHIO" userId="S::georges.mathio@estia.fr::1057b68d-d9cf-4cd5-bc4c-3fe68ec33e97" providerId="AD" clId="Web-{C790CDAE-5220-C379-20C6-C5EAE64909F5}" dt="2023-12-04T12:17:51.882" v="20"/>
          <ac:spMkLst>
            <pc:docMk/>
            <pc:sldMk cId="884681357" sldId="273"/>
            <ac:spMk id="11" creationId="{FA722F4A-5D00-75B4-8A4C-759C859A6E6B}"/>
          </ac:spMkLst>
        </pc:spChg>
        <pc:picChg chg="add del mod">
          <ac:chgData name="Georges MATHIO" userId="S::georges.mathio@estia.fr::1057b68d-d9cf-4cd5-bc4c-3fe68ec33e97" providerId="AD" clId="Web-{C790CDAE-5220-C379-20C6-C5EAE64909F5}" dt="2023-12-04T12:16:06.221" v="4"/>
          <ac:picMkLst>
            <pc:docMk/>
            <pc:sldMk cId="884681357" sldId="273"/>
            <ac:picMk id="4" creationId="{F1BFD64C-944A-8FE2-F8F2-DFE3A46BCF24}"/>
          </ac:picMkLst>
        </pc:picChg>
        <pc:picChg chg="add mod">
          <ac:chgData name="Georges MATHIO" userId="S::georges.mathio@estia.fr::1057b68d-d9cf-4cd5-bc4c-3fe68ec33e97" providerId="AD" clId="Web-{C790CDAE-5220-C379-20C6-C5EAE64909F5}" dt="2023-12-04T12:17:41.631" v="19" actId="14100"/>
          <ac:picMkLst>
            <pc:docMk/>
            <pc:sldMk cId="884681357" sldId="273"/>
            <ac:picMk id="5" creationId="{0F831DBE-45AF-804A-B8EA-39311007449C}"/>
          </ac:picMkLst>
        </pc:picChg>
        <pc:picChg chg="add del">
          <ac:chgData name="Georges MATHIO" userId="S::georges.mathio@estia.fr::1057b68d-d9cf-4cd5-bc4c-3fe68ec33e97" providerId="AD" clId="Web-{C790CDAE-5220-C379-20C6-C5EAE64909F5}" dt="2023-12-04T12:17:27.037" v="15"/>
          <ac:picMkLst>
            <pc:docMk/>
            <pc:sldMk cId="884681357" sldId="273"/>
            <ac:picMk id="7" creationId="{68ED088C-AEFC-FC17-CB32-CDD243405D69}"/>
          </ac:picMkLst>
        </pc:picChg>
        <pc:picChg chg="add">
          <ac:chgData name="Georges MATHIO" userId="S::georges.mathio@estia.fr::1057b68d-d9cf-4cd5-bc4c-3fe68ec33e97" providerId="AD" clId="Web-{C790CDAE-5220-C379-20C6-C5EAE64909F5}" dt="2023-12-04T12:17:36.740" v="18"/>
          <ac:picMkLst>
            <pc:docMk/>
            <pc:sldMk cId="884681357" sldId="273"/>
            <ac:picMk id="9" creationId="{01CFBB32-C029-6466-D21C-770BBD6BB45E}"/>
          </ac:picMkLst>
        </pc:picChg>
      </pc:sldChg>
    </pc:docChg>
  </pc:docChgLst>
  <pc:docChgLst>
    <pc:chgData name="Georges MATHIO" userId="1057b68d-d9cf-4cd5-bc4c-3fe68ec33e97" providerId="ADAL" clId="{36B0D515-5B0B-4C87-8BF4-9DD9CF14DB18}"/>
    <pc:docChg chg="undo custSel addSld delSld modSld sldOrd">
      <pc:chgData name="Georges MATHIO" userId="1057b68d-d9cf-4cd5-bc4c-3fe68ec33e97" providerId="ADAL" clId="{36B0D515-5B0B-4C87-8BF4-9DD9CF14DB18}" dt="2023-11-14T18:45:15.898" v="2316" actId="1076"/>
      <pc:docMkLst>
        <pc:docMk/>
      </pc:docMkLst>
      <pc:sldChg chg="addSp modSp mod">
        <pc:chgData name="Georges MATHIO" userId="1057b68d-d9cf-4cd5-bc4c-3fe68ec33e97" providerId="ADAL" clId="{36B0D515-5B0B-4C87-8BF4-9DD9CF14DB18}" dt="2023-11-14T16:05:22.590" v="284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36B0D515-5B0B-4C87-8BF4-9DD9CF14DB18}" dt="2023-11-14T15:53:25.568" v="12" actId="20577"/>
          <ac:spMkLst>
            <pc:docMk/>
            <pc:sldMk cId="2526593619" sldId="256"/>
            <ac:spMk id="3" creationId="{00000000-0000-0000-0000-000000000000}"/>
          </ac:spMkLst>
        </pc:spChg>
        <pc:spChg chg="add mod">
          <ac:chgData name="Georges MATHIO" userId="1057b68d-d9cf-4cd5-bc4c-3fe68ec33e97" providerId="ADAL" clId="{36B0D515-5B0B-4C87-8BF4-9DD9CF14DB18}" dt="2023-11-14T16:05:22.590" v="284" actId="20577"/>
          <ac:spMkLst>
            <pc:docMk/>
            <pc:sldMk cId="2526593619" sldId="256"/>
            <ac:spMk id="4" creationId="{886AE77A-FE6C-3A37-B98C-0FFBF79AA578}"/>
          </ac:spMkLst>
        </pc:spChg>
        <pc:picChg chg="add mod">
          <ac:chgData name="Georges MATHIO" userId="1057b68d-d9cf-4cd5-bc4c-3fe68ec33e97" providerId="ADAL" clId="{36B0D515-5B0B-4C87-8BF4-9DD9CF14DB18}" dt="2023-11-14T15:59:20.340" v="96" actId="1076"/>
          <ac:picMkLst>
            <pc:docMk/>
            <pc:sldMk cId="2526593619" sldId="256"/>
            <ac:picMk id="1026" creationId="{60C1678B-D500-4D74-69AD-0113607B8896}"/>
          </ac:picMkLst>
        </pc:picChg>
      </pc:sldChg>
      <pc:sldChg chg="addSp delSp modSp mod">
        <pc:chgData name="Georges MATHIO" userId="1057b68d-d9cf-4cd5-bc4c-3fe68ec33e97" providerId="ADAL" clId="{36B0D515-5B0B-4C87-8BF4-9DD9CF14DB18}" dt="2023-11-14T16:44:52.416" v="1462" actId="14100"/>
        <pc:sldMkLst>
          <pc:docMk/>
          <pc:sldMk cId="1554076419" sldId="258"/>
        </pc:sldMkLst>
        <pc:spChg chg="mod">
          <ac:chgData name="Georges MATHIO" userId="1057b68d-d9cf-4cd5-bc4c-3fe68ec33e97" providerId="ADAL" clId="{36B0D515-5B0B-4C87-8BF4-9DD9CF14DB18}" dt="2023-11-14T16:01:02.806" v="129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36B0D515-5B0B-4C87-8BF4-9DD9CF14DB18}" dt="2023-11-14T16:15:18.560" v="528" actId="404"/>
          <ac:spMkLst>
            <pc:docMk/>
            <pc:sldMk cId="1554076419" sldId="258"/>
            <ac:spMk id="4" creationId="{5185E7B7-BF77-8FA5-F450-22EF6CADB3AF}"/>
          </ac:spMkLst>
        </pc:spChg>
        <pc:spChg chg="mod">
          <ac:chgData name="Georges MATHIO" userId="1057b68d-d9cf-4cd5-bc4c-3fe68ec33e97" providerId="ADAL" clId="{36B0D515-5B0B-4C87-8BF4-9DD9CF14DB18}" dt="2023-11-14T16:44:49.297" v="1461" actId="1076"/>
          <ac:spMkLst>
            <pc:docMk/>
            <pc:sldMk cId="1554076419" sldId="258"/>
            <ac:spMk id="5" creationId="{EBC66D41-2824-5251-9360-B8C227F88DA6}"/>
          </ac:spMkLst>
        </pc:spChg>
        <pc:spChg chg="mod">
          <ac:chgData name="Georges MATHIO" userId="1057b68d-d9cf-4cd5-bc4c-3fe68ec33e97" providerId="ADAL" clId="{36B0D515-5B0B-4C87-8BF4-9DD9CF14DB18}" dt="2023-11-14T16:41:23.598" v="1361" actId="20577"/>
          <ac:spMkLst>
            <pc:docMk/>
            <pc:sldMk cId="1554076419" sldId="258"/>
            <ac:spMk id="6" creationId="{35FC96DA-A44D-A097-BC28-168510AB2271}"/>
          </ac:spMkLst>
        </pc:spChg>
        <pc:spChg chg="del mod">
          <ac:chgData name="Georges MATHIO" userId="1057b68d-d9cf-4cd5-bc4c-3fe68ec33e97" providerId="ADAL" clId="{36B0D515-5B0B-4C87-8BF4-9DD9CF14DB18}" dt="2023-11-14T16:13:06.565" v="411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36B0D515-5B0B-4C87-8BF4-9DD9CF14DB18}" dt="2023-11-14T16:15:51.230" v="576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36B0D515-5B0B-4C87-8BF4-9DD9CF14DB18}" dt="2023-11-14T16:13:24.062" v="418" actId="478"/>
          <ac:spMkLst>
            <pc:docMk/>
            <pc:sldMk cId="1554076419" sldId="258"/>
            <ac:spMk id="11" creationId="{3538C984-96B3-4E9A-E4F7-3FC99AFA0885}"/>
          </ac:spMkLst>
        </pc:spChg>
        <pc:spChg chg="mod">
          <ac:chgData name="Georges MATHIO" userId="1057b68d-d9cf-4cd5-bc4c-3fe68ec33e97" providerId="ADAL" clId="{36B0D515-5B0B-4C87-8BF4-9DD9CF14DB18}" dt="2023-11-14T16:15:14.804" v="526" actId="1037"/>
          <ac:spMkLst>
            <pc:docMk/>
            <pc:sldMk cId="1554076419" sldId="258"/>
            <ac:spMk id="15" creationId="{1685C597-34CB-D272-A180-F815DAC2AE2C}"/>
          </ac:spMkLst>
        </pc:spChg>
        <pc:spChg chg="mod">
          <ac:chgData name="Georges MATHIO" userId="1057b68d-d9cf-4cd5-bc4c-3fe68ec33e97" providerId="ADAL" clId="{36B0D515-5B0B-4C87-8BF4-9DD9CF14DB18}" dt="2023-11-14T16:44:52.416" v="1462" actId="14100"/>
          <ac:spMkLst>
            <pc:docMk/>
            <pc:sldMk cId="1554076419" sldId="258"/>
            <ac:spMk id="20" creationId="{39F9D3FD-D936-8011-4FE9-236D6D545DC8}"/>
          </ac:spMkLst>
        </pc:spChg>
        <pc:picChg chg="add mod modCrop">
          <ac:chgData name="Georges MATHIO" userId="1057b68d-d9cf-4cd5-bc4c-3fe68ec33e97" providerId="ADAL" clId="{36B0D515-5B0B-4C87-8BF4-9DD9CF14DB18}" dt="2023-11-14T16:11:39.008" v="354" actId="1076"/>
          <ac:picMkLst>
            <pc:docMk/>
            <pc:sldMk cId="1554076419" sldId="258"/>
            <ac:picMk id="3" creationId="{9BBC1E4B-436E-9183-3958-E2B44924467D}"/>
          </ac:picMkLst>
        </pc:picChg>
        <pc:picChg chg="del">
          <ac:chgData name="Georges MATHIO" userId="1057b68d-d9cf-4cd5-bc4c-3fe68ec33e97" providerId="ADAL" clId="{36B0D515-5B0B-4C87-8BF4-9DD9CF14DB18}" dt="2023-11-14T16:10:59.080" v="333" actId="478"/>
          <ac:picMkLst>
            <pc:docMk/>
            <pc:sldMk cId="1554076419" sldId="258"/>
            <ac:picMk id="14" creationId="{DCF32F33-6E31-C54F-B79D-7B935267ADE7}"/>
          </ac:picMkLst>
        </pc:picChg>
      </pc:sldChg>
      <pc:sldChg chg="del">
        <pc:chgData name="Georges MATHIO" userId="1057b68d-d9cf-4cd5-bc4c-3fe68ec33e97" providerId="ADAL" clId="{36B0D515-5B0B-4C87-8BF4-9DD9CF14DB18}" dt="2023-11-14T16:00:22.868" v="105" actId="47"/>
        <pc:sldMkLst>
          <pc:docMk/>
          <pc:sldMk cId="2482283123" sldId="259"/>
        </pc:sldMkLst>
      </pc:sldChg>
      <pc:sldChg chg="delSp modSp add mod ord">
        <pc:chgData name="Georges MATHIO" userId="1057b68d-d9cf-4cd5-bc4c-3fe68ec33e97" providerId="ADAL" clId="{36B0D515-5B0B-4C87-8BF4-9DD9CF14DB18}" dt="2023-11-14T18:35:01.493" v="1749" actId="20577"/>
        <pc:sldMkLst>
          <pc:docMk/>
          <pc:sldMk cId="4100953463" sldId="259"/>
        </pc:sldMkLst>
        <pc:spChg chg="mod">
          <ac:chgData name="Georges MATHIO" userId="1057b68d-d9cf-4cd5-bc4c-3fe68ec33e97" providerId="ADAL" clId="{36B0D515-5B0B-4C87-8BF4-9DD9CF14DB18}" dt="2023-11-14T18:35:01.493" v="1749" actId="20577"/>
          <ac:spMkLst>
            <pc:docMk/>
            <pc:sldMk cId="4100953463" sldId="259"/>
            <ac:spMk id="3" creationId="{B5620FEA-FA3C-B3F6-C2FC-F9D51C3D46CB}"/>
          </ac:spMkLst>
        </pc:spChg>
        <pc:spChg chg="del">
          <ac:chgData name="Georges MATHIO" userId="1057b68d-d9cf-4cd5-bc4c-3fe68ec33e97" providerId="ADAL" clId="{36B0D515-5B0B-4C87-8BF4-9DD9CF14DB18}" dt="2023-11-14T16:02:20.454" v="140" actId="478"/>
          <ac:spMkLst>
            <pc:docMk/>
            <pc:sldMk cId="4100953463" sldId="259"/>
            <ac:spMk id="7" creationId="{78BE014D-713F-E74C-0649-F3C5EEC82304}"/>
          </ac:spMkLst>
        </pc:spChg>
        <pc:spChg chg="mod">
          <ac:chgData name="Georges MATHIO" userId="1057b68d-d9cf-4cd5-bc4c-3fe68ec33e97" providerId="ADAL" clId="{36B0D515-5B0B-4C87-8BF4-9DD9CF14DB18}" dt="2023-11-14T16:01:45.083" v="135" actId="1076"/>
          <ac:spMkLst>
            <pc:docMk/>
            <pc:sldMk cId="4100953463" sldId="259"/>
            <ac:spMk id="15" creationId="{6FC2A128-1F70-3E6A-C629-D84FACA0066B}"/>
          </ac:spMkLst>
        </pc:spChg>
        <pc:spChg chg="del mod">
          <ac:chgData name="Georges MATHIO" userId="1057b68d-d9cf-4cd5-bc4c-3fe68ec33e97" providerId="ADAL" clId="{36B0D515-5B0B-4C87-8BF4-9DD9CF14DB18}" dt="2023-11-14T16:23:08.218" v="695" actId="478"/>
          <ac:spMkLst>
            <pc:docMk/>
            <pc:sldMk cId="4100953463" sldId="259"/>
            <ac:spMk id="16" creationId="{6E1B39EC-EDE0-1A9A-4E38-97F8D7E2166B}"/>
          </ac:spMkLst>
        </pc:spChg>
        <pc:graphicFrameChg chg="del">
          <ac:chgData name="Georges MATHIO" userId="1057b68d-d9cf-4cd5-bc4c-3fe68ec33e97" providerId="ADAL" clId="{36B0D515-5B0B-4C87-8BF4-9DD9CF14DB18}" dt="2023-11-14T16:02:17.276" v="139" actId="478"/>
          <ac:graphicFrameMkLst>
            <pc:docMk/>
            <pc:sldMk cId="4100953463" sldId="259"/>
            <ac:graphicFrameMk id="5" creationId="{1B02244B-B6CD-5308-AC4D-915F0C8E9ECB}"/>
          </ac:graphicFrameMkLst>
        </pc:graphicFrameChg>
        <pc:picChg chg="mod">
          <ac:chgData name="Georges MATHIO" userId="1057b68d-d9cf-4cd5-bc4c-3fe68ec33e97" providerId="ADAL" clId="{36B0D515-5B0B-4C87-8BF4-9DD9CF14DB18}" dt="2023-11-14T16:01:56.873" v="137" actId="1076"/>
          <ac:picMkLst>
            <pc:docMk/>
            <pc:sldMk cId="4100953463" sldId="259"/>
            <ac:picMk id="4" creationId="{C76545A6-7767-C8CC-4CA3-607E4E2EBCC7}"/>
          </ac:picMkLst>
        </pc:picChg>
      </pc:sldChg>
      <pc:sldChg chg="del">
        <pc:chgData name="Georges MATHIO" userId="1057b68d-d9cf-4cd5-bc4c-3fe68ec33e97" providerId="ADAL" clId="{36B0D515-5B0B-4C87-8BF4-9DD9CF14DB18}" dt="2023-11-14T16:00:18.854" v="104" actId="47"/>
        <pc:sldMkLst>
          <pc:docMk/>
          <pc:sldMk cId="319033476" sldId="260"/>
        </pc:sldMkLst>
      </pc:sldChg>
      <pc:sldChg chg="addSp delSp modSp new del mod">
        <pc:chgData name="Georges MATHIO" userId="1057b68d-d9cf-4cd5-bc4c-3fe68ec33e97" providerId="ADAL" clId="{36B0D515-5B0B-4C87-8BF4-9DD9CF14DB18}" dt="2023-11-14T16:54:16.710" v="1697" actId="47"/>
        <pc:sldMkLst>
          <pc:docMk/>
          <pc:sldMk cId="882119868" sldId="260"/>
        </pc:sldMkLst>
        <pc:spChg chg="mod">
          <ac:chgData name="Georges MATHIO" userId="1057b68d-d9cf-4cd5-bc4c-3fe68ec33e97" providerId="ADAL" clId="{36B0D515-5B0B-4C87-8BF4-9DD9CF14DB18}" dt="2023-11-14T16:10:17.618" v="332" actId="1076"/>
          <ac:spMkLst>
            <pc:docMk/>
            <pc:sldMk cId="882119868" sldId="260"/>
            <ac:spMk id="3" creationId="{6B4436DF-B846-02D4-676C-2914056464CF}"/>
          </ac:spMkLst>
        </pc:spChg>
        <pc:picChg chg="add del">
          <ac:chgData name="Georges MATHIO" userId="1057b68d-d9cf-4cd5-bc4c-3fe68ec33e97" providerId="ADAL" clId="{36B0D515-5B0B-4C87-8BF4-9DD9CF14DB18}" dt="2023-11-14T16:22:35.801" v="674" actId="478"/>
          <ac:picMkLst>
            <pc:docMk/>
            <pc:sldMk cId="882119868" sldId="260"/>
            <ac:picMk id="2050" creationId="{93DD4CA9-0195-F1B1-D028-D9A7C7EFFC10}"/>
          </ac:picMkLst>
        </pc:picChg>
      </pc:sldChg>
      <pc:sldChg chg="del">
        <pc:chgData name="Georges MATHIO" userId="1057b68d-d9cf-4cd5-bc4c-3fe68ec33e97" providerId="ADAL" clId="{36B0D515-5B0B-4C87-8BF4-9DD9CF14DB18}" dt="2023-11-14T16:00:17.460" v="103" actId="47"/>
        <pc:sldMkLst>
          <pc:docMk/>
          <pc:sldMk cId="1018468898" sldId="261"/>
        </pc:sldMkLst>
      </pc:sldChg>
      <pc:sldChg chg="addSp delSp modSp add mod modAnim">
        <pc:chgData name="Georges MATHIO" userId="1057b68d-d9cf-4cd5-bc4c-3fe68ec33e97" providerId="ADAL" clId="{36B0D515-5B0B-4C87-8BF4-9DD9CF14DB18}" dt="2023-11-14T16:21:53.866" v="672"/>
        <pc:sldMkLst>
          <pc:docMk/>
          <pc:sldMk cId="4038555223" sldId="261"/>
        </pc:sldMkLst>
        <pc:spChg chg="mod">
          <ac:chgData name="Georges MATHIO" userId="1057b68d-d9cf-4cd5-bc4c-3fe68ec33e97" providerId="ADAL" clId="{36B0D515-5B0B-4C87-8BF4-9DD9CF14DB18}" dt="2023-11-14T16:16:18.529" v="582" actId="20577"/>
          <ac:spMkLst>
            <pc:docMk/>
            <pc:sldMk cId="4038555223" sldId="261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16:21.709" v="583" actId="478"/>
          <ac:spMkLst>
            <pc:docMk/>
            <pc:sldMk cId="4038555223" sldId="261"/>
            <ac:spMk id="4" creationId="{5185E7B7-BF77-8FA5-F450-22EF6CADB3AF}"/>
          </ac:spMkLst>
        </pc:spChg>
        <pc:spChg chg="del">
          <ac:chgData name="Georges MATHIO" userId="1057b68d-d9cf-4cd5-bc4c-3fe68ec33e97" providerId="ADAL" clId="{36B0D515-5B0B-4C87-8BF4-9DD9CF14DB18}" dt="2023-11-14T16:16:22.671" v="584" actId="478"/>
          <ac:spMkLst>
            <pc:docMk/>
            <pc:sldMk cId="4038555223" sldId="261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16:25.154" v="585" actId="478"/>
          <ac:spMkLst>
            <pc:docMk/>
            <pc:sldMk cId="4038555223" sldId="261"/>
            <ac:spMk id="6" creationId="{35FC96DA-A44D-A097-BC28-168510AB2271}"/>
          </ac:spMkLst>
        </pc:spChg>
        <pc:spChg chg="del mod">
          <ac:chgData name="Georges MATHIO" userId="1057b68d-d9cf-4cd5-bc4c-3fe68ec33e97" providerId="ADAL" clId="{36B0D515-5B0B-4C87-8BF4-9DD9CF14DB18}" dt="2023-11-14T16:18:27.132" v="591" actId="478"/>
          <ac:spMkLst>
            <pc:docMk/>
            <pc:sldMk cId="4038555223" sldId="261"/>
            <ac:spMk id="8" creationId="{8C1BBF7E-EA70-9FE6-C90F-A1284432D1C6}"/>
          </ac:spMkLst>
        </pc:spChg>
        <pc:spChg chg="del">
          <ac:chgData name="Georges MATHIO" userId="1057b68d-d9cf-4cd5-bc4c-3fe68ec33e97" providerId="ADAL" clId="{36B0D515-5B0B-4C87-8BF4-9DD9CF14DB18}" dt="2023-11-14T16:16:25.154" v="585" actId="478"/>
          <ac:spMkLst>
            <pc:docMk/>
            <pc:sldMk cId="4038555223" sldId="261"/>
            <ac:spMk id="15" creationId="{1685C597-34CB-D272-A180-F815DAC2AE2C}"/>
          </ac:spMkLst>
        </pc:spChg>
        <pc:spChg chg="del">
          <ac:chgData name="Georges MATHIO" userId="1057b68d-d9cf-4cd5-bc4c-3fe68ec33e97" providerId="ADAL" clId="{36B0D515-5B0B-4C87-8BF4-9DD9CF14DB18}" dt="2023-11-14T16:16:26.978" v="586" actId="478"/>
          <ac:spMkLst>
            <pc:docMk/>
            <pc:sldMk cId="4038555223" sldId="261"/>
            <ac:spMk id="20" creationId="{39F9D3FD-D936-8011-4FE9-236D6D545DC8}"/>
          </ac:spMkLst>
        </pc:spChg>
        <pc:graphicFrameChg chg="add mod modGraphic">
          <ac:chgData name="Georges MATHIO" userId="1057b68d-d9cf-4cd5-bc4c-3fe68ec33e97" providerId="ADAL" clId="{36B0D515-5B0B-4C87-8BF4-9DD9CF14DB18}" dt="2023-11-14T16:20:19.525" v="666" actId="20577"/>
          <ac:graphicFrameMkLst>
            <pc:docMk/>
            <pc:sldMk cId="4038555223" sldId="261"/>
            <ac:graphicFrameMk id="7" creationId="{BD50F0EE-D241-3578-2B7F-4CBECC8E7E0A}"/>
          </ac:graphicFrameMkLst>
        </pc:graphicFrameChg>
        <pc:picChg chg="del">
          <ac:chgData name="Georges MATHIO" userId="1057b68d-d9cf-4cd5-bc4c-3fe68ec33e97" providerId="ADAL" clId="{36B0D515-5B0B-4C87-8BF4-9DD9CF14DB18}" dt="2023-11-14T16:16:25.154" v="585" actId="478"/>
          <ac:picMkLst>
            <pc:docMk/>
            <pc:sldMk cId="4038555223" sldId="261"/>
            <ac:picMk id="3" creationId="{9BBC1E4B-436E-9183-3958-E2B44924467D}"/>
          </ac:picMkLst>
        </pc:picChg>
        <pc:picChg chg="add mod">
          <ac:chgData name="Georges MATHIO" userId="1057b68d-d9cf-4cd5-bc4c-3fe68ec33e97" providerId="ADAL" clId="{36B0D515-5B0B-4C87-8BF4-9DD9CF14DB18}" dt="2023-11-14T16:21:47.873" v="671" actId="1076"/>
          <ac:picMkLst>
            <pc:docMk/>
            <pc:sldMk cId="4038555223" sldId="261"/>
            <ac:picMk id="9" creationId="{B28620E4-38C9-0D6F-8DB4-CFE025BBCD68}"/>
          </ac:picMkLst>
        </pc:picChg>
        <pc:picChg chg="del">
          <ac:chgData name="Georges MATHIO" userId="1057b68d-d9cf-4cd5-bc4c-3fe68ec33e97" providerId="ADAL" clId="{36B0D515-5B0B-4C87-8BF4-9DD9CF14DB18}" dt="2023-11-14T16:16:25.154" v="585" actId="478"/>
          <ac:picMkLst>
            <pc:docMk/>
            <pc:sldMk cId="4038555223" sldId="261"/>
            <ac:picMk id="19" creationId="{532C8E65-911C-75A2-6761-FDED691BB28F}"/>
          </ac:picMkLst>
        </pc:picChg>
      </pc:sldChg>
      <pc:sldChg chg="addSp delSp modSp add mod modAnim">
        <pc:chgData name="Georges MATHIO" userId="1057b68d-d9cf-4cd5-bc4c-3fe68ec33e97" providerId="ADAL" clId="{36B0D515-5B0B-4C87-8BF4-9DD9CF14DB18}" dt="2023-11-14T16:27:23.321" v="836"/>
        <pc:sldMkLst>
          <pc:docMk/>
          <pc:sldMk cId="234883948" sldId="262"/>
        </pc:sldMkLst>
        <pc:spChg chg="mod">
          <ac:chgData name="Georges MATHIO" userId="1057b68d-d9cf-4cd5-bc4c-3fe68ec33e97" providerId="ADAL" clId="{36B0D515-5B0B-4C87-8BF4-9DD9CF14DB18}" dt="2023-11-14T16:23:16.310" v="706" actId="20577"/>
          <ac:spMkLst>
            <pc:docMk/>
            <pc:sldMk cId="234883948" sldId="262"/>
            <ac:spMk id="2" creationId="{8AE1D70E-C040-1542-B36E-7DDF82084F61}"/>
          </ac:spMkLst>
        </pc:spChg>
        <pc:spChg chg="add mod">
          <ac:chgData name="Georges MATHIO" userId="1057b68d-d9cf-4cd5-bc4c-3fe68ec33e97" providerId="ADAL" clId="{36B0D515-5B0B-4C87-8BF4-9DD9CF14DB18}" dt="2023-11-14T16:24:57.800" v="748" actId="1076"/>
          <ac:spMkLst>
            <pc:docMk/>
            <pc:sldMk cId="234883948" sldId="262"/>
            <ac:spMk id="3" creationId="{6134DAB7-CB39-5E7A-7B3F-45D2EE98F8DB}"/>
          </ac:spMkLst>
        </pc:spChg>
        <pc:spChg chg="add mod">
          <ac:chgData name="Georges MATHIO" userId="1057b68d-d9cf-4cd5-bc4c-3fe68ec33e97" providerId="ADAL" clId="{36B0D515-5B0B-4C87-8BF4-9DD9CF14DB18}" dt="2023-11-14T16:25:29.020" v="788" actId="20577"/>
          <ac:spMkLst>
            <pc:docMk/>
            <pc:sldMk cId="234883948" sldId="262"/>
            <ac:spMk id="4" creationId="{FEDB4F87-C0EB-3E65-0D79-FF425C03EA2C}"/>
          </ac:spMkLst>
        </pc:spChg>
        <pc:spChg chg="add mod">
          <ac:chgData name="Georges MATHIO" userId="1057b68d-d9cf-4cd5-bc4c-3fe68ec33e97" providerId="ADAL" clId="{36B0D515-5B0B-4C87-8BF4-9DD9CF14DB18}" dt="2023-11-14T16:25:21.878" v="771" actId="1076"/>
          <ac:spMkLst>
            <pc:docMk/>
            <pc:sldMk cId="234883948" sldId="262"/>
            <ac:spMk id="5" creationId="{786A9D74-E069-46A2-537D-8B67232BEF2F}"/>
          </ac:spMkLst>
        </pc:spChg>
        <pc:spChg chg="add mod">
          <ac:chgData name="Georges MATHIO" userId="1057b68d-d9cf-4cd5-bc4c-3fe68ec33e97" providerId="ADAL" clId="{36B0D515-5B0B-4C87-8BF4-9DD9CF14DB18}" dt="2023-11-14T16:25:53.419" v="812" actId="20577"/>
          <ac:spMkLst>
            <pc:docMk/>
            <pc:sldMk cId="234883948" sldId="262"/>
            <ac:spMk id="6" creationId="{82E2F843-8867-566F-BE90-2FA10092F605}"/>
          </ac:spMkLst>
        </pc:spChg>
        <pc:spChg chg="add mod">
          <ac:chgData name="Georges MATHIO" userId="1057b68d-d9cf-4cd5-bc4c-3fe68ec33e97" providerId="ADAL" clId="{36B0D515-5B0B-4C87-8BF4-9DD9CF14DB18}" dt="2023-11-14T16:26:08.585" v="826" actId="20577"/>
          <ac:spMkLst>
            <pc:docMk/>
            <pc:sldMk cId="234883948" sldId="262"/>
            <ac:spMk id="8" creationId="{7070D807-7EDB-693D-270E-33A74C2F9B70}"/>
          </ac:spMkLst>
        </pc:spChg>
        <pc:graphicFrameChg chg="mod">
          <ac:chgData name="Georges MATHIO" userId="1057b68d-d9cf-4cd5-bc4c-3fe68ec33e97" providerId="ADAL" clId="{36B0D515-5B0B-4C87-8BF4-9DD9CF14DB18}" dt="2023-11-14T16:23:42.245" v="710"/>
          <ac:graphicFrameMkLst>
            <pc:docMk/>
            <pc:sldMk cId="234883948" sldId="262"/>
            <ac:graphicFrameMk id="7" creationId="{BD50F0EE-D241-3578-2B7F-4CBECC8E7E0A}"/>
          </ac:graphicFrameMkLst>
        </pc:graphicFrameChg>
        <pc:picChg chg="del">
          <ac:chgData name="Georges MATHIO" userId="1057b68d-d9cf-4cd5-bc4c-3fe68ec33e97" providerId="ADAL" clId="{36B0D515-5B0B-4C87-8BF4-9DD9CF14DB18}" dt="2023-11-14T16:23:18.803" v="707" actId="478"/>
          <ac:picMkLst>
            <pc:docMk/>
            <pc:sldMk cId="234883948" sldId="262"/>
            <ac:picMk id="9" creationId="{B28620E4-38C9-0D6F-8DB4-CFE025BBCD68}"/>
          </ac:picMkLst>
        </pc:picChg>
      </pc:sldChg>
      <pc:sldChg chg="del">
        <pc:chgData name="Georges MATHIO" userId="1057b68d-d9cf-4cd5-bc4c-3fe68ec33e97" providerId="ADAL" clId="{36B0D515-5B0B-4C87-8BF4-9DD9CF14DB18}" dt="2023-11-14T16:00:15.970" v="102" actId="47"/>
        <pc:sldMkLst>
          <pc:docMk/>
          <pc:sldMk cId="340622423" sldId="262"/>
        </pc:sldMkLst>
      </pc:sldChg>
      <pc:sldChg chg="del">
        <pc:chgData name="Georges MATHIO" userId="1057b68d-d9cf-4cd5-bc4c-3fe68ec33e97" providerId="ADAL" clId="{36B0D515-5B0B-4C87-8BF4-9DD9CF14DB18}" dt="2023-11-14T16:00:15.261" v="101" actId="47"/>
        <pc:sldMkLst>
          <pc:docMk/>
          <pc:sldMk cId="1455700223" sldId="263"/>
        </pc:sldMkLst>
      </pc:sldChg>
      <pc:sldChg chg="addSp delSp modSp add mod ord modAnim">
        <pc:chgData name="Georges MATHIO" userId="1057b68d-d9cf-4cd5-bc4c-3fe68ec33e97" providerId="ADAL" clId="{36B0D515-5B0B-4C87-8BF4-9DD9CF14DB18}" dt="2023-11-14T16:41:45.687" v="1391" actId="20577"/>
        <pc:sldMkLst>
          <pc:docMk/>
          <pc:sldMk cId="3325561610" sldId="263"/>
        </pc:sldMkLst>
        <pc:spChg chg="mod">
          <ac:chgData name="Georges MATHIO" userId="1057b68d-d9cf-4cd5-bc4c-3fe68ec33e97" providerId="ADAL" clId="{36B0D515-5B0B-4C87-8BF4-9DD9CF14DB18}" dt="2023-11-14T16:36:30.276" v="1070" actId="1076"/>
          <ac:spMkLst>
            <pc:docMk/>
            <pc:sldMk cId="3325561610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28:27.712" v="884" actId="478"/>
          <ac:spMkLst>
            <pc:docMk/>
            <pc:sldMk cId="3325561610" sldId="263"/>
            <ac:spMk id="4" creationId="{5185E7B7-BF77-8FA5-F450-22EF6CADB3AF}"/>
          </ac:spMkLst>
        </pc:spChg>
        <pc:spChg chg="del mod">
          <ac:chgData name="Georges MATHIO" userId="1057b68d-d9cf-4cd5-bc4c-3fe68ec33e97" providerId="ADAL" clId="{36B0D515-5B0B-4C87-8BF4-9DD9CF14DB18}" dt="2023-11-14T16:28:58.794" v="891" actId="478"/>
          <ac:spMkLst>
            <pc:docMk/>
            <pc:sldMk cId="3325561610" sldId="263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28:29.521" v="885" actId="478"/>
          <ac:spMkLst>
            <pc:docMk/>
            <pc:sldMk cId="3325561610" sldId="263"/>
            <ac:spMk id="6" creationId="{35FC96DA-A44D-A097-BC28-168510AB2271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7" creationId="{D8A28F46-4AD0-57B9-314A-F77D7A027CC0}"/>
          </ac:spMkLst>
        </pc:spChg>
        <pc:spChg chg="mod">
          <ac:chgData name="Georges MATHIO" userId="1057b68d-d9cf-4cd5-bc4c-3fe68ec33e97" providerId="ADAL" clId="{36B0D515-5B0B-4C87-8BF4-9DD9CF14DB18}" dt="2023-11-14T16:39:54.921" v="1309" actId="1076"/>
          <ac:spMkLst>
            <pc:docMk/>
            <pc:sldMk cId="3325561610" sldId="263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9" creationId="{C66BA999-B22A-F0C4-F26C-FA8B1E8961A3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10" creationId="{674AE2C2-AA1D-2AF3-7B26-CA692B6256B5}"/>
          </ac:spMkLst>
        </pc:spChg>
        <pc:spChg chg="add del mod">
          <ac:chgData name="Georges MATHIO" userId="1057b68d-d9cf-4cd5-bc4c-3fe68ec33e97" providerId="ADAL" clId="{36B0D515-5B0B-4C87-8BF4-9DD9CF14DB18}" dt="2023-11-14T16:29:00.567" v="893"/>
          <ac:spMkLst>
            <pc:docMk/>
            <pc:sldMk cId="3325561610" sldId="263"/>
            <ac:spMk id="11" creationId="{974D8851-FC95-4788-E513-D079248257AC}"/>
          </ac:spMkLst>
        </pc:spChg>
        <pc:spChg chg="add mod">
          <ac:chgData name="Georges MATHIO" userId="1057b68d-d9cf-4cd5-bc4c-3fe68ec33e97" providerId="ADAL" clId="{36B0D515-5B0B-4C87-8BF4-9DD9CF14DB18}" dt="2023-11-14T16:29:23.539" v="901" actId="1076"/>
          <ac:spMkLst>
            <pc:docMk/>
            <pc:sldMk cId="3325561610" sldId="263"/>
            <ac:spMk id="14" creationId="{1BC36406-F20D-655C-3ABF-4FE17415DAD3}"/>
          </ac:spMkLst>
        </pc:spChg>
        <pc:spChg chg="del">
          <ac:chgData name="Georges MATHIO" userId="1057b68d-d9cf-4cd5-bc4c-3fe68ec33e97" providerId="ADAL" clId="{36B0D515-5B0B-4C87-8BF4-9DD9CF14DB18}" dt="2023-11-14T16:28:30.385" v="886" actId="478"/>
          <ac:spMkLst>
            <pc:docMk/>
            <pc:sldMk cId="3325561610" sldId="263"/>
            <ac:spMk id="15" creationId="{1685C597-34CB-D272-A180-F815DAC2AE2C}"/>
          </ac:spMkLst>
        </pc:spChg>
        <pc:spChg chg="add mod">
          <ac:chgData name="Georges MATHIO" userId="1057b68d-d9cf-4cd5-bc4c-3fe68ec33e97" providerId="ADAL" clId="{36B0D515-5B0B-4C87-8BF4-9DD9CF14DB18}" dt="2023-11-14T16:31:14.468" v="955" actId="14100"/>
          <ac:spMkLst>
            <pc:docMk/>
            <pc:sldMk cId="3325561610" sldId="263"/>
            <ac:spMk id="16" creationId="{7FDF5CBA-C0FC-AB25-9B85-C60D8C739169}"/>
          </ac:spMkLst>
        </pc:spChg>
        <pc:spChg chg="add mod">
          <ac:chgData name="Georges MATHIO" userId="1057b68d-d9cf-4cd5-bc4c-3fe68ec33e97" providerId="ADAL" clId="{36B0D515-5B0B-4C87-8BF4-9DD9CF14DB18}" dt="2023-11-14T16:41:35.878" v="1373" actId="20577"/>
          <ac:spMkLst>
            <pc:docMk/>
            <pc:sldMk cId="3325561610" sldId="263"/>
            <ac:spMk id="17" creationId="{E48B3046-FECA-2023-98AD-A182722A3D5E}"/>
          </ac:spMkLst>
        </pc:spChg>
        <pc:spChg chg="add mod">
          <ac:chgData name="Georges MATHIO" userId="1057b68d-d9cf-4cd5-bc4c-3fe68ec33e97" providerId="ADAL" clId="{36B0D515-5B0B-4C87-8BF4-9DD9CF14DB18}" dt="2023-11-14T16:30:38.962" v="939" actId="1037"/>
          <ac:spMkLst>
            <pc:docMk/>
            <pc:sldMk cId="3325561610" sldId="263"/>
            <ac:spMk id="18" creationId="{9AB9687A-3127-5D3D-EE8E-A3096927D230}"/>
          </ac:spMkLst>
        </pc:spChg>
        <pc:spChg chg="del mod">
          <ac:chgData name="Georges MATHIO" userId="1057b68d-d9cf-4cd5-bc4c-3fe68ec33e97" providerId="ADAL" clId="{36B0D515-5B0B-4C87-8BF4-9DD9CF14DB18}" dt="2023-11-14T16:29:05.364" v="895" actId="478"/>
          <ac:spMkLst>
            <pc:docMk/>
            <pc:sldMk cId="3325561610" sldId="263"/>
            <ac:spMk id="20" creationId="{39F9D3FD-D936-8011-4FE9-236D6D545DC8}"/>
          </ac:spMkLst>
        </pc:spChg>
        <pc:spChg chg="add mod">
          <ac:chgData name="Georges MATHIO" userId="1057b68d-d9cf-4cd5-bc4c-3fe68ec33e97" providerId="ADAL" clId="{36B0D515-5B0B-4C87-8BF4-9DD9CF14DB18}" dt="2023-11-14T16:31:28.465" v="975" actId="1076"/>
          <ac:spMkLst>
            <pc:docMk/>
            <pc:sldMk cId="3325561610" sldId="263"/>
            <ac:spMk id="23" creationId="{D11F1F24-8DE5-D017-532B-F727E4D67A35}"/>
          </ac:spMkLst>
        </pc:spChg>
        <pc:spChg chg="mod">
          <ac:chgData name="Georges MATHIO" userId="1057b68d-d9cf-4cd5-bc4c-3fe68ec33e97" providerId="ADAL" clId="{36B0D515-5B0B-4C87-8BF4-9DD9CF14DB18}" dt="2023-11-14T16:31:31.408" v="976"/>
          <ac:spMkLst>
            <pc:docMk/>
            <pc:sldMk cId="3325561610" sldId="263"/>
            <ac:spMk id="26" creationId="{5E1790B6-90E3-A1A5-DA74-A503157A487F}"/>
          </ac:spMkLst>
        </pc:spChg>
        <pc:spChg chg="mod">
          <ac:chgData name="Georges MATHIO" userId="1057b68d-d9cf-4cd5-bc4c-3fe68ec33e97" providerId="ADAL" clId="{36B0D515-5B0B-4C87-8BF4-9DD9CF14DB18}" dt="2023-11-14T16:31:51.711" v="984" actId="20577"/>
          <ac:spMkLst>
            <pc:docMk/>
            <pc:sldMk cId="3325561610" sldId="263"/>
            <ac:spMk id="28" creationId="{6BD0E3FE-AF93-D671-74B9-AFA3EF8CE41E}"/>
          </ac:spMkLst>
        </pc:spChg>
        <pc:spChg chg="add mod">
          <ac:chgData name="Georges MATHIO" userId="1057b68d-d9cf-4cd5-bc4c-3fe68ec33e97" providerId="ADAL" clId="{36B0D515-5B0B-4C87-8BF4-9DD9CF14DB18}" dt="2023-11-14T16:41:38.624" v="1379" actId="20577"/>
          <ac:spMkLst>
            <pc:docMk/>
            <pc:sldMk cId="3325561610" sldId="263"/>
            <ac:spMk id="29" creationId="{FF81BE5A-AD49-0A8C-DDCC-1E0C0382DBEA}"/>
          </ac:spMkLst>
        </pc:spChg>
        <pc:spChg chg="mod">
          <ac:chgData name="Georges MATHIO" userId="1057b68d-d9cf-4cd5-bc4c-3fe68ec33e97" providerId="ADAL" clId="{36B0D515-5B0B-4C87-8BF4-9DD9CF14DB18}" dt="2023-11-14T16:31:54.816" v="985"/>
          <ac:spMkLst>
            <pc:docMk/>
            <pc:sldMk cId="3325561610" sldId="263"/>
            <ac:spMk id="31" creationId="{887B7D29-E116-D169-B093-70ABAFB6D5B8}"/>
          </ac:spMkLst>
        </pc:spChg>
        <pc:spChg chg="mod">
          <ac:chgData name="Georges MATHIO" userId="1057b68d-d9cf-4cd5-bc4c-3fe68ec33e97" providerId="ADAL" clId="{36B0D515-5B0B-4C87-8BF4-9DD9CF14DB18}" dt="2023-11-14T16:32:09.513" v="995" actId="14100"/>
          <ac:spMkLst>
            <pc:docMk/>
            <pc:sldMk cId="3325561610" sldId="263"/>
            <ac:spMk id="33" creationId="{EDA63B79-B09D-5E95-8B22-CAF98C943644}"/>
          </ac:spMkLst>
        </pc:spChg>
        <pc:spChg chg="add mod">
          <ac:chgData name="Georges MATHIO" userId="1057b68d-d9cf-4cd5-bc4c-3fe68ec33e97" providerId="ADAL" clId="{36B0D515-5B0B-4C87-8BF4-9DD9CF14DB18}" dt="2023-11-14T16:41:41.493" v="1385" actId="20577"/>
          <ac:spMkLst>
            <pc:docMk/>
            <pc:sldMk cId="3325561610" sldId="263"/>
            <ac:spMk id="34" creationId="{106AFC5B-F384-A61E-57D0-B78DBDEC30B5}"/>
          </ac:spMkLst>
        </pc:spChg>
        <pc:spChg chg="mod">
          <ac:chgData name="Georges MATHIO" userId="1057b68d-d9cf-4cd5-bc4c-3fe68ec33e97" providerId="ADAL" clId="{36B0D515-5B0B-4C87-8BF4-9DD9CF14DB18}" dt="2023-11-14T16:32:31.116" v="1001"/>
          <ac:spMkLst>
            <pc:docMk/>
            <pc:sldMk cId="3325561610" sldId="263"/>
            <ac:spMk id="36" creationId="{4FD04D42-9CEA-959D-CE61-D3A7A3C43AF2}"/>
          </ac:spMkLst>
        </pc:spChg>
        <pc:spChg chg="mod">
          <ac:chgData name="Georges MATHIO" userId="1057b68d-d9cf-4cd5-bc4c-3fe68ec33e97" providerId="ADAL" clId="{36B0D515-5B0B-4C87-8BF4-9DD9CF14DB18}" dt="2023-11-14T16:32:39.005" v="1006" actId="20577"/>
          <ac:spMkLst>
            <pc:docMk/>
            <pc:sldMk cId="3325561610" sldId="263"/>
            <ac:spMk id="38" creationId="{DAF62D4E-E305-78E0-9913-0BC37D75C4EF}"/>
          </ac:spMkLst>
        </pc:spChg>
        <pc:spChg chg="add mod">
          <ac:chgData name="Georges MATHIO" userId="1057b68d-d9cf-4cd5-bc4c-3fe68ec33e97" providerId="ADAL" clId="{36B0D515-5B0B-4C87-8BF4-9DD9CF14DB18}" dt="2023-11-14T16:41:45.687" v="1391" actId="20577"/>
          <ac:spMkLst>
            <pc:docMk/>
            <pc:sldMk cId="3325561610" sldId="263"/>
            <ac:spMk id="39" creationId="{F3AB2B3B-DD0D-FBA8-EF11-0380F5B0688D}"/>
          </ac:spMkLst>
        </pc:spChg>
        <pc:spChg chg="add mod">
          <ac:chgData name="Georges MATHIO" userId="1057b68d-d9cf-4cd5-bc4c-3fe68ec33e97" providerId="ADAL" clId="{36B0D515-5B0B-4C87-8BF4-9DD9CF14DB18}" dt="2023-11-14T16:39:10.395" v="1264" actId="1076"/>
          <ac:spMkLst>
            <pc:docMk/>
            <pc:sldMk cId="3325561610" sldId="263"/>
            <ac:spMk id="40" creationId="{32C87E68-FADD-4710-BF3C-7AB1245291A1}"/>
          </ac:spMkLst>
        </pc:spChg>
        <pc:spChg chg="add mod">
          <ac:chgData name="Georges MATHIO" userId="1057b68d-d9cf-4cd5-bc4c-3fe68ec33e97" providerId="ADAL" clId="{36B0D515-5B0B-4C87-8BF4-9DD9CF14DB18}" dt="2023-11-14T16:38:40.876" v="1245" actId="1076"/>
          <ac:spMkLst>
            <pc:docMk/>
            <pc:sldMk cId="3325561610" sldId="263"/>
            <ac:spMk id="41" creationId="{07F526FB-A3D6-3412-BAED-8856C619F8D2}"/>
          </ac:spMkLst>
        </pc:spChg>
        <pc:spChg chg="add mod">
          <ac:chgData name="Georges MATHIO" userId="1057b68d-d9cf-4cd5-bc4c-3fe68ec33e97" providerId="ADAL" clId="{36B0D515-5B0B-4C87-8BF4-9DD9CF14DB18}" dt="2023-11-14T16:38:54.016" v="1253" actId="20577"/>
          <ac:spMkLst>
            <pc:docMk/>
            <pc:sldMk cId="3325561610" sldId="263"/>
            <ac:spMk id="42" creationId="{E3F274B1-370F-87B2-2BF2-70C4317E3E27}"/>
          </ac:spMkLst>
        </pc:spChg>
        <pc:spChg chg="mod">
          <ac:chgData name="Georges MATHIO" userId="1057b68d-d9cf-4cd5-bc4c-3fe68ec33e97" providerId="ADAL" clId="{36B0D515-5B0B-4C87-8BF4-9DD9CF14DB18}" dt="2023-11-14T16:38:00.574" v="1224"/>
          <ac:spMkLst>
            <pc:docMk/>
            <pc:sldMk cId="3325561610" sldId="263"/>
            <ac:spMk id="44" creationId="{90F6F5DC-F842-E107-DE5E-26D41F7F00C3}"/>
          </ac:spMkLst>
        </pc:spChg>
        <pc:spChg chg="mod">
          <ac:chgData name="Georges MATHIO" userId="1057b68d-d9cf-4cd5-bc4c-3fe68ec33e97" providerId="ADAL" clId="{36B0D515-5B0B-4C87-8BF4-9DD9CF14DB18}" dt="2023-11-14T16:38:33.445" v="1244" actId="20577"/>
          <ac:spMkLst>
            <pc:docMk/>
            <pc:sldMk cId="3325561610" sldId="263"/>
            <ac:spMk id="46" creationId="{2A509B4A-ABA8-677A-E9EE-C9536F459D58}"/>
          </ac:spMkLst>
        </pc:spChg>
        <pc:spChg chg="add mod">
          <ac:chgData name="Georges MATHIO" userId="1057b68d-d9cf-4cd5-bc4c-3fe68ec33e97" providerId="ADAL" clId="{36B0D515-5B0B-4C87-8BF4-9DD9CF14DB18}" dt="2023-11-14T16:39:15.490" v="1270" actId="1038"/>
          <ac:spMkLst>
            <pc:docMk/>
            <pc:sldMk cId="3325561610" sldId="263"/>
            <ac:spMk id="47" creationId="{3CB7D693-E472-4CF4-E6EE-3F85690C8777}"/>
          </ac:spMkLst>
        </pc:spChg>
        <pc:spChg chg="add mod">
          <ac:chgData name="Georges MATHIO" userId="1057b68d-d9cf-4cd5-bc4c-3fe68ec33e97" providerId="ADAL" clId="{36B0D515-5B0B-4C87-8BF4-9DD9CF14DB18}" dt="2023-11-14T16:39:25.438" v="1275" actId="20577"/>
          <ac:spMkLst>
            <pc:docMk/>
            <pc:sldMk cId="3325561610" sldId="263"/>
            <ac:spMk id="48" creationId="{2FA86C7C-CF2F-52A8-10F5-AD210DC3C70C}"/>
          </ac:spMkLst>
        </pc:spChg>
        <pc:spChg chg="add mod">
          <ac:chgData name="Georges MATHIO" userId="1057b68d-d9cf-4cd5-bc4c-3fe68ec33e97" providerId="ADAL" clId="{36B0D515-5B0B-4C87-8BF4-9DD9CF14DB18}" dt="2023-11-14T16:41:32.481" v="1367" actId="20577"/>
          <ac:spMkLst>
            <pc:docMk/>
            <pc:sldMk cId="3325561610" sldId="263"/>
            <ac:spMk id="49" creationId="{713BB2BD-938E-EEA5-D5BB-E39AB09879D8}"/>
          </ac:spMkLst>
        </pc:spChg>
        <pc:grpChg chg="add mod">
          <ac:chgData name="Georges MATHIO" userId="1057b68d-d9cf-4cd5-bc4c-3fe68ec33e97" providerId="ADAL" clId="{36B0D515-5B0B-4C87-8BF4-9DD9CF14DB18}" dt="2023-11-14T16:37:58.804" v="1223" actId="1035"/>
          <ac:grpSpMkLst>
            <pc:docMk/>
            <pc:sldMk cId="3325561610" sldId="263"/>
            <ac:grpSpMk id="24" creationId="{0479B4B8-9537-CC87-56CB-32F24F2CBA21}"/>
          </ac:grpSpMkLst>
        </pc:grpChg>
        <pc:grpChg chg="add mod">
          <ac:chgData name="Georges MATHIO" userId="1057b68d-d9cf-4cd5-bc4c-3fe68ec33e97" providerId="ADAL" clId="{36B0D515-5B0B-4C87-8BF4-9DD9CF14DB18}" dt="2023-11-14T16:37:43.232" v="1174" actId="1036"/>
          <ac:grpSpMkLst>
            <pc:docMk/>
            <pc:sldMk cId="3325561610" sldId="263"/>
            <ac:grpSpMk id="25" creationId="{B293E5BD-E6FF-5264-2134-15B2858F94CF}"/>
          </ac:grpSpMkLst>
        </pc:grpChg>
        <pc:grpChg chg="add mod">
          <ac:chgData name="Georges MATHIO" userId="1057b68d-d9cf-4cd5-bc4c-3fe68ec33e97" providerId="ADAL" clId="{36B0D515-5B0B-4C87-8BF4-9DD9CF14DB18}" dt="2023-11-14T16:37:37.336" v="1142" actId="1036"/>
          <ac:grpSpMkLst>
            <pc:docMk/>
            <pc:sldMk cId="3325561610" sldId="263"/>
            <ac:grpSpMk id="30" creationId="{7FD97DA1-3C89-F116-705A-A8C64073FAA8}"/>
          </ac:grpSpMkLst>
        </pc:grpChg>
        <pc:grpChg chg="add mod">
          <ac:chgData name="Georges MATHIO" userId="1057b68d-d9cf-4cd5-bc4c-3fe68ec33e97" providerId="ADAL" clId="{36B0D515-5B0B-4C87-8BF4-9DD9CF14DB18}" dt="2023-11-14T16:36:36.986" v="1103" actId="1037"/>
          <ac:grpSpMkLst>
            <pc:docMk/>
            <pc:sldMk cId="3325561610" sldId="263"/>
            <ac:grpSpMk id="35" creationId="{1C0ECA21-A452-229D-9B08-032B09E98B30}"/>
          </ac:grpSpMkLst>
        </pc:grpChg>
        <pc:grpChg chg="add mod">
          <ac:chgData name="Georges MATHIO" userId="1057b68d-d9cf-4cd5-bc4c-3fe68ec33e97" providerId="ADAL" clId="{36B0D515-5B0B-4C87-8BF4-9DD9CF14DB18}" dt="2023-11-14T16:38:14.734" v="1227" actId="1037"/>
          <ac:grpSpMkLst>
            <pc:docMk/>
            <pc:sldMk cId="3325561610" sldId="263"/>
            <ac:grpSpMk id="43" creationId="{E3331002-F0BC-C008-C882-71A3338D2A33}"/>
          </ac:grpSpMkLst>
        </pc:grpChg>
        <pc:picChg chg="del">
          <ac:chgData name="Georges MATHIO" userId="1057b68d-d9cf-4cd5-bc4c-3fe68ec33e97" providerId="ADAL" clId="{36B0D515-5B0B-4C87-8BF4-9DD9CF14DB18}" dt="2023-11-14T16:28:31.089" v="887" actId="478"/>
          <ac:picMkLst>
            <pc:docMk/>
            <pc:sldMk cId="3325561610" sldId="263"/>
            <ac:picMk id="3" creationId="{9BBC1E4B-436E-9183-3958-E2B44924467D}"/>
          </ac:picMkLst>
        </pc:picChg>
        <pc:picChg chg="add del mod">
          <ac:chgData name="Georges MATHIO" userId="1057b68d-d9cf-4cd5-bc4c-3fe68ec33e97" providerId="ADAL" clId="{36B0D515-5B0B-4C87-8BF4-9DD9CF14DB18}" dt="2023-11-14T16:29:00.567" v="893"/>
          <ac:picMkLst>
            <pc:docMk/>
            <pc:sldMk cId="3325561610" sldId="263"/>
            <ac:picMk id="12" creationId="{1D21078C-CF7B-508A-1BDE-DDA247F40F90}"/>
          </ac:picMkLst>
        </pc:picChg>
        <pc:picChg chg="add del mod">
          <ac:chgData name="Georges MATHIO" userId="1057b68d-d9cf-4cd5-bc4c-3fe68ec33e97" providerId="ADAL" clId="{36B0D515-5B0B-4C87-8BF4-9DD9CF14DB18}" dt="2023-11-14T16:29:00.567" v="893"/>
          <ac:picMkLst>
            <pc:docMk/>
            <pc:sldMk cId="3325561610" sldId="263"/>
            <ac:picMk id="13" creationId="{2B5A427E-3E77-29EB-E076-25DF5131FDA0}"/>
          </ac:picMkLst>
        </pc:picChg>
        <pc:picChg chg="del mod">
          <ac:chgData name="Georges MATHIO" userId="1057b68d-d9cf-4cd5-bc4c-3fe68ec33e97" providerId="ADAL" clId="{36B0D515-5B0B-4C87-8BF4-9DD9CF14DB18}" dt="2023-11-14T16:28:58.794" v="891" actId="478"/>
          <ac:picMkLst>
            <pc:docMk/>
            <pc:sldMk cId="3325561610" sldId="263"/>
            <ac:picMk id="19" creationId="{532C8E65-911C-75A2-6761-FDED691BB28F}"/>
          </ac:picMkLst>
        </pc:picChg>
        <pc:picChg chg="add mod">
          <ac:chgData name="Georges MATHIO" userId="1057b68d-d9cf-4cd5-bc4c-3fe68ec33e97" providerId="ADAL" clId="{36B0D515-5B0B-4C87-8BF4-9DD9CF14DB18}" dt="2023-11-14T16:31:22.172" v="974" actId="1038"/>
          <ac:picMkLst>
            <pc:docMk/>
            <pc:sldMk cId="3325561610" sldId="263"/>
            <ac:picMk id="21" creationId="{8AC386D1-633F-5E2D-52E4-2DDD606BB137}"/>
          </ac:picMkLst>
        </pc:picChg>
        <pc:picChg chg="add mod">
          <ac:chgData name="Georges MATHIO" userId="1057b68d-d9cf-4cd5-bc4c-3fe68ec33e97" providerId="ADAL" clId="{36B0D515-5B0B-4C87-8BF4-9DD9CF14DB18}" dt="2023-11-14T16:30:34.728" v="930" actId="1037"/>
          <ac:picMkLst>
            <pc:docMk/>
            <pc:sldMk cId="3325561610" sldId="263"/>
            <ac:picMk id="22" creationId="{7B580882-1E27-3AD8-3945-3EAB195AE87C}"/>
          </ac:picMkLst>
        </pc:picChg>
        <pc:picChg chg="mod">
          <ac:chgData name="Georges MATHIO" userId="1057b68d-d9cf-4cd5-bc4c-3fe68ec33e97" providerId="ADAL" clId="{36B0D515-5B0B-4C87-8BF4-9DD9CF14DB18}" dt="2023-11-14T16:31:31.408" v="976"/>
          <ac:picMkLst>
            <pc:docMk/>
            <pc:sldMk cId="3325561610" sldId="263"/>
            <ac:picMk id="27" creationId="{85F6D7FF-CB0B-DBEB-C3B6-1D47023569B8}"/>
          </ac:picMkLst>
        </pc:picChg>
        <pc:picChg chg="mod">
          <ac:chgData name="Georges MATHIO" userId="1057b68d-d9cf-4cd5-bc4c-3fe68ec33e97" providerId="ADAL" clId="{36B0D515-5B0B-4C87-8BF4-9DD9CF14DB18}" dt="2023-11-14T16:31:54.816" v="985"/>
          <ac:picMkLst>
            <pc:docMk/>
            <pc:sldMk cId="3325561610" sldId="263"/>
            <ac:picMk id="32" creationId="{F7D8C8D9-0504-1D23-3A84-BA646A8A5126}"/>
          </ac:picMkLst>
        </pc:picChg>
        <pc:picChg chg="mod">
          <ac:chgData name="Georges MATHIO" userId="1057b68d-d9cf-4cd5-bc4c-3fe68ec33e97" providerId="ADAL" clId="{36B0D515-5B0B-4C87-8BF4-9DD9CF14DB18}" dt="2023-11-14T16:32:31.116" v="1001"/>
          <ac:picMkLst>
            <pc:docMk/>
            <pc:sldMk cId="3325561610" sldId="263"/>
            <ac:picMk id="37" creationId="{CE640C4C-A49B-5BCA-7485-6AEA135A1B05}"/>
          </ac:picMkLst>
        </pc:picChg>
        <pc:picChg chg="mod">
          <ac:chgData name="Georges MATHIO" userId="1057b68d-d9cf-4cd5-bc4c-3fe68ec33e97" providerId="ADAL" clId="{36B0D515-5B0B-4C87-8BF4-9DD9CF14DB18}" dt="2023-11-14T16:38:00.574" v="1224"/>
          <ac:picMkLst>
            <pc:docMk/>
            <pc:sldMk cId="3325561610" sldId="263"/>
            <ac:picMk id="45" creationId="{57174A9A-2109-6D4E-8357-A33C9DF6D0F6}"/>
          </ac:picMkLst>
        </pc:picChg>
      </pc:sldChg>
      <pc:sldChg chg="addSp delSp modSp add mod">
        <pc:chgData name="Georges MATHIO" userId="1057b68d-d9cf-4cd5-bc4c-3fe68ec33e97" providerId="ADAL" clId="{36B0D515-5B0B-4C87-8BF4-9DD9CF14DB18}" dt="2023-11-14T16:53:53.391" v="1696"/>
        <pc:sldMkLst>
          <pc:docMk/>
          <pc:sldMk cId="3126206116" sldId="264"/>
        </pc:sldMkLst>
        <pc:spChg chg="mod">
          <ac:chgData name="Georges MATHIO" userId="1057b68d-d9cf-4cd5-bc4c-3fe68ec33e97" providerId="ADAL" clId="{36B0D515-5B0B-4C87-8BF4-9DD9CF14DB18}" dt="2023-11-14T16:44:33.775" v="1455" actId="1076"/>
          <ac:spMkLst>
            <pc:docMk/>
            <pc:sldMk cId="3126206116" sldId="264"/>
            <ac:spMk id="2" creationId="{8AE1D70E-C040-1542-B36E-7DDF82084F61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4" creationId="{5185E7B7-BF77-8FA5-F450-22EF6CADB3AF}"/>
          </ac:spMkLst>
        </pc:spChg>
        <pc:spChg chg="del">
          <ac:chgData name="Georges MATHIO" userId="1057b68d-d9cf-4cd5-bc4c-3fe68ec33e97" providerId="ADAL" clId="{36B0D515-5B0B-4C87-8BF4-9DD9CF14DB18}" dt="2023-11-14T16:44:26.493" v="1451" actId="478"/>
          <ac:spMkLst>
            <pc:docMk/>
            <pc:sldMk cId="3126206116" sldId="264"/>
            <ac:spMk id="5" creationId="{EBC66D41-2824-5251-9360-B8C227F88DA6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6" creationId="{35FC96DA-A44D-A097-BC28-168510AB2271}"/>
          </ac:spMkLst>
        </pc:spChg>
        <pc:spChg chg="add mod">
          <ac:chgData name="Georges MATHIO" userId="1057b68d-d9cf-4cd5-bc4c-3fe68ec33e97" providerId="ADAL" clId="{36B0D515-5B0B-4C87-8BF4-9DD9CF14DB18}" dt="2023-11-14T16:53:53.391" v="1696"/>
          <ac:spMkLst>
            <pc:docMk/>
            <pc:sldMk cId="3126206116" sldId="264"/>
            <ac:spMk id="7" creationId="{76099145-672A-AD87-68F6-32F4233506B6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8" creationId="{8C1BBF7E-EA70-9FE6-C90F-A1284432D1C6}"/>
          </ac:spMkLst>
        </pc:spChg>
        <pc:spChg chg="add del">
          <ac:chgData name="Georges MATHIO" userId="1057b68d-d9cf-4cd5-bc4c-3fe68ec33e97" providerId="ADAL" clId="{36B0D515-5B0B-4C87-8BF4-9DD9CF14DB18}" dt="2023-11-14T16:47:52.861" v="1561"/>
          <ac:spMkLst>
            <pc:docMk/>
            <pc:sldMk cId="3126206116" sldId="264"/>
            <ac:spMk id="9" creationId="{D8FB9541-30B7-B64D-0B8D-8A4B370C0007}"/>
          </ac:spMkLst>
        </pc:spChg>
        <pc:spChg chg="add del mod">
          <ac:chgData name="Georges MATHIO" userId="1057b68d-d9cf-4cd5-bc4c-3fe68ec33e97" providerId="ADAL" clId="{36B0D515-5B0B-4C87-8BF4-9DD9CF14DB18}" dt="2023-11-14T16:48:11.717" v="1565"/>
          <ac:spMkLst>
            <pc:docMk/>
            <pc:sldMk cId="3126206116" sldId="264"/>
            <ac:spMk id="10" creationId="{F42F5011-453A-5263-FD2A-F96CBC320276}"/>
          </ac:spMkLst>
        </pc:spChg>
        <pc:spChg chg="add mod">
          <ac:chgData name="Georges MATHIO" userId="1057b68d-d9cf-4cd5-bc4c-3fe68ec33e97" providerId="ADAL" clId="{36B0D515-5B0B-4C87-8BF4-9DD9CF14DB18}" dt="2023-11-14T16:49:33.829" v="1613" actId="1076"/>
          <ac:spMkLst>
            <pc:docMk/>
            <pc:sldMk cId="3126206116" sldId="264"/>
            <ac:spMk id="13" creationId="{8218B87D-0E41-47A0-78BC-3ABE6928E532}"/>
          </ac:spMkLst>
        </pc:spChg>
        <pc:spChg chg="add del mod">
          <ac:chgData name="Georges MATHIO" userId="1057b68d-d9cf-4cd5-bc4c-3fe68ec33e97" providerId="ADAL" clId="{36B0D515-5B0B-4C87-8BF4-9DD9CF14DB18}" dt="2023-11-14T16:52:41.254" v="1617" actId="478"/>
          <ac:spMkLst>
            <pc:docMk/>
            <pc:sldMk cId="3126206116" sldId="264"/>
            <ac:spMk id="14" creationId="{EEF1E93E-74AB-C816-241C-F4A7D9688EC5}"/>
          </ac:spMkLst>
        </pc:spChg>
        <pc:spChg chg="del">
          <ac:chgData name="Georges MATHIO" userId="1057b68d-d9cf-4cd5-bc4c-3fe68ec33e97" providerId="ADAL" clId="{36B0D515-5B0B-4C87-8BF4-9DD9CF14DB18}" dt="2023-11-14T16:44:38.879" v="1456" actId="478"/>
          <ac:spMkLst>
            <pc:docMk/>
            <pc:sldMk cId="3126206116" sldId="264"/>
            <ac:spMk id="15" creationId="{1685C597-34CB-D272-A180-F815DAC2AE2C}"/>
          </ac:spMkLst>
        </pc:spChg>
        <pc:spChg chg="del">
          <ac:chgData name="Georges MATHIO" userId="1057b68d-d9cf-4cd5-bc4c-3fe68ec33e97" providerId="ADAL" clId="{36B0D515-5B0B-4C87-8BF4-9DD9CF14DB18}" dt="2023-11-14T16:44:42.895" v="1457" actId="478"/>
          <ac:spMkLst>
            <pc:docMk/>
            <pc:sldMk cId="3126206116" sldId="264"/>
            <ac:spMk id="20" creationId="{39F9D3FD-D936-8011-4FE9-236D6D545DC8}"/>
          </ac:spMkLst>
        </pc:spChg>
        <pc:picChg chg="del">
          <ac:chgData name="Georges MATHIO" userId="1057b68d-d9cf-4cd5-bc4c-3fe68ec33e97" providerId="ADAL" clId="{36B0D515-5B0B-4C87-8BF4-9DD9CF14DB18}" dt="2023-11-14T16:44:38.879" v="1456" actId="478"/>
          <ac:picMkLst>
            <pc:docMk/>
            <pc:sldMk cId="3126206116" sldId="264"/>
            <ac:picMk id="3" creationId="{9BBC1E4B-436E-9183-3958-E2B44924467D}"/>
          </ac:picMkLst>
        </pc:picChg>
        <pc:picChg chg="add del mod">
          <ac:chgData name="Georges MATHIO" userId="1057b68d-d9cf-4cd5-bc4c-3fe68ec33e97" providerId="ADAL" clId="{36B0D515-5B0B-4C87-8BF4-9DD9CF14DB18}" dt="2023-11-14T16:52:38.618" v="1616" actId="478"/>
          <ac:picMkLst>
            <pc:docMk/>
            <pc:sldMk cId="3126206116" sldId="264"/>
            <ac:picMk id="12" creationId="{356A4DCB-F180-A2A5-5961-9B2650E26F89}"/>
          </ac:picMkLst>
        </pc:picChg>
        <pc:picChg chg="add mod">
          <ac:chgData name="Georges MATHIO" userId="1057b68d-d9cf-4cd5-bc4c-3fe68ec33e97" providerId="ADAL" clId="{36B0D515-5B0B-4C87-8BF4-9DD9CF14DB18}" dt="2023-11-14T16:53:04.978" v="1641" actId="1038"/>
          <ac:picMkLst>
            <pc:docMk/>
            <pc:sldMk cId="3126206116" sldId="264"/>
            <ac:picMk id="17" creationId="{702D9425-DBAB-708B-956B-DE7964B83954}"/>
          </ac:picMkLst>
        </pc:picChg>
        <pc:picChg chg="del">
          <ac:chgData name="Georges MATHIO" userId="1057b68d-d9cf-4cd5-bc4c-3fe68ec33e97" providerId="ADAL" clId="{36B0D515-5B0B-4C87-8BF4-9DD9CF14DB18}" dt="2023-11-14T16:44:38.879" v="1456" actId="478"/>
          <ac:picMkLst>
            <pc:docMk/>
            <pc:sldMk cId="3126206116" sldId="264"/>
            <ac:picMk id="19" creationId="{532C8E65-911C-75A2-6761-FDED691BB28F}"/>
          </ac:picMkLst>
        </pc:picChg>
      </pc:sldChg>
      <pc:sldChg chg="del">
        <pc:chgData name="Georges MATHIO" userId="1057b68d-d9cf-4cd5-bc4c-3fe68ec33e97" providerId="ADAL" clId="{36B0D515-5B0B-4C87-8BF4-9DD9CF14DB18}" dt="2023-11-14T16:00:12.600" v="100" actId="47"/>
        <pc:sldMkLst>
          <pc:docMk/>
          <pc:sldMk cId="4167943880" sldId="264"/>
        </pc:sldMkLst>
      </pc:sldChg>
      <pc:sldChg chg="delSp modSp add mod">
        <pc:chgData name="Georges MATHIO" userId="1057b68d-d9cf-4cd5-bc4c-3fe68ec33e97" providerId="ADAL" clId="{36B0D515-5B0B-4C87-8BF4-9DD9CF14DB18}" dt="2023-11-14T16:55:21.066" v="1742" actId="478"/>
        <pc:sldMkLst>
          <pc:docMk/>
          <pc:sldMk cId="4123232273" sldId="265"/>
        </pc:sldMkLst>
        <pc:spChg chg="mod">
          <ac:chgData name="Georges MATHIO" userId="1057b68d-d9cf-4cd5-bc4c-3fe68ec33e97" providerId="ADAL" clId="{36B0D515-5B0B-4C87-8BF4-9DD9CF14DB18}" dt="2023-11-14T16:55:17.654" v="1741" actId="20577"/>
          <ac:spMkLst>
            <pc:docMk/>
            <pc:sldMk cId="4123232273" sldId="265"/>
            <ac:spMk id="2" creationId="{8AE1D70E-C040-1542-B36E-7DDF82084F61}"/>
          </ac:spMkLst>
        </pc:spChg>
        <pc:picChg chg="del">
          <ac:chgData name="Georges MATHIO" userId="1057b68d-d9cf-4cd5-bc4c-3fe68ec33e97" providerId="ADAL" clId="{36B0D515-5B0B-4C87-8BF4-9DD9CF14DB18}" dt="2023-11-14T16:55:21.066" v="1742" actId="478"/>
          <ac:picMkLst>
            <pc:docMk/>
            <pc:sldMk cId="4123232273" sldId="265"/>
            <ac:picMk id="17" creationId="{702D9425-DBAB-708B-956B-DE7964B83954}"/>
          </ac:picMkLst>
        </pc:picChg>
      </pc:sldChg>
      <pc:sldChg chg="addSp delSp modSp add mod">
        <pc:chgData name="Georges MATHIO" userId="1057b68d-d9cf-4cd5-bc4c-3fe68ec33e97" providerId="ADAL" clId="{36B0D515-5B0B-4C87-8BF4-9DD9CF14DB18}" dt="2023-11-14T18:45:15.898" v="2316" actId="1076"/>
        <pc:sldMkLst>
          <pc:docMk/>
          <pc:sldMk cId="31297475" sldId="266"/>
        </pc:sldMkLst>
        <pc:spChg chg="mod">
          <ac:chgData name="Georges MATHIO" userId="1057b68d-d9cf-4cd5-bc4c-3fe68ec33e97" providerId="ADAL" clId="{36B0D515-5B0B-4C87-8BF4-9DD9CF14DB18}" dt="2023-11-14T18:35:11.747" v="1760" actId="20577"/>
          <ac:spMkLst>
            <pc:docMk/>
            <pc:sldMk cId="31297475" sldId="266"/>
            <ac:spMk id="2" creationId="{8AE1D70E-C040-1542-B36E-7DDF82084F61}"/>
          </ac:spMkLst>
        </pc:spChg>
        <pc:spChg chg="add mod">
          <ac:chgData name="Georges MATHIO" userId="1057b68d-d9cf-4cd5-bc4c-3fe68ec33e97" providerId="ADAL" clId="{36B0D515-5B0B-4C87-8BF4-9DD9CF14DB18}" dt="2023-11-14T18:40:11.590" v="1892" actId="14100"/>
          <ac:spMkLst>
            <pc:docMk/>
            <pc:sldMk cId="31297475" sldId="266"/>
            <ac:spMk id="3" creationId="{5D3B4860-EF58-5F2C-4FAA-04F837A38075}"/>
          </ac:spMkLst>
        </pc:spChg>
        <pc:spChg chg="add mod">
          <ac:chgData name="Georges MATHIO" userId="1057b68d-d9cf-4cd5-bc4c-3fe68ec33e97" providerId="ADAL" clId="{36B0D515-5B0B-4C87-8BF4-9DD9CF14DB18}" dt="2023-11-14T18:42:41.223" v="1970" actId="1076"/>
          <ac:spMkLst>
            <pc:docMk/>
            <pc:sldMk cId="31297475" sldId="266"/>
            <ac:spMk id="5" creationId="{7C4E4C7E-84EB-06BE-0C66-5F3CDAE54B77}"/>
          </ac:spMkLst>
        </pc:spChg>
        <pc:spChg chg="mod">
          <ac:chgData name="Georges MATHIO" userId="1057b68d-d9cf-4cd5-bc4c-3fe68ec33e97" providerId="ADAL" clId="{36B0D515-5B0B-4C87-8BF4-9DD9CF14DB18}" dt="2023-11-14T18:36:21.454" v="1838" actId="20577"/>
          <ac:spMkLst>
            <pc:docMk/>
            <pc:sldMk cId="31297475" sldId="266"/>
            <ac:spMk id="7" creationId="{76099145-672A-AD87-68F6-32F4233506B6}"/>
          </ac:spMkLst>
        </pc:spChg>
        <pc:spChg chg="add del mod">
          <ac:chgData name="Georges MATHIO" userId="1057b68d-d9cf-4cd5-bc4c-3fe68ec33e97" providerId="ADAL" clId="{36B0D515-5B0B-4C87-8BF4-9DD9CF14DB18}" dt="2023-11-14T18:39:30.339" v="1874" actId="478"/>
          <ac:spMkLst>
            <pc:docMk/>
            <pc:sldMk cId="31297475" sldId="266"/>
            <ac:spMk id="10" creationId="{10C1CAD9-358E-38EA-E16F-6CA169AF4598}"/>
          </ac:spMkLst>
        </pc:spChg>
        <pc:spChg chg="add mod">
          <ac:chgData name="Georges MATHIO" userId="1057b68d-d9cf-4cd5-bc4c-3fe68ec33e97" providerId="ADAL" clId="{36B0D515-5B0B-4C87-8BF4-9DD9CF14DB18}" dt="2023-11-14T18:44:48.980" v="2313" actId="1076"/>
          <ac:spMkLst>
            <pc:docMk/>
            <pc:sldMk cId="31297475" sldId="266"/>
            <ac:spMk id="11" creationId="{02345C9C-A6FD-214E-35AF-6E7D972EB472}"/>
          </ac:spMkLst>
        </pc:spChg>
        <pc:spChg chg="add del mod">
          <ac:chgData name="Georges MATHIO" userId="1057b68d-d9cf-4cd5-bc4c-3fe68ec33e97" providerId="ADAL" clId="{36B0D515-5B0B-4C87-8BF4-9DD9CF14DB18}" dt="2023-11-14T18:40:37.940" v="1899" actId="478"/>
          <ac:spMkLst>
            <pc:docMk/>
            <pc:sldMk cId="31297475" sldId="266"/>
            <ac:spMk id="12" creationId="{94BB120C-9F88-856B-F4B9-39E77FAF43AD}"/>
          </ac:spMkLst>
        </pc:spChg>
        <pc:spChg chg="del">
          <ac:chgData name="Georges MATHIO" userId="1057b68d-d9cf-4cd5-bc4c-3fe68ec33e97" providerId="ADAL" clId="{36B0D515-5B0B-4C87-8BF4-9DD9CF14DB18}" dt="2023-11-14T18:35:21.725" v="1764" actId="478"/>
          <ac:spMkLst>
            <pc:docMk/>
            <pc:sldMk cId="31297475" sldId="266"/>
            <ac:spMk id="13" creationId="{8218B87D-0E41-47A0-78BC-3ABE6928E532}"/>
          </ac:spMkLst>
        </pc:spChg>
        <pc:spChg chg="add mod">
          <ac:chgData name="Georges MATHIO" userId="1057b68d-d9cf-4cd5-bc4c-3fe68ec33e97" providerId="ADAL" clId="{36B0D515-5B0B-4C87-8BF4-9DD9CF14DB18}" dt="2023-11-14T18:44:53.318" v="2314" actId="1076"/>
          <ac:spMkLst>
            <pc:docMk/>
            <pc:sldMk cId="31297475" sldId="266"/>
            <ac:spMk id="14" creationId="{79180552-5A3C-441C-0D49-33B0E933E5A5}"/>
          </ac:spMkLst>
        </pc:spChg>
        <pc:spChg chg="add mod">
          <ac:chgData name="Georges MATHIO" userId="1057b68d-d9cf-4cd5-bc4c-3fe68ec33e97" providerId="ADAL" clId="{36B0D515-5B0B-4C87-8BF4-9DD9CF14DB18}" dt="2023-11-14T18:45:15.898" v="2316" actId="1076"/>
          <ac:spMkLst>
            <pc:docMk/>
            <pc:sldMk cId="31297475" sldId="266"/>
            <ac:spMk id="15" creationId="{D04B4BC9-DDF7-6475-3E25-E5DCAE23FF69}"/>
          </ac:spMkLst>
        </pc:spChg>
        <pc:spChg chg="add mod">
          <ac:chgData name="Georges MATHIO" userId="1057b68d-d9cf-4cd5-bc4c-3fe68ec33e97" providerId="ADAL" clId="{36B0D515-5B0B-4C87-8BF4-9DD9CF14DB18}" dt="2023-11-14T18:43:51.022" v="2035" actId="113"/>
          <ac:spMkLst>
            <pc:docMk/>
            <pc:sldMk cId="31297475" sldId="266"/>
            <ac:spMk id="17" creationId="{151E5549-7C76-7805-34E8-4F2078348751}"/>
          </ac:spMkLst>
        </pc:spChg>
        <pc:grpChg chg="add mod">
          <ac:chgData name="Georges MATHIO" userId="1057b68d-d9cf-4cd5-bc4c-3fe68ec33e97" providerId="ADAL" clId="{36B0D515-5B0B-4C87-8BF4-9DD9CF14DB18}" dt="2023-11-14T18:44:46.432" v="2312" actId="1076"/>
          <ac:grpSpMkLst>
            <pc:docMk/>
            <pc:sldMk cId="31297475" sldId="266"/>
            <ac:grpSpMk id="9" creationId="{B1CA90E8-4A9F-69A9-D315-E539DEC17124}"/>
          </ac:grpSpMkLst>
        </pc:grpChg>
        <pc:picChg chg="add mod">
          <ac:chgData name="Georges MATHIO" userId="1057b68d-d9cf-4cd5-bc4c-3fe68ec33e97" providerId="ADAL" clId="{36B0D515-5B0B-4C87-8BF4-9DD9CF14DB18}" dt="2023-11-14T18:37:46.435" v="1858" actId="164"/>
          <ac:picMkLst>
            <pc:docMk/>
            <pc:sldMk cId="31297475" sldId="266"/>
            <ac:picMk id="4" creationId="{AB9465BE-27B1-1077-B441-863FE9A42120}"/>
          </ac:picMkLst>
        </pc:picChg>
        <pc:picChg chg="add mod">
          <ac:chgData name="Georges MATHIO" userId="1057b68d-d9cf-4cd5-bc4c-3fe68ec33e97" providerId="ADAL" clId="{36B0D515-5B0B-4C87-8BF4-9DD9CF14DB18}" dt="2023-11-14T18:42:36.909" v="1969" actId="1076"/>
          <ac:picMkLst>
            <pc:docMk/>
            <pc:sldMk cId="31297475" sldId="266"/>
            <ac:picMk id="8" creationId="{C802101E-1488-F0D4-3357-5DF070C00502}"/>
          </ac:picMkLst>
        </pc:picChg>
        <pc:picChg chg="add mod">
          <ac:chgData name="Georges MATHIO" userId="1057b68d-d9cf-4cd5-bc4c-3fe68ec33e97" providerId="ADAL" clId="{36B0D515-5B0B-4C87-8BF4-9DD9CF14DB18}" dt="2023-11-14T18:44:35.895" v="2311" actId="14861"/>
          <ac:picMkLst>
            <pc:docMk/>
            <pc:sldMk cId="31297475" sldId="266"/>
            <ac:picMk id="16" creationId="{418E9BA0-C4C0-FDFF-BD83-4BAB591CFF1B}"/>
          </ac:picMkLst>
        </pc:picChg>
        <pc:picChg chg="add mod">
          <ac:chgData name="Georges MATHIO" userId="1057b68d-d9cf-4cd5-bc4c-3fe68ec33e97" providerId="ADAL" clId="{36B0D515-5B0B-4C87-8BF4-9DD9CF14DB18}" dt="2023-11-14T18:42:30.909" v="1966" actId="1076"/>
          <ac:picMkLst>
            <pc:docMk/>
            <pc:sldMk cId="31297475" sldId="266"/>
            <ac:picMk id="1026" creationId="{B3FB479B-D0CD-3AC1-5A3B-3648D16E0BA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977BF8-9760-4250-A20F-96557A534E44}" type="doc">
      <dgm:prSet loTypeId="urn:microsoft.com/office/officeart/2005/8/layout/pyramid2" loCatId="list" qsTypeId="urn:microsoft.com/office/officeart/2005/8/quickstyle/simple1" qsCatId="simple" csTypeId="urn:microsoft.com/office/officeart/2005/8/colors/accent6_5" csCatId="accent6" phldr="1"/>
      <dgm:spPr/>
    </dgm:pt>
    <dgm:pt modelId="{25825999-9045-43C4-A08E-8D17AB15EE06}">
      <dgm:prSet phldrT="[Texte]"/>
      <dgm:spPr/>
      <dgm:t>
        <a:bodyPr/>
        <a:lstStyle/>
        <a:p>
          <a:r>
            <a:rPr lang="fr-FR"/>
            <a:t>Data corruption</a:t>
          </a:r>
          <a:endParaRPr lang="en-GB"/>
        </a:p>
      </dgm:t>
    </dgm:pt>
    <dgm:pt modelId="{8CEFD805-6A78-4D65-883F-2EECD31AB0CD}" type="parTrans" cxnId="{466C4B06-12A3-4C5F-80F7-7BBB711BEFF3}">
      <dgm:prSet/>
      <dgm:spPr/>
      <dgm:t>
        <a:bodyPr/>
        <a:lstStyle/>
        <a:p>
          <a:endParaRPr lang="en-GB"/>
        </a:p>
      </dgm:t>
    </dgm:pt>
    <dgm:pt modelId="{AD91AA97-B75C-400F-BD14-6C1D7B318245}" type="sibTrans" cxnId="{466C4B06-12A3-4C5F-80F7-7BBB711BEFF3}">
      <dgm:prSet/>
      <dgm:spPr/>
      <dgm:t>
        <a:bodyPr/>
        <a:lstStyle/>
        <a:p>
          <a:endParaRPr lang="en-GB"/>
        </a:p>
      </dgm:t>
    </dgm:pt>
    <dgm:pt modelId="{ACAE7A03-0718-4C92-A2F4-89F97AFA0CAD}">
      <dgm:prSet phldrT="[Texte]"/>
      <dgm:spPr/>
      <dgm:t>
        <a:bodyPr/>
        <a:lstStyle/>
        <a:p>
          <a:r>
            <a:rPr lang="fr-FR"/>
            <a:t>Service disruption</a:t>
          </a:r>
          <a:endParaRPr lang="en-GB"/>
        </a:p>
      </dgm:t>
    </dgm:pt>
    <dgm:pt modelId="{64D20E53-8E53-4210-A6AA-832C3805B73B}" type="parTrans" cxnId="{484B3B08-A4B7-45A4-84F1-F07BBA1960FE}">
      <dgm:prSet/>
      <dgm:spPr/>
      <dgm:t>
        <a:bodyPr/>
        <a:lstStyle/>
        <a:p>
          <a:endParaRPr lang="en-GB"/>
        </a:p>
      </dgm:t>
    </dgm:pt>
    <dgm:pt modelId="{9037D08E-68C0-4365-ACFD-30100C6BE525}" type="sibTrans" cxnId="{484B3B08-A4B7-45A4-84F1-F07BBA1960FE}">
      <dgm:prSet/>
      <dgm:spPr/>
      <dgm:t>
        <a:bodyPr/>
        <a:lstStyle/>
        <a:p>
          <a:endParaRPr lang="en-GB"/>
        </a:p>
      </dgm:t>
    </dgm:pt>
    <dgm:pt modelId="{879FC2AD-8F0A-4F33-B488-096B5F36D19A}">
      <dgm:prSet phldrT="[Texte]"/>
      <dgm:spPr/>
      <dgm:t>
        <a:bodyPr/>
        <a:lstStyle/>
        <a:p>
          <a:r>
            <a:rPr lang="fr-FR"/>
            <a:t>Bugs</a:t>
          </a:r>
          <a:endParaRPr lang="en-GB"/>
        </a:p>
      </dgm:t>
    </dgm:pt>
    <dgm:pt modelId="{2B7E4131-85FF-499B-8888-7676B1666844}" type="parTrans" cxnId="{AD319F94-BD39-4DBD-9115-24EA67110566}">
      <dgm:prSet/>
      <dgm:spPr/>
      <dgm:t>
        <a:bodyPr/>
        <a:lstStyle/>
        <a:p>
          <a:endParaRPr lang="en-GB"/>
        </a:p>
      </dgm:t>
    </dgm:pt>
    <dgm:pt modelId="{9837E108-C993-4AB3-83FA-C14303584510}" type="sibTrans" cxnId="{AD319F94-BD39-4DBD-9115-24EA67110566}">
      <dgm:prSet/>
      <dgm:spPr/>
      <dgm:t>
        <a:bodyPr/>
        <a:lstStyle/>
        <a:p>
          <a:endParaRPr lang="en-GB"/>
        </a:p>
      </dgm:t>
    </dgm:pt>
    <dgm:pt modelId="{6155F8F8-C43B-4836-8243-8AE713A4DE5A}">
      <dgm:prSet phldrT="[Texte]"/>
      <dgm:spPr/>
      <dgm:t>
        <a:bodyPr/>
        <a:lstStyle/>
        <a:p>
          <a:r>
            <a:rPr lang="fr-FR" err="1"/>
            <a:t>Outage</a:t>
          </a:r>
          <a:endParaRPr lang="en-GB"/>
        </a:p>
      </dgm:t>
    </dgm:pt>
    <dgm:pt modelId="{846E1E63-8F53-4681-80FD-E3F8BEBF544E}" type="parTrans" cxnId="{A511D814-DE70-4A3C-B876-A3F62018AE2E}">
      <dgm:prSet/>
      <dgm:spPr/>
      <dgm:t>
        <a:bodyPr/>
        <a:lstStyle/>
        <a:p>
          <a:endParaRPr lang="en-GB"/>
        </a:p>
      </dgm:t>
    </dgm:pt>
    <dgm:pt modelId="{D8F63B1E-B070-47ED-94E1-0E2D1C27866A}" type="sibTrans" cxnId="{A511D814-DE70-4A3C-B876-A3F62018AE2E}">
      <dgm:prSet/>
      <dgm:spPr/>
      <dgm:t>
        <a:bodyPr/>
        <a:lstStyle/>
        <a:p>
          <a:endParaRPr lang="en-GB"/>
        </a:p>
      </dgm:t>
    </dgm:pt>
    <dgm:pt modelId="{654B9EE9-0073-4C12-9158-BA5CC6BCBE9B}">
      <dgm:prSet phldrT="[Texte]"/>
      <dgm:spPr/>
      <dgm:t>
        <a:bodyPr/>
        <a:lstStyle/>
        <a:p>
          <a:r>
            <a:rPr lang="fr-FR"/>
            <a:t>Perf </a:t>
          </a:r>
          <a:r>
            <a:rPr lang="fr-FR" err="1"/>
            <a:t>reduction</a:t>
          </a:r>
          <a:endParaRPr lang="en-GB"/>
        </a:p>
      </dgm:t>
    </dgm:pt>
    <dgm:pt modelId="{73523D9C-8518-42A0-A774-E89ABE8CEDFB}" type="parTrans" cxnId="{73410170-3792-4B14-97F9-1EB6496D41B9}">
      <dgm:prSet/>
      <dgm:spPr/>
      <dgm:t>
        <a:bodyPr/>
        <a:lstStyle/>
        <a:p>
          <a:endParaRPr lang="en-GB"/>
        </a:p>
      </dgm:t>
    </dgm:pt>
    <dgm:pt modelId="{CA1AE786-1CB0-4648-9E43-33A5A4FA5BB4}" type="sibTrans" cxnId="{73410170-3792-4B14-97F9-1EB6496D41B9}">
      <dgm:prSet/>
      <dgm:spPr/>
      <dgm:t>
        <a:bodyPr/>
        <a:lstStyle/>
        <a:p>
          <a:endParaRPr lang="en-GB"/>
        </a:p>
      </dgm:t>
    </dgm:pt>
    <dgm:pt modelId="{7D6509EA-A949-4CF2-B267-3DD7FA78C452}" type="pres">
      <dgm:prSet presAssocID="{D7977BF8-9760-4250-A20F-96557A534E44}" presName="compositeShape" presStyleCnt="0">
        <dgm:presLayoutVars>
          <dgm:dir/>
          <dgm:resizeHandles/>
        </dgm:presLayoutVars>
      </dgm:prSet>
      <dgm:spPr/>
    </dgm:pt>
    <dgm:pt modelId="{F3BEBB12-02D5-4C95-9FC5-0AF9AB47C287}" type="pres">
      <dgm:prSet presAssocID="{D7977BF8-9760-4250-A20F-96557A534E44}" presName="pyramid" presStyleLbl="node1" presStyleIdx="0" presStyleCnt="1" custLinFactNeighborX="-9220" custLinFactNeighborY="-21478"/>
      <dgm:spPr/>
    </dgm:pt>
    <dgm:pt modelId="{56386A5B-01C0-4293-8B7F-6115B76D9D73}" type="pres">
      <dgm:prSet presAssocID="{D7977BF8-9760-4250-A20F-96557A534E44}" presName="theList" presStyleCnt="0"/>
      <dgm:spPr/>
    </dgm:pt>
    <dgm:pt modelId="{F950CCD2-7621-4A06-AECD-AECDD7418C00}" type="pres">
      <dgm:prSet presAssocID="{25825999-9045-43C4-A08E-8D17AB15EE06}" presName="aNode" presStyleLbl="fgAcc1" presStyleIdx="0" presStyleCnt="5">
        <dgm:presLayoutVars>
          <dgm:bulletEnabled val="1"/>
        </dgm:presLayoutVars>
      </dgm:prSet>
      <dgm:spPr/>
    </dgm:pt>
    <dgm:pt modelId="{8106300B-2A83-479B-A79A-8443815ED1E7}" type="pres">
      <dgm:prSet presAssocID="{25825999-9045-43C4-A08E-8D17AB15EE06}" presName="aSpace" presStyleCnt="0"/>
      <dgm:spPr/>
    </dgm:pt>
    <dgm:pt modelId="{9A551287-E600-4B9A-96A8-B7FB4856159E}" type="pres">
      <dgm:prSet presAssocID="{6155F8F8-C43B-4836-8243-8AE713A4DE5A}" presName="aNode" presStyleLbl="fgAcc1" presStyleIdx="1" presStyleCnt="5">
        <dgm:presLayoutVars>
          <dgm:bulletEnabled val="1"/>
        </dgm:presLayoutVars>
      </dgm:prSet>
      <dgm:spPr/>
    </dgm:pt>
    <dgm:pt modelId="{AAB6C52D-7C16-4A5B-A5CA-105BBF76AC34}" type="pres">
      <dgm:prSet presAssocID="{6155F8F8-C43B-4836-8243-8AE713A4DE5A}" presName="aSpace" presStyleCnt="0"/>
      <dgm:spPr/>
    </dgm:pt>
    <dgm:pt modelId="{24382C39-7A10-4E0F-ADD2-4ED79A0C831D}" type="pres">
      <dgm:prSet presAssocID="{ACAE7A03-0718-4C92-A2F4-89F97AFA0CAD}" presName="aNode" presStyleLbl="fgAcc1" presStyleIdx="2" presStyleCnt="5">
        <dgm:presLayoutVars>
          <dgm:bulletEnabled val="1"/>
        </dgm:presLayoutVars>
      </dgm:prSet>
      <dgm:spPr/>
    </dgm:pt>
    <dgm:pt modelId="{35C15D8E-AD13-41BE-B78D-7313614921F2}" type="pres">
      <dgm:prSet presAssocID="{ACAE7A03-0718-4C92-A2F4-89F97AFA0CAD}" presName="aSpace" presStyleCnt="0"/>
      <dgm:spPr/>
    </dgm:pt>
    <dgm:pt modelId="{35E5787A-5526-4FC7-9B73-E81EAA4780F7}" type="pres">
      <dgm:prSet presAssocID="{879FC2AD-8F0A-4F33-B488-096B5F36D19A}" presName="aNode" presStyleLbl="fgAcc1" presStyleIdx="3" presStyleCnt="5">
        <dgm:presLayoutVars>
          <dgm:bulletEnabled val="1"/>
        </dgm:presLayoutVars>
      </dgm:prSet>
      <dgm:spPr/>
    </dgm:pt>
    <dgm:pt modelId="{23C59BEB-73B3-491B-9702-089A46B689E9}" type="pres">
      <dgm:prSet presAssocID="{879FC2AD-8F0A-4F33-B488-096B5F36D19A}" presName="aSpace" presStyleCnt="0"/>
      <dgm:spPr/>
    </dgm:pt>
    <dgm:pt modelId="{70C33EE6-4538-46DA-B276-2445C7360B8F}" type="pres">
      <dgm:prSet presAssocID="{654B9EE9-0073-4C12-9158-BA5CC6BCBE9B}" presName="aNode" presStyleLbl="fgAcc1" presStyleIdx="4" presStyleCnt="5">
        <dgm:presLayoutVars>
          <dgm:bulletEnabled val="1"/>
        </dgm:presLayoutVars>
      </dgm:prSet>
      <dgm:spPr/>
    </dgm:pt>
    <dgm:pt modelId="{2F9AAE60-E67F-4DC3-80FC-DE441D6BE8DB}" type="pres">
      <dgm:prSet presAssocID="{654B9EE9-0073-4C12-9158-BA5CC6BCBE9B}" presName="aSpace" presStyleCnt="0"/>
      <dgm:spPr/>
    </dgm:pt>
  </dgm:ptLst>
  <dgm:cxnLst>
    <dgm:cxn modelId="{466C4B06-12A3-4C5F-80F7-7BBB711BEFF3}" srcId="{D7977BF8-9760-4250-A20F-96557A534E44}" destId="{25825999-9045-43C4-A08E-8D17AB15EE06}" srcOrd="0" destOrd="0" parTransId="{8CEFD805-6A78-4D65-883F-2EECD31AB0CD}" sibTransId="{AD91AA97-B75C-400F-BD14-6C1D7B318245}"/>
    <dgm:cxn modelId="{484B3B08-A4B7-45A4-84F1-F07BBA1960FE}" srcId="{D7977BF8-9760-4250-A20F-96557A534E44}" destId="{ACAE7A03-0718-4C92-A2F4-89F97AFA0CAD}" srcOrd="2" destOrd="0" parTransId="{64D20E53-8E53-4210-A6AA-832C3805B73B}" sibTransId="{9037D08E-68C0-4365-ACFD-30100C6BE525}"/>
    <dgm:cxn modelId="{A511D814-DE70-4A3C-B876-A3F62018AE2E}" srcId="{D7977BF8-9760-4250-A20F-96557A534E44}" destId="{6155F8F8-C43B-4836-8243-8AE713A4DE5A}" srcOrd="1" destOrd="0" parTransId="{846E1E63-8F53-4681-80FD-E3F8BEBF544E}" sibTransId="{D8F63B1E-B070-47ED-94E1-0E2D1C27866A}"/>
    <dgm:cxn modelId="{F3251215-8194-47A0-9696-44C40F56F75C}" type="presOf" srcId="{ACAE7A03-0718-4C92-A2F4-89F97AFA0CAD}" destId="{24382C39-7A10-4E0F-ADD2-4ED79A0C831D}" srcOrd="0" destOrd="0" presId="urn:microsoft.com/office/officeart/2005/8/layout/pyramid2"/>
    <dgm:cxn modelId="{82B9516E-F810-4174-9E1E-9A490E2CBF34}" type="presOf" srcId="{879FC2AD-8F0A-4F33-B488-096B5F36D19A}" destId="{35E5787A-5526-4FC7-9B73-E81EAA4780F7}" srcOrd="0" destOrd="0" presId="urn:microsoft.com/office/officeart/2005/8/layout/pyramid2"/>
    <dgm:cxn modelId="{73410170-3792-4B14-97F9-1EB6496D41B9}" srcId="{D7977BF8-9760-4250-A20F-96557A534E44}" destId="{654B9EE9-0073-4C12-9158-BA5CC6BCBE9B}" srcOrd="4" destOrd="0" parTransId="{73523D9C-8518-42A0-A774-E89ABE8CEDFB}" sibTransId="{CA1AE786-1CB0-4648-9E43-33A5A4FA5BB4}"/>
    <dgm:cxn modelId="{AD319F94-BD39-4DBD-9115-24EA67110566}" srcId="{D7977BF8-9760-4250-A20F-96557A534E44}" destId="{879FC2AD-8F0A-4F33-B488-096B5F36D19A}" srcOrd="3" destOrd="0" parTransId="{2B7E4131-85FF-499B-8888-7676B1666844}" sibTransId="{9837E108-C993-4AB3-83FA-C14303584510}"/>
    <dgm:cxn modelId="{A39BBCA6-5990-4E11-B091-5ADC0CD9B1C6}" type="presOf" srcId="{25825999-9045-43C4-A08E-8D17AB15EE06}" destId="{F950CCD2-7621-4A06-AECD-AECDD7418C00}" srcOrd="0" destOrd="0" presId="urn:microsoft.com/office/officeart/2005/8/layout/pyramid2"/>
    <dgm:cxn modelId="{20F388B7-59E1-4298-8732-7621888D0EA8}" type="presOf" srcId="{D7977BF8-9760-4250-A20F-96557A534E44}" destId="{7D6509EA-A949-4CF2-B267-3DD7FA78C452}" srcOrd="0" destOrd="0" presId="urn:microsoft.com/office/officeart/2005/8/layout/pyramid2"/>
    <dgm:cxn modelId="{409729CC-2346-4504-A3E9-403CC7F01370}" type="presOf" srcId="{6155F8F8-C43B-4836-8243-8AE713A4DE5A}" destId="{9A551287-E600-4B9A-96A8-B7FB4856159E}" srcOrd="0" destOrd="0" presId="urn:microsoft.com/office/officeart/2005/8/layout/pyramid2"/>
    <dgm:cxn modelId="{B7DF36FD-666E-45EB-BA68-2D2C86FF55AA}" type="presOf" srcId="{654B9EE9-0073-4C12-9158-BA5CC6BCBE9B}" destId="{70C33EE6-4538-46DA-B276-2445C7360B8F}" srcOrd="0" destOrd="0" presId="urn:microsoft.com/office/officeart/2005/8/layout/pyramid2"/>
    <dgm:cxn modelId="{F8147666-8503-41A5-BF80-327FB65D54FE}" type="presParOf" srcId="{7D6509EA-A949-4CF2-B267-3DD7FA78C452}" destId="{F3BEBB12-02D5-4C95-9FC5-0AF9AB47C287}" srcOrd="0" destOrd="0" presId="urn:microsoft.com/office/officeart/2005/8/layout/pyramid2"/>
    <dgm:cxn modelId="{B35C9B09-DCEA-4DD2-A3F1-3D8A30AC8D32}" type="presParOf" srcId="{7D6509EA-A949-4CF2-B267-3DD7FA78C452}" destId="{56386A5B-01C0-4293-8B7F-6115B76D9D73}" srcOrd="1" destOrd="0" presId="urn:microsoft.com/office/officeart/2005/8/layout/pyramid2"/>
    <dgm:cxn modelId="{EDD7612F-62D0-48AC-932E-CC0CC3AF846F}" type="presParOf" srcId="{56386A5B-01C0-4293-8B7F-6115B76D9D73}" destId="{F950CCD2-7621-4A06-AECD-AECDD7418C00}" srcOrd="0" destOrd="0" presId="urn:microsoft.com/office/officeart/2005/8/layout/pyramid2"/>
    <dgm:cxn modelId="{7BD9E2AA-D4CF-4D4B-991B-D147E49BE9CD}" type="presParOf" srcId="{56386A5B-01C0-4293-8B7F-6115B76D9D73}" destId="{8106300B-2A83-479B-A79A-8443815ED1E7}" srcOrd="1" destOrd="0" presId="urn:microsoft.com/office/officeart/2005/8/layout/pyramid2"/>
    <dgm:cxn modelId="{48EAC6D5-6A39-49A5-9F7C-CDD81FEE46D7}" type="presParOf" srcId="{56386A5B-01C0-4293-8B7F-6115B76D9D73}" destId="{9A551287-E600-4B9A-96A8-B7FB4856159E}" srcOrd="2" destOrd="0" presId="urn:microsoft.com/office/officeart/2005/8/layout/pyramid2"/>
    <dgm:cxn modelId="{7361BD39-8C3F-492E-A5F3-B8B00E0063F1}" type="presParOf" srcId="{56386A5B-01C0-4293-8B7F-6115B76D9D73}" destId="{AAB6C52D-7C16-4A5B-A5CA-105BBF76AC34}" srcOrd="3" destOrd="0" presId="urn:microsoft.com/office/officeart/2005/8/layout/pyramid2"/>
    <dgm:cxn modelId="{115A58D9-2987-4D9E-98DF-7A5377A4D8E9}" type="presParOf" srcId="{56386A5B-01C0-4293-8B7F-6115B76D9D73}" destId="{24382C39-7A10-4E0F-ADD2-4ED79A0C831D}" srcOrd="4" destOrd="0" presId="urn:microsoft.com/office/officeart/2005/8/layout/pyramid2"/>
    <dgm:cxn modelId="{C634B086-E425-4F9B-B0E1-EFFF5E163B58}" type="presParOf" srcId="{56386A5B-01C0-4293-8B7F-6115B76D9D73}" destId="{35C15D8E-AD13-41BE-B78D-7313614921F2}" srcOrd="5" destOrd="0" presId="urn:microsoft.com/office/officeart/2005/8/layout/pyramid2"/>
    <dgm:cxn modelId="{620DD2DB-27DF-48E6-9D6A-0D0739BD91B8}" type="presParOf" srcId="{56386A5B-01C0-4293-8B7F-6115B76D9D73}" destId="{35E5787A-5526-4FC7-9B73-E81EAA4780F7}" srcOrd="6" destOrd="0" presId="urn:microsoft.com/office/officeart/2005/8/layout/pyramid2"/>
    <dgm:cxn modelId="{101747E2-C2ED-4A9E-92DB-0C7C3D477D31}" type="presParOf" srcId="{56386A5B-01C0-4293-8B7F-6115B76D9D73}" destId="{23C59BEB-73B3-491B-9702-089A46B689E9}" srcOrd="7" destOrd="0" presId="urn:microsoft.com/office/officeart/2005/8/layout/pyramid2"/>
    <dgm:cxn modelId="{778222EC-67DA-48C4-AC03-75E1D59367E1}" type="presParOf" srcId="{56386A5B-01C0-4293-8B7F-6115B76D9D73}" destId="{70C33EE6-4538-46DA-B276-2445C7360B8F}" srcOrd="8" destOrd="0" presId="urn:microsoft.com/office/officeart/2005/8/layout/pyramid2"/>
    <dgm:cxn modelId="{62F53506-9A42-48D7-BB02-F4178AA5D452}" type="presParOf" srcId="{56386A5B-01C0-4293-8B7F-6115B76D9D73}" destId="{2F9AAE60-E67F-4DC3-80FC-DE441D6BE8DB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977BF8-9760-4250-A20F-96557A534E44}" type="doc">
      <dgm:prSet loTypeId="urn:microsoft.com/office/officeart/2005/8/layout/pyramid2" loCatId="list" qsTypeId="urn:microsoft.com/office/officeart/2005/8/quickstyle/simple1" qsCatId="simple" csTypeId="urn:microsoft.com/office/officeart/2005/8/colors/accent6_5" csCatId="accent6" phldr="1"/>
      <dgm:spPr/>
    </dgm:pt>
    <dgm:pt modelId="{25825999-9045-43C4-A08E-8D17AB15EE06}">
      <dgm:prSet phldrT="[Texte]"/>
      <dgm:spPr/>
      <dgm:t>
        <a:bodyPr/>
        <a:lstStyle/>
        <a:p>
          <a:r>
            <a:rPr lang="fr-FR"/>
            <a:t>Data corruption</a:t>
          </a:r>
          <a:endParaRPr lang="en-GB"/>
        </a:p>
      </dgm:t>
    </dgm:pt>
    <dgm:pt modelId="{8CEFD805-6A78-4D65-883F-2EECD31AB0CD}" type="parTrans" cxnId="{466C4B06-12A3-4C5F-80F7-7BBB711BEFF3}">
      <dgm:prSet/>
      <dgm:spPr/>
      <dgm:t>
        <a:bodyPr/>
        <a:lstStyle/>
        <a:p>
          <a:endParaRPr lang="en-GB"/>
        </a:p>
      </dgm:t>
    </dgm:pt>
    <dgm:pt modelId="{AD91AA97-B75C-400F-BD14-6C1D7B318245}" type="sibTrans" cxnId="{466C4B06-12A3-4C5F-80F7-7BBB711BEFF3}">
      <dgm:prSet/>
      <dgm:spPr/>
      <dgm:t>
        <a:bodyPr/>
        <a:lstStyle/>
        <a:p>
          <a:endParaRPr lang="en-GB"/>
        </a:p>
      </dgm:t>
    </dgm:pt>
    <dgm:pt modelId="{ACAE7A03-0718-4C92-A2F4-89F97AFA0CAD}">
      <dgm:prSet phldrT="[Texte]"/>
      <dgm:spPr/>
      <dgm:t>
        <a:bodyPr/>
        <a:lstStyle/>
        <a:p>
          <a:r>
            <a:rPr lang="fr-FR"/>
            <a:t>Service disruption</a:t>
          </a:r>
          <a:endParaRPr lang="en-GB"/>
        </a:p>
      </dgm:t>
    </dgm:pt>
    <dgm:pt modelId="{64D20E53-8E53-4210-A6AA-832C3805B73B}" type="parTrans" cxnId="{484B3B08-A4B7-45A4-84F1-F07BBA1960FE}">
      <dgm:prSet/>
      <dgm:spPr/>
      <dgm:t>
        <a:bodyPr/>
        <a:lstStyle/>
        <a:p>
          <a:endParaRPr lang="en-GB"/>
        </a:p>
      </dgm:t>
    </dgm:pt>
    <dgm:pt modelId="{9037D08E-68C0-4365-ACFD-30100C6BE525}" type="sibTrans" cxnId="{484B3B08-A4B7-45A4-84F1-F07BBA1960FE}">
      <dgm:prSet/>
      <dgm:spPr/>
      <dgm:t>
        <a:bodyPr/>
        <a:lstStyle/>
        <a:p>
          <a:endParaRPr lang="en-GB"/>
        </a:p>
      </dgm:t>
    </dgm:pt>
    <dgm:pt modelId="{879FC2AD-8F0A-4F33-B488-096B5F36D19A}">
      <dgm:prSet phldrT="[Texte]"/>
      <dgm:spPr/>
      <dgm:t>
        <a:bodyPr/>
        <a:lstStyle/>
        <a:p>
          <a:r>
            <a:rPr lang="fr-FR"/>
            <a:t>Bugs</a:t>
          </a:r>
          <a:endParaRPr lang="en-GB"/>
        </a:p>
      </dgm:t>
    </dgm:pt>
    <dgm:pt modelId="{2B7E4131-85FF-499B-8888-7676B1666844}" type="parTrans" cxnId="{AD319F94-BD39-4DBD-9115-24EA67110566}">
      <dgm:prSet/>
      <dgm:spPr/>
      <dgm:t>
        <a:bodyPr/>
        <a:lstStyle/>
        <a:p>
          <a:endParaRPr lang="en-GB"/>
        </a:p>
      </dgm:t>
    </dgm:pt>
    <dgm:pt modelId="{9837E108-C993-4AB3-83FA-C14303584510}" type="sibTrans" cxnId="{AD319F94-BD39-4DBD-9115-24EA67110566}">
      <dgm:prSet/>
      <dgm:spPr/>
      <dgm:t>
        <a:bodyPr/>
        <a:lstStyle/>
        <a:p>
          <a:endParaRPr lang="en-GB"/>
        </a:p>
      </dgm:t>
    </dgm:pt>
    <dgm:pt modelId="{6155F8F8-C43B-4836-8243-8AE713A4DE5A}">
      <dgm:prSet phldrT="[Texte]"/>
      <dgm:spPr/>
      <dgm:t>
        <a:bodyPr/>
        <a:lstStyle/>
        <a:p>
          <a:r>
            <a:rPr lang="fr-FR" err="1"/>
            <a:t>Outage</a:t>
          </a:r>
          <a:endParaRPr lang="en-GB"/>
        </a:p>
      </dgm:t>
    </dgm:pt>
    <dgm:pt modelId="{846E1E63-8F53-4681-80FD-E3F8BEBF544E}" type="parTrans" cxnId="{A511D814-DE70-4A3C-B876-A3F62018AE2E}">
      <dgm:prSet/>
      <dgm:spPr/>
      <dgm:t>
        <a:bodyPr/>
        <a:lstStyle/>
        <a:p>
          <a:endParaRPr lang="en-GB"/>
        </a:p>
      </dgm:t>
    </dgm:pt>
    <dgm:pt modelId="{D8F63B1E-B070-47ED-94E1-0E2D1C27866A}" type="sibTrans" cxnId="{A511D814-DE70-4A3C-B876-A3F62018AE2E}">
      <dgm:prSet/>
      <dgm:spPr/>
      <dgm:t>
        <a:bodyPr/>
        <a:lstStyle/>
        <a:p>
          <a:endParaRPr lang="en-GB"/>
        </a:p>
      </dgm:t>
    </dgm:pt>
    <dgm:pt modelId="{654B9EE9-0073-4C12-9158-BA5CC6BCBE9B}">
      <dgm:prSet phldrT="[Texte]"/>
      <dgm:spPr/>
      <dgm:t>
        <a:bodyPr/>
        <a:lstStyle/>
        <a:p>
          <a:r>
            <a:rPr lang="fr-FR"/>
            <a:t>Perf </a:t>
          </a:r>
          <a:r>
            <a:rPr lang="fr-FR" err="1"/>
            <a:t>reduction</a:t>
          </a:r>
          <a:endParaRPr lang="en-GB"/>
        </a:p>
      </dgm:t>
    </dgm:pt>
    <dgm:pt modelId="{73523D9C-8518-42A0-A774-E89ABE8CEDFB}" type="parTrans" cxnId="{73410170-3792-4B14-97F9-1EB6496D41B9}">
      <dgm:prSet/>
      <dgm:spPr/>
      <dgm:t>
        <a:bodyPr/>
        <a:lstStyle/>
        <a:p>
          <a:endParaRPr lang="en-GB"/>
        </a:p>
      </dgm:t>
    </dgm:pt>
    <dgm:pt modelId="{CA1AE786-1CB0-4648-9E43-33A5A4FA5BB4}" type="sibTrans" cxnId="{73410170-3792-4B14-97F9-1EB6496D41B9}">
      <dgm:prSet/>
      <dgm:spPr/>
      <dgm:t>
        <a:bodyPr/>
        <a:lstStyle/>
        <a:p>
          <a:endParaRPr lang="en-GB"/>
        </a:p>
      </dgm:t>
    </dgm:pt>
    <dgm:pt modelId="{7D6509EA-A949-4CF2-B267-3DD7FA78C452}" type="pres">
      <dgm:prSet presAssocID="{D7977BF8-9760-4250-A20F-96557A534E44}" presName="compositeShape" presStyleCnt="0">
        <dgm:presLayoutVars>
          <dgm:dir/>
          <dgm:resizeHandles/>
        </dgm:presLayoutVars>
      </dgm:prSet>
      <dgm:spPr/>
    </dgm:pt>
    <dgm:pt modelId="{F3BEBB12-02D5-4C95-9FC5-0AF9AB47C287}" type="pres">
      <dgm:prSet presAssocID="{D7977BF8-9760-4250-A20F-96557A534E44}" presName="pyramid" presStyleLbl="node1" presStyleIdx="0" presStyleCnt="1" custLinFactNeighborX="-9220" custLinFactNeighborY="-21478"/>
      <dgm:spPr/>
    </dgm:pt>
    <dgm:pt modelId="{56386A5B-01C0-4293-8B7F-6115B76D9D73}" type="pres">
      <dgm:prSet presAssocID="{D7977BF8-9760-4250-A20F-96557A534E44}" presName="theList" presStyleCnt="0"/>
      <dgm:spPr/>
    </dgm:pt>
    <dgm:pt modelId="{F950CCD2-7621-4A06-AECD-AECDD7418C00}" type="pres">
      <dgm:prSet presAssocID="{25825999-9045-43C4-A08E-8D17AB15EE06}" presName="aNode" presStyleLbl="fgAcc1" presStyleIdx="0" presStyleCnt="5">
        <dgm:presLayoutVars>
          <dgm:bulletEnabled val="1"/>
        </dgm:presLayoutVars>
      </dgm:prSet>
      <dgm:spPr/>
    </dgm:pt>
    <dgm:pt modelId="{8106300B-2A83-479B-A79A-8443815ED1E7}" type="pres">
      <dgm:prSet presAssocID="{25825999-9045-43C4-A08E-8D17AB15EE06}" presName="aSpace" presStyleCnt="0"/>
      <dgm:spPr/>
    </dgm:pt>
    <dgm:pt modelId="{9A551287-E600-4B9A-96A8-B7FB4856159E}" type="pres">
      <dgm:prSet presAssocID="{6155F8F8-C43B-4836-8243-8AE713A4DE5A}" presName="aNode" presStyleLbl="fgAcc1" presStyleIdx="1" presStyleCnt="5">
        <dgm:presLayoutVars>
          <dgm:bulletEnabled val="1"/>
        </dgm:presLayoutVars>
      </dgm:prSet>
      <dgm:spPr/>
    </dgm:pt>
    <dgm:pt modelId="{AAB6C52D-7C16-4A5B-A5CA-105BBF76AC34}" type="pres">
      <dgm:prSet presAssocID="{6155F8F8-C43B-4836-8243-8AE713A4DE5A}" presName="aSpace" presStyleCnt="0"/>
      <dgm:spPr/>
    </dgm:pt>
    <dgm:pt modelId="{24382C39-7A10-4E0F-ADD2-4ED79A0C831D}" type="pres">
      <dgm:prSet presAssocID="{ACAE7A03-0718-4C92-A2F4-89F97AFA0CAD}" presName="aNode" presStyleLbl="fgAcc1" presStyleIdx="2" presStyleCnt="5">
        <dgm:presLayoutVars>
          <dgm:bulletEnabled val="1"/>
        </dgm:presLayoutVars>
      </dgm:prSet>
      <dgm:spPr/>
    </dgm:pt>
    <dgm:pt modelId="{35C15D8E-AD13-41BE-B78D-7313614921F2}" type="pres">
      <dgm:prSet presAssocID="{ACAE7A03-0718-4C92-A2F4-89F97AFA0CAD}" presName="aSpace" presStyleCnt="0"/>
      <dgm:spPr/>
    </dgm:pt>
    <dgm:pt modelId="{35E5787A-5526-4FC7-9B73-E81EAA4780F7}" type="pres">
      <dgm:prSet presAssocID="{879FC2AD-8F0A-4F33-B488-096B5F36D19A}" presName="aNode" presStyleLbl="fgAcc1" presStyleIdx="3" presStyleCnt="5">
        <dgm:presLayoutVars>
          <dgm:bulletEnabled val="1"/>
        </dgm:presLayoutVars>
      </dgm:prSet>
      <dgm:spPr/>
    </dgm:pt>
    <dgm:pt modelId="{23C59BEB-73B3-491B-9702-089A46B689E9}" type="pres">
      <dgm:prSet presAssocID="{879FC2AD-8F0A-4F33-B488-096B5F36D19A}" presName="aSpace" presStyleCnt="0"/>
      <dgm:spPr/>
    </dgm:pt>
    <dgm:pt modelId="{70C33EE6-4538-46DA-B276-2445C7360B8F}" type="pres">
      <dgm:prSet presAssocID="{654B9EE9-0073-4C12-9158-BA5CC6BCBE9B}" presName="aNode" presStyleLbl="fgAcc1" presStyleIdx="4" presStyleCnt="5">
        <dgm:presLayoutVars>
          <dgm:bulletEnabled val="1"/>
        </dgm:presLayoutVars>
      </dgm:prSet>
      <dgm:spPr/>
    </dgm:pt>
    <dgm:pt modelId="{2F9AAE60-E67F-4DC3-80FC-DE441D6BE8DB}" type="pres">
      <dgm:prSet presAssocID="{654B9EE9-0073-4C12-9158-BA5CC6BCBE9B}" presName="aSpace" presStyleCnt="0"/>
      <dgm:spPr/>
    </dgm:pt>
  </dgm:ptLst>
  <dgm:cxnLst>
    <dgm:cxn modelId="{466C4B06-12A3-4C5F-80F7-7BBB711BEFF3}" srcId="{D7977BF8-9760-4250-A20F-96557A534E44}" destId="{25825999-9045-43C4-A08E-8D17AB15EE06}" srcOrd="0" destOrd="0" parTransId="{8CEFD805-6A78-4D65-883F-2EECD31AB0CD}" sibTransId="{AD91AA97-B75C-400F-BD14-6C1D7B318245}"/>
    <dgm:cxn modelId="{484B3B08-A4B7-45A4-84F1-F07BBA1960FE}" srcId="{D7977BF8-9760-4250-A20F-96557A534E44}" destId="{ACAE7A03-0718-4C92-A2F4-89F97AFA0CAD}" srcOrd="2" destOrd="0" parTransId="{64D20E53-8E53-4210-A6AA-832C3805B73B}" sibTransId="{9037D08E-68C0-4365-ACFD-30100C6BE525}"/>
    <dgm:cxn modelId="{A511D814-DE70-4A3C-B876-A3F62018AE2E}" srcId="{D7977BF8-9760-4250-A20F-96557A534E44}" destId="{6155F8F8-C43B-4836-8243-8AE713A4DE5A}" srcOrd="1" destOrd="0" parTransId="{846E1E63-8F53-4681-80FD-E3F8BEBF544E}" sibTransId="{D8F63B1E-B070-47ED-94E1-0E2D1C27866A}"/>
    <dgm:cxn modelId="{F3251215-8194-47A0-9696-44C40F56F75C}" type="presOf" srcId="{ACAE7A03-0718-4C92-A2F4-89F97AFA0CAD}" destId="{24382C39-7A10-4E0F-ADD2-4ED79A0C831D}" srcOrd="0" destOrd="0" presId="urn:microsoft.com/office/officeart/2005/8/layout/pyramid2"/>
    <dgm:cxn modelId="{82B9516E-F810-4174-9E1E-9A490E2CBF34}" type="presOf" srcId="{879FC2AD-8F0A-4F33-B488-096B5F36D19A}" destId="{35E5787A-5526-4FC7-9B73-E81EAA4780F7}" srcOrd="0" destOrd="0" presId="urn:microsoft.com/office/officeart/2005/8/layout/pyramid2"/>
    <dgm:cxn modelId="{73410170-3792-4B14-97F9-1EB6496D41B9}" srcId="{D7977BF8-9760-4250-A20F-96557A534E44}" destId="{654B9EE9-0073-4C12-9158-BA5CC6BCBE9B}" srcOrd="4" destOrd="0" parTransId="{73523D9C-8518-42A0-A774-E89ABE8CEDFB}" sibTransId="{CA1AE786-1CB0-4648-9E43-33A5A4FA5BB4}"/>
    <dgm:cxn modelId="{AD319F94-BD39-4DBD-9115-24EA67110566}" srcId="{D7977BF8-9760-4250-A20F-96557A534E44}" destId="{879FC2AD-8F0A-4F33-B488-096B5F36D19A}" srcOrd="3" destOrd="0" parTransId="{2B7E4131-85FF-499B-8888-7676B1666844}" sibTransId="{9837E108-C993-4AB3-83FA-C14303584510}"/>
    <dgm:cxn modelId="{A39BBCA6-5990-4E11-B091-5ADC0CD9B1C6}" type="presOf" srcId="{25825999-9045-43C4-A08E-8D17AB15EE06}" destId="{F950CCD2-7621-4A06-AECD-AECDD7418C00}" srcOrd="0" destOrd="0" presId="urn:microsoft.com/office/officeart/2005/8/layout/pyramid2"/>
    <dgm:cxn modelId="{20F388B7-59E1-4298-8732-7621888D0EA8}" type="presOf" srcId="{D7977BF8-9760-4250-A20F-96557A534E44}" destId="{7D6509EA-A949-4CF2-B267-3DD7FA78C452}" srcOrd="0" destOrd="0" presId="urn:microsoft.com/office/officeart/2005/8/layout/pyramid2"/>
    <dgm:cxn modelId="{409729CC-2346-4504-A3E9-403CC7F01370}" type="presOf" srcId="{6155F8F8-C43B-4836-8243-8AE713A4DE5A}" destId="{9A551287-E600-4B9A-96A8-B7FB4856159E}" srcOrd="0" destOrd="0" presId="urn:microsoft.com/office/officeart/2005/8/layout/pyramid2"/>
    <dgm:cxn modelId="{B7DF36FD-666E-45EB-BA68-2D2C86FF55AA}" type="presOf" srcId="{654B9EE9-0073-4C12-9158-BA5CC6BCBE9B}" destId="{70C33EE6-4538-46DA-B276-2445C7360B8F}" srcOrd="0" destOrd="0" presId="urn:microsoft.com/office/officeart/2005/8/layout/pyramid2"/>
    <dgm:cxn modelId="{F8147666-8503-41A5-BF80-327FB65D54FE}" type="presParOf" srcId="{7D6509EA-A949-4CF2-B267-3DD7FA78C452}" destId="{F3BEBB12-02D5-4C95-9FC5-0AF9AB47C287}" srcOrd="0" destOrd="0" presId="urn:microsoft.com/office/officeart/2005/8/layout/pyramid2"/>
    <dgm:cxn modelId="{B35C9B09-DCEA-4DD2-A3F1-3D8A30AC8D32}" type="presParOf" srcId="{7D6509EA-A949-4CF2-B267-3DD7FA78C452}" destId="{56386A5B-01C0-4293-8B7F-6115B76D9D73}" srcOrd="1" destOrd="0" presId="urn:microsoft.com/office/officeart/2005/8/layout/pyramid2"/>
    <dgm:cxn modelId="{EDD7612F-62D0-48AC-932E-CC0CC3AF846F}" type="presParOf" srcId="{56386A5B-01C0-4293-8B7F-6115B76D9D73}" destId="{F950CCD2-7621-4A06-AECD-AECDD7418C00}" srcOrd="0" destOrd="0" presId="urn:microsoft.com/office/officeart/2005/8/layout/pyramid2"/>
    <dgm:cxn modelId="{7BD9E2AA-D4CF-4D4B-991B-D147E49BE9CD}" type="presParOf" srcId="{56386A5B-01C0-4293-8B7F-6115B76D9D73}" destId="{8106300B-2A83-479B-A79A-8443815ED1E7}" srcOrd="1" destOrd="0" presId="urn:microsoft.com/office/officeart/2005/8/layout/pyramid2"/>
    <dgm:cxn modelId="{48EAC6D5-6A39-49A5-9F7C-CDD81FEE46D7}" type="presParOf" srcId="{56386A5B-01C0-4293-8B7F-6115B76D9D73}" destId="{9A551287-E600-4B9A-96A8-B7FB4856159E}" srcOrd="2" destOrd="0" presId="urn:microsoft.com/office/officeart/2005/8/layout/pyramid2"/>
    <dgm:cxn modelId="{7361BD39-8C3F-492E-A5F3-B8B00E0063F1}" type="presParOf" srcId="{56386A5B-01C0-4293-8B7F-6115B76D9D73}" destId="{AAB6C52D-7C16-4A5B-A5CA-105BBF76AC34}" srcOrd="3" destOrd="0" presId="urn:microsoft.com/office/officeart/2005/8/layout/pyramid2"/>
    <dgm:cxn modelId="{115A58D9-2987-4D9E-98DF-7A5377A4D8E9}" type="presParOf" srcId="{56386A5B-01C0-4293-8B7F-6115B76D9D73}" destId="{24382C39-7A10-4E0F-ADD2-4ED79A0C831D}" srcOrd="4" destOrd="0" presId="urn:microsoft.com/office/officeart/2005/8/layout/pyramid2"/>
    <dgm:cxn modelId="{C634B086-E425-4F9B-B0E1-EFFF5E163B58}" type="presParOf" srcId="{56386A5B-01C0-4293-8B7F-6115B76D9D73}" destId="{35C15D8E-AD13-41BE-B78D-7313614921F2}" srcOrd="5" destOrd="0" presId="urn:microsoft.com/office/officeart/2005/8/layout/pyramid2"/>
    <dgm:cxn modelId="{620DD2DB-27DF-48E6-9D6A-0D0739BD91B8}" type="presParOf" srcId="{56386A5B-01C0-4293-8B7F-6115B76D9D73}" destId="{35E5787A-5526-4FC7-9B73-E81EAA4780F7}" srcOrd="6" destOrd="0" presId="urn:microsoft.com/office/officeart/2005/8/layout/pyramid2"/>
    <dgm:cxn modelId="{101747E2-C2ED-4A9E-92DB-0C7C3D477D31}" type="presParOf" srcId="{56386A5B-01C0-4293-8B7F-6115B76D9D73}" destId="{23C59BEB-73B3-491B-9702-089A46B689E9}" srcOrd="7" destOrd="0" presId="urn:microsoft.com/office/officeart/2005/8/layout/pyramid2"/>
    <dgm:cxn modelId="{778222EC-67DA-48C4-AC03-75E1D59367E1}" type="presParOf" srcId="{56386A5B-01C0-4293-8B7F-6115B76D9D73}" destId="{70C33EE6-4538-46DA-B276-2445C7360B8F}" srcOrd="8" destOrd="0" presId="urn:microsoft.com/office/officeart/2005/8/layout/pyramid2"/>
    <dgm:cxn modelId="{62F53506-9A42-48D7-BB02-F4178AA5D452}" type="presParOf" srcId="{56386A5B-01C0-4293-8B7F-6115B76D9D73}" destId="{2F9AAE60-E67F-4DC3-80FC-DE441D6BE8DB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EBB12-02D5-4C95-9FC5-0AF9AB47C287}">
      <dsp:nvSpPr>
        <dsp:cNvPr id="0" name=""/>
        <dsp:cNvSpPr/>
      </dsp:nvSpPr>
      <dsp:spPr>
        <a:xfrm>
          <a:off x="448665" y="0"/>
          <a:ext cx="5418667" cy="5418667"/>
        </a:xfrm>
        <a:prstGeom prst="triangl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0CCD2-7621-4A06-AECD-AECDD7418C00}">
      <dsp:nvSpPr>
        <dsp:cNvPr id="0" name=""/>
        <dsp:cNvSpPr/>
      </dsp:nvSpPr>
      <dsp:spPr>
        <a:xfrm>
          <a:off x="3657599" y="542395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Data corruption</a:t>
          </a:r>
          <a:endParaRPr lang="en-GB" sz="3200" kern="1200"/>
        </a:p>
      </dsp:txBody>
      <dsp:txXfrm>
        <a:off x="3695210" y="580006"/>
        <a:ext cx="3446911" cy="695244"/>
      </dsp:txXfrm>
    </dsp:sp>
    <dsp:sp modelId="{9A551287-E600-4B9A-96A8-B7FB4856159E}">
      <dsp:nvSpPr>
        <dsp:cNvPr id="0" name=""/>
        <dsp:cNvSpPr/>
      </dsp:nvSpPr>
      <dsp:spPr>
        <a:xfrm>
          <a:off x="3657599" y="1409170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err="1"/>
            <a:t>Outage</a:t>
          </a:r>
          <a:endParaRPr lang="en-GB" sz="3200" kern="1200"/>
        </a:p>
      </dsp:txBody>
      <dsp:txXfrm>
        <a:off x="3695210" y="1446781"/>
        <a:ext cx="3446911" cy="695244"/>
      </dsp:txXfrm>
    </dsp:sp>
    <dsp:sp modelId="{24382C39-7A10-4E0F-ADD2-4ED79A0C831D}">
      <dsp:nvSpPr>
        <dsp:cNvPr id="0" name=""/>
        <dsp:cNvSpPr/>
      </dsp:nvSpPr>
      <dsp:spPr>
        <a:xfrm>
          <a:off x="3657599" y="2275945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Service disruption</a:t>
          </a:r>
          <a:endParaRPr lang="en-GB" sz="3200" kern="1200"/>
        </a:p>
      </dsp:txBody>
      <dsp:txXfrm>
        <a:off x="3695210" y="2313556"/>
        <a:ext cx="3446911" cy="695244"/>
      </dsp:txXfrm>
    </dsp:sp>
    <dsp:sp modelId="{35E5787A-5526-4FC7-9B73-E81EAA4780F7}">
      <dsp:nvSpPr>
        <dsp:cNvPr id="0" name=""/>
        <dsp:cNvSpPr/>
      </dsp:nvSpPr>
      <dsp:spPr>
        <a:xfrm>
          <a:off x="3657599" y="3142721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Bugs</a:t>
          </a:r>
          <a:endParaRPr lang="en-GB" sz="3200" kern="1200"/>
        </a:p>
      </dsp:txBody>
      <dsp:txXfrm>
        <a:off x="3695210" y="3180332"/>
        <a:ext cx="3446911" cy="695244"/>
      </dsp:txXfrm>
    </dsp:sp>
    <dsp:sp modelId="{70C33EE6-4538-46DA-B276-2445C7360B8F}">
      <dsp:nvSpPr>
        <dsp:cNvPr id="0" name=""/>
        <dsp:cNvSpPr/>
      </dsp:nvSpPr>
      <dsp:spPr>
        <a:xfrm>
          <a:off x="3657599" y="4009496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Perf </a:t>
          </a:r>
          <a:r>
            <a:rPr lang="fr-FR" sz="3200" kern="1200" err="1"/>
            <a:t>reduction</a:t>
          </a:r>
          <a:endParaRPr lang="en-GB" sz="3200" kern="1200"/>
        </a:p>
      </dsp:txBody>
      <dsp:txXfrm>
        <a:off x="3695210" y="4047107"/>
        <a:ext cx="3446911" cy="695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EBB12-02D5-4C95-9FC5-0AF9AB47C287}">
      <dsp:nvSpPr>
        <dsp:cNvPr id="0" name=""/>
        <dsp:cNvSpPr/>
      </dsp:nvSpPr>
      <dsp:spPr>
        <a:xfrm>
          <a:off x="448665" y="0"/>
          <a:ext cx="5418667" cy="5418667"/>
        </a:xfrm>
        <a:prstGeom prst="triangl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0CCD2-7621-4A06-AECD-AECDD7418C00}">
      <dsp:nvSpPr>
        <dsp:cNvPr id="0" name=""/>
        <dsp:cNvSpPr/>
      </dsp:nvSpPr>
      <dsp:spPr>
        <a:xfrm>
          <a:off x="3657599" y="542395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Data corruption</a:t>
          </a:r>
          <a:endParaRPr lang="en-GB" sz="3200" kern="1200"/>
        </a:p>
      </dsp:txBody>
      <dsp:txXfrm>
        <a:off x="3695210" y="580006"/>
        <a:ext cx="3446911" cy="695244"/>
      </dsp:txXfrm>
    </dsp:sp>
    <dsp:sp modelId="{9A551287-E600-4B9A-96A8-B7FB4856159E}">
      <dsp:nvSpPr>
        <dsp:cNvPr id="0" name=""/>
        <dsp:cNvSpPr/>
      </dsp:nvSpPr>
      <dsp:spPr>
        <a:xfrm>
          <a:off x="3657599" y="1409170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err="1"/>
            <a:t>Outage</a:t>
          </a:r>
          <a:endParaRPr lang="en-GB" sz="3200" kern="1200"/>
        </a:p>
      </dsp:txBody>
      <dsp:txXfrm>
        <a:off x="3695210" y="1446781"/>
        <a:ext cx="3446911" cy="695244"/>
      </dsp:txXfrm>
    </dsp:sp>
    <dsp:sp modelId="{24382C39-7A10-4E0F-ADD2-4ED79A0C831D}">
      <dsp:nvSpPr>
        <dsp:cNvPr id="0" name=""/>
        <dsp:cNvSpPr/>
      </dsp:nvSpPr>
      <dsp:spPr>
        <a:xfrm>
          <a:off x="3657599" y="2275945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Service disruption</a:t>
          </a:r>
          <a:endParaRPr lang="en-GB" sz="3200" kern="1200"/>
        </a:p>
      </dsp:txBody>
      <dsp:txXfrm>
        <a:off x="3695210" y="2313556"/>
        <a:ext cx="3446911" cy="695244"/>
      </dsp:txXfrm>
    </dsp:sp>
    <dsp:sp modelId="{35E5787A-5526-4FC7-9B73-E81EAA4780F7}">
      <dsp:nvSpPr>
        <dsp:cNvPr id="0" name=""/>
        <dsp:cNvSpPr/>
      </dsp:nvSpPr>
      <dsp:spPr>
        <a:xfrm>
          <a:off x="3657599" y="3142721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Bugs</a:t>
          </a:r>
          <a:endParaRPr lang="en-GB" sz="3200" kern="1200"/>
        </a:p>
      </dsp:txBody>
      <dsp:txXfrm>
        <a:off x="3695210" y="3180332"/>
        <a:ext cx="3446911" cy="695244"/>
      </dsp:txXfrm>
    </dsp:sp>
    <dsp:sp modelId="{70C33EE6-4538-46DA-B276-2445C7360B8F}">
      <dsp:nvSpPr>
        <dsp:cNvPr id="0" name=""/>
        <dsp:cNvSpPr/>
      </dsp:nvSpPr>
      <dsp:spPr>
        <a:xfrm>
          <a:off x="3657599" y="4009496"/>
          <a:ext cx="3522133" cy="7704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/>
            <a:t>Perf </a:t>
          </a:r>
          <a:r>
            <a:rPr lang="fr-FR" sz="3200" kern="1200" err="1"/>
            <a:t>reduction</a:t>
          </a:r>
          <a:endParaRPr lang="en-GB" sz="3200" kern="1200"/>
        </a:p>
      </dsp:txBody>
      <dsp:txXfrm>
        <a:off x="3695210" y="4047107"/>
        <a:ext cx="3446911" cy="695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9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12factor.net/dev-prod-parit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pload.wikimedia.org/wikipedia/commons/e/ee/Android_historical_version_distribution_-_vector.svg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3807" y="4332070"/>
            <a:ext cx="7197726" cy="1405467"/>
          </a:xfrm>
        </p:spPr>
        <p:txBody>
          <a:bodyPr rtlCol="0">
            <a:normAutofit/>
          </a:bodyPr>
          <a:lstStyle/>
          <a:p>
            <a:r>
              <a:rPr lang="en-GB" sz="2800" err="1">
                <a:cs typeface="Calibri"/>
              </a:rPr>
              <a:t>DeploymeNt</a:t>
            </a:r>
            <a:endParaRPr lang="en-US" sz="2800">
              <a:cs typeface="Calibri"/>
            </a:endParaRPr>
          </a:p>
        </p:txBody>
      </p:sp>
      <p:pic>
        <p:nvPicPr>
          <p:cNvPr id="1026" name="Picture 2" descr="NASA just sent a software update to a spacecraft 12B miles away :  r/hackernews">
            <a:extLst>
              <a:ext uri="{FF2B5EF4-FFF2-40B4-BE49-F238E27FC236}">
                <a16:creationId xmlns:a16="http://schemas.microsoft.com/office/drawing/2014/main" id="{60C1678B-D500-4D74-69AD-0113607B8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48" y="651605"/>
            <a:ext cx="6032081" cy="339068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86AE77A-FE6C-3A37-B98C-0FFBF79AA578}"/>
              </a:ext>
            </a:extLst>
          </p:cNvPr>
          <p:cNvSpPr txBox="1"/>
          <p:nvPr/>
        </p:nvSpPr>
        <p:spPr>
          <a:xfrm>
            <a:off x="624390" y="4042294"/>
            <a:ext cx="6955276" cy="1143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/>
              <a:t>Software deployment (Fortran) on Voyager 1,</a:t>
            </a:r>
            <a:br>
              <a:rPr lang="en-US" sz="2400" i="1" dirty="0"/>
            </a:br>
            <a:r>
              <a:rPr lang="en-US" sz="2400" i="1" dirty="0"/>
              <a:t>20 billion km (22 light hours) away in October 2023</a:t>
            </a:r>
            <a:endParaRPr lang="fr-FR" sz="2400" i="1" dirty="0"/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Overview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059830"/>
            <a:ext cx="5836346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What is so important about deployment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Various hosting systems</a:t>
            </a:r>
          </a:p>
          <a:p>
            <a:pPr>
              <a:lnSpc>
                <a:spcPct val="150000"/>
              </a:lnSpc>
            </a:pPr>
            <a:endParaRPr lang="en-US" sz="20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ea typeface="Calibri"/>
                <a:cs typeface="Calibri"/>
              </a:rPr>
              <a:t>Risks mitigation &amp; </a:t>
            </a:r>
            <a:r>
              <a:rPr lang="en-US" sz="2000">
                <a:latin typeface="Calibri"/>
                <a:ea typeface="Calibri"/>
                <a:cs typeface="Calibri"/>
              </a:rPr>
              <a:t>Good practices</a:t>
            </a:r>
          </a:p>
          <a:p>
            <a:pPr>
              <a:lnSpc>
                <a:spcPct val="150000"/>
              </a:lnSpc>
            </a:pPr>
            <a:endParaRPr lang="en-US" sz="20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alibri"/>
                <a:ea typeface="Calibri"/>
                <a:cs typeface="Calibri"/>
              </a:rPr>
              <a:t>Deploying on an always-connected system</a:t>
            </a:r>
          </a:p>
          <a:p>
            <a:pPr>
              <a:lnSpc>
                <a:spcPct val="150000"/>
              </a:lnSpc>
            </a:pPr>
            <a:endParaRPr lang="en-US" sz="200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>
                <a:latin typeface="Calibri"/>
                <a:ea typeface="Calibri"/>
                <a:cs typeface="Calibri"/>
              </a:rPr>
              <a:t>Deploying on a remote system (IOT)</a:t>
            </a:r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FC2A128-1F70-3E6A-C629-D84FACA0066B}"/>
              </a:ext>
            </a:extLst>
          </p:cNvPr>
          <p:cNvSpPr/>
          <p:nvPr/>
        </p:nvSpPr>
        <p:spPr>
          <a:xfrm>
            <a:off x="10154928" y="108540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81EA13-CBCC-947A-51EF-35597D1DA04E}"/>
              </a:ext>
            </a:extLst>
          </p:cNvPr>
          <p:cNvSpPr/>
          <p:nvPr/>
        </p:nvSpPr>
        <p:spPr>
          <a:xfrm>
            <a:off x="9861696" y="1712283"/>
            <a:ext cx="1098697" cy="1010093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95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What</a:t>
            </a:r>
            <a:r>
              <a:rPr lang="fr-FR"/>
              <a:t> </a:t>
            </a:r>
            <a:r>
              <a:rPr lang="fr-FR" err="1"/>
              <a:t>is</a:t>
            </a:r>
            <a:r>
              <a:rPr lang="fr-FR"/>
              <a:t> </a:t>
            </a:r>
            <a:r>
              <a:rPr lang="fr-FR" err="1"/>
              <a:t>deployment</a:t>
            </a:r>
            <a:r>
              <a:rPr lang="fr-FR"/>
              <a:t> about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185E7B7-BF77-8FA5-F450-22EF6CADB3AF}"/>
              </a:ext>
            </a:extLst>
          </p:cNvPr>
          <p:cNvSpPr/>
          <p:nvPr/>
        </p:nvSpPr>
        <p:spPr>
          <a:xfrm>
            <a:off x="998835" y="1546648"/>
            <a:ext cx="3408405" cy="32745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fr-FR" sz="3200"/>
            </a:br>
            <a:r>
              <a:rPr lang="fr-FR" sz="3200"/>
              <a:t>Image</a:t>
            </a:r>
            <a:br>
              <a:rPr lang="fr-FR" sz="3200"/>
            </a:br>
            <a:r>
              <a:rPr lang="fr-FR" sz="3200"/>
              <a:t>version n+1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BC66D41-2824-5251-9360-B8C227F88DA6}"/>
              </a:ext>
            </a:extLst>
          </p:cNvPr>
          <p:cNvSpPr/>
          <p:nvPr/>
        </p:nvSpPr>
        <p:spPr>
          <a:xfrm>
            <a:off x="7993705" y="1546648"/>
            <a:ext cx="3408405" cy="32745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fr-FR" sz="3200"/>
            </a:br>
            <a:r>
              <a:rPr lang="fr-FR" sz="3200"/>
              <a:t>Image</a:t>
            </a:r>
            <a:br>
              <a:rPr lang="fr-FR" sz="3200"/>
            </a:br>
            <a:r>
              <a:rPr lang="fr-FR" sz="3200"/>
              <a:t>version n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5FC96DA-A44D-A097-BC28-168510AB2271}"/>
              </a:ext>
            </a:extLst>
          </p:cNvPr>
          <p:cNvSpPr/>
          <p:nvPr/>
        </p:nvSpPr>
        <p:spPr>
          <a:xfrm>
            <a:off x="4477257" y="3013301"/>
            <a:ext cx="3438182" cy="5519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err="1">
                <a:solidFill>
                  <a:schemeClr val="bg1"/>
                </a:solidFill>
              </a:rPr>
              <a:t>Deploy</a:t>
            </a:r>
            <a:endParaRPr lang="fr-FR" sz="2400" b="1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1BBF7E-EA70-9FE6-C90F-A1284432D1C6}"/>
              </a:ext>
            </a:extLst>
          </p:cNvPr>
          <p:cNvSpPr txBox="1"/>
          <p:nvPr/>
        </p:nvSpPr>
        <p:spPr>
          <a:xfrm>
            <a:off x="666705" y="5315394"/>
            <a:ext cx="8062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err="1"/>
              <a:t>Updating</a:t>
            </a:r>
            <a:r>
              <a:rPr lang="fr-FR" sz="2000"/>
              <a:t> the host </a:t>
            </a:r>
            <a:r>
              <a:rPr lang="fr-FR" sz="2000" err="1"/>
              <a:t>environment</a:t>
            </a:r>
            <a:r>
              <a:rPr lang="fr-FR" sz="2000"/>
              <a:t> </a:t>
            </a:r>
            <a:r>
              <a:rPr lang="fr-FR" sz="2000" err="1"/>
              <a:t>with</a:t>
            </a:r>
            <a:r>
              <a:rPr lang="fr-FR" sz="2000"/>
              <a:t> a </a:t>
            </a:r>
            <a:r>
              <a:rPr lang="fr-FR" sz="2000" err="1"/>
              <a:t>newer</a:t>
            </a:r>
            <a:r>
              <a:rPr lang="fr-FR" sz="2000"/>
              <a:t>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/>
              <a:t>The </a:t>
            </a:r>
            <a:r>
              <a:rPr lang="fr-FR" sz="2000" err="1"/>
              <a:t>environment</a:t>
            </a:r>
            <a:r>
              <a:rPr lang="fr-FR" sz="2000"/>
              <a:t> </a:t>
            </a:r>
            <a:r>
              <a:rPr lang="fr-FR" sz="2000" err="1"/>
              <a:t>may</a:t>
            </a:r>
            <a:r>
              <a:rPr lang="fr-FR" sz="2000"/>
              <a:t> have </a:t>
            </a:r>
            <a:r>
              <a:rPr lang="fr-FR" sz="2000" err="1"/>
              <a:t>customers</a:t>
            </a:r>
            <a:r>
              <a:rPr lang="fr-FR" sz="2000"/>
              <a:t> </a:t>
            </a:r>
            <a:r>
              <a:rPr lang="fr-FR" sz="2000" err="1"/>
              <a:t>using</a:t>
            </a:r>
            <a:r>
              <a:rPr lang="fr-FR" sz="2000"/>
              <a:t> </a:t>
            </a:r>
            <a:r>
              <a:rPr lang="fr-FR" sz="2000" err="1"/>
              <a:t>it</a:t>
            </a:r>
            <a:endParaRPr lang="fr-FR" sz="20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685C597-34CB-D272-A180-F815DAC2AE2C}"/>
              </a:ext>
            </a:extLst>
          </p:cNvPr>
          <p:cNvSpPr txBox="1"/>
          <p:nvPr/>
        </p:nvSpPr>
        <p:spPr>
          <a:xfrm>
            <a:off x="2645750" y="1950742"/>
            <a:ext cx="2223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err="1"/>
              <a:t>Registry</a:t>
            </a:r>
            <a:endParaRPr lang="fr-FR" sz="360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32C8E65-911C-75A2-6761-FDED691BB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589" y="1828791"/>
            <a:ext cx="889694" cy="88969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39F9D3FD-D936-8011-4FE9-236D6D545DC8}"/>
              </a:ext>
            </a:extLst>
          </p:cNvPr>
          <p:cNvSpPr txBox="1"/>
          <p:nvPr/>
        </p:nvSpPr>
        <p:spPr>
          <a:xfrm>
            <a:off x="9649615" y="1962506"/>
            <a:ext cx="1228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/>
              <a:t>Host</a:t>
            </a:r>
            <a:endParaRPr lang="fr-FR" sz="2400"/>
          </a:p>
        </p:txBody>
      </p:sp>
      <p:pic>
        <p:nvPicPr>
          <p:cNvPr id="3" name="Picture 4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9BBC1E4B-436E-9183-3958-E2B4492446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213"/>
          <a:stretch/>
        </p:blipFill>
        <p:spPr>
          <a:xfrm>
            <a:off x="1405194" y="1801496"/>
            <a:ext cx="1177519" cy="8213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407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Hosting</a:t>
            </a:r>
            <a:r>
              <a:rPr lang="fr-FR"/>
              <a:t> </a:t>
            </a:r>
            <a:r>
              <a:rPr lang="fr-FR" err="1"/>
              <a:t>strategies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099145-672A-AD87-68F6-32F4233506B6}"/>
              </a:ext>
            </a:extLst>
          </p:cNvPr>
          <p:cNvSpPr txBox="1"/>
          <p:nvPr/>
        </p:nvSpPr>
        <p:spPr>
          <a:xfrm>
            <a:off x="519674" y="1027519"/>
            <a:ext cx="619961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Levels of control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36251F-F389-56CC-95F1-84285A3799C5}"/>
              </a:ext>
            </a:extLst>
          </p:cNvPr>
          <p:cNvSpPr txBox="1"/>
          <p:nvPr/>
        </p:nvSpPr>
        <p:spPr>
          <a:xfrm>
            <a:off x="617528" y="4373954"/>
            <a:ext cx="2819142" cy="23529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Physical security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Hardware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Cyber updates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OS updates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Network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E3C2FA1-F564-F943-9C1E-252BD3C34D96}"/>
              </a:ext>
            </a:extLst>
          </p:cNvPr>
          <p:cNvSpPr txBox="1"/>
          <p:nvPr/>
        </p:nvSpPr>
        <p:spPr>
          <a:xfrm>
            <a:off x="8294099" y="4697799"/>
            <a:ext cx="3472005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Focus on the app version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Cloud config (as code)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88B3FAAC-5257-F61D-E88E-B9BC3E7166C3}"/>
              </a:ext>
            </a:extLst>
          </p:cNvPr>
          <p:cNvGrpSpPr/>
          <p:nvPr/>
        </p:nvGrpSpPr>
        <p:grpSpPr>
          <a:xfrm>
            <a:off x="526954" y="1888351"/>
            <a:ext cx="11540246" cy="2574178"/>
            <a:chOff x="526954" y="1888351"/>
            <a:chExt cx="11540246" cy="2574178"/>
          </a:xfrm>
        </p:grpSpPr>
        <p:sp>
          <p:nvSpPr>
            <p:cNvPr id="6" name="Flèche : droite 5">
              <a:extLst>
                <a:ext uri="{FF2B5EF4-FFF2-40B4-BE49-F238E27FC236}">
                  <a16:creationId xmlns:a16="http://schemas.microsoft.com/office/drawing/2014/main" id="{67034C9D-9798-26DD-4626-C2161CD54E6D}"/>
                </a:ext>
              </a:extLst>
            </p:cNvPr>
            <p:cNvSpPr/>
            <p:nvPr/>
          </p:nvSpPr>
          <p:spPr>
            <a:xfrm rot="21249388">
              <a:off x="526954" y="1888351"/>
              <a:ext cx="11540246" cy="2574178"/>
            </a:xfrm>
            <a:prstGeom prst="rightArrow">
              <a:avLst>
                <a:gd name="adj1" fmla="val 50000"/>
                <a:gd name="adj2" fmla="val 122500"/>
              </a:avLst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EBC3BAC4-18DF-D768-EBD2-F391739889CA}"/>
                </a:ext>
              </a:extLst>
            </p:cNvPr>
            <p:cNvGrpSpPr/>
            <p:nvPr/>
          </p:nvGrpSpPr>
          <p:grpSpPr>
            <a:xfrm>
              <a:off x="617527" y="2078713"/>
              <a:ext cx="2476313" cy="1731287"/>
              <a:chOff x="5148" y="1517505"/>
              <a:chExt cx="2476313" cy="2023340"/>
            </a:xfrm>
          </p:grpSpPr>
          <p:sp>
            <p:nvSpPr>
              <p:cNvPr id="23" name="Rectangle : coins arrondis 22">
                <a:extLst>
                  <a:ext uri="{FF2B5EF4-FFF2-40B4-BE49-F238E27FC236}">
                    <a16:creationId xmlns:a16="http://schemas.microsoft.com/office/drawing/2014/main" id="{82A95F27-3F08-86C9-C95B-9FE3EED9EE17}"/>
                  </a:ext>
                </a:extLst>
              </p:cNvPr>
              <p:cNvSpPr/>
              <p:nvPr/>
            </p:nvSpPr>
            <p:spPr>
              <a:xfrm>
                <a:off x="5148" y="1517505"/>
                <a:ext cx="2476313" cy="202334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Rectangle : coins arrondis 4">
                <a:extLst>
                  <a:ext uri="{FF2B5EF4-FFF2-40B4-BE49-F238E27FC236}">
                    <a16:creationId xmlns:a16="http://schemas.microsoft.com/office/drawing/2014/main" id="{FFD6969E-3D04-4751-F13C-9D5656C4B4BC}"/>
                  </a:ext>
                </a:extLst>
              </p:cNvPr>
              <p:cNvSpPr txBox="1"/>
              <p:nvPr/>
            </p:nvSpPr>
            <p:spPr>
              <a:xfrm>
                <a:off x="103919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marL="0" lvl="0" indent="0"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3400" kern="1200"/>
                  <a:t>On-</a:t>
                </a:r>
                <a:r>
                  <a:rPr lang="fr-FR" sz="3400" kern="1200" err="1"/>
                  <a:t>premise</a:t>
                </a:r>
                <a:r>
                  <a:rPr lang="fr-FR" sz="3400" kern="1200"/>
                  <a:t> computer</a:t>
                </a:r>
                <a:endParaRPr lang="en-GB" sz="3400" kern="1200"/>
              </a:p>
            </p:txBody>
          </p:sp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ED47C48C-4D5C-5152-7B9C-8DEA8AE1D9BA}"/>
                </a:ext>
              </a:extLst>
            </p:cNvPr>
            <p:cNvGrpSpPr/>
            <p:nvPr/>
          </p:nvGrpSpPr>
          <p:grpSpPr>
            <a:xfrm>
              <a:off x="3217657" y="2078713"/>
              <a:ext cx="2476313" cy="1731287"/>
              <a:chOff x="2605278" y="1517505"/>
              <a:chExt cx="2476313" cy="2023340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A74A963A-179B-F900-B9AD-C88654C00D19}"/>
                  </a:ext>
                </a:extLst>
              </p:cNvPr>
              <p:cNvSpPr/>
              <p:nvPr/>
            </p:nvSpPr>
            <p:spPr>
              <a:xfrm>
                <a:off x="2605278" y="1517505"/>
                <a:ext cx="2476313" cy="202334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Rectangle : coins arrondis 6">
                <a:extLst>
                  <a:ext uri="{FF2B5EF4-FFF2-40B4-BE49-F238E27FC236}">
                    <a16:creationId xmlns:a16="http://schemas.microsoft.com/office/drawing/2014/main" id="{B0B1FE6B-3E57-2B0C-E45B-3057A9CC0BA3}"/>
                  </a:ext>
                </a:extLst>
              </p:cNvPr>
              <p:cNvSpPr txBox="1"/>
              <p:nvPr/>
            </p:nvSpPr>
            <p:spPr>
              <a:xfrm>
                <a:off x="2704049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marL="0" lvl="0" indent="0"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3400" kern="1200"/>
                  <a:t>Cloud VM</a:t>
                </a:r>
                <a:endParaRPr lang="en-GB" sz="3400" kern="120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C0F2A1C3-12BF-8728-A9B0-CD07AA655F0C}"/>
                </a:ext>
              </a:extLst>
            </p:cNvPr>
            <p:cNvGrpSpPr/>
            <p:nvPr/>
          </p:nvGrpSpPr>
          <p:grpSpPr>
            <a:xfrm>
              <a:off x="5817786" y="2078713"/>
              <a:ext cx="2476313" cy="1731287"/>
              <a:chOff x="5205407" y="1517505"/>
              <a:chExt cx="2476313" cy="2023340"/>
            </a:xfrm>
          </p:grpSpPr>
          <p:sp>
            <p:nvSpPr>
              <p:cNvPr id="19" name="Rectangle : coins arrondis 18">
                <a:extLst>
                  <a:ext uri="{FF2B5EF4-FFF2-40B4-BE49-F238E27FC236}">
                    <a16:creationId xmlns:a16="http://schemas.microsoft.com/office/drawing/2014/main" id="{888FACEA-D004-1210-B063-E266D2144E90}"/>
                  </a:ext>
                </a:extLst>
              </p:cNvPr>
              <p:cNvSpPr/>
              <p:nvPr/>
            </p:nvSpPr>
            <p:spPr>
              <a:xfrm>
                <a:off x="5205407" y="1517505"/>
                <a:ext cx="2476313" cy="202334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 : coins arrondis 8">
                <a:extLst>
                  <a:ext uri="{FF2B5EF4-FFF2-40B4-BE49-F238E27FC236}">
                    <a16:creationId xmlns:a16="http://schemas.microsoft.com/office/drawing/2014/main" id="{B5715C75-0192-DFB2-348D-A86F84D3918E}"/>
                  </a:ext>
                </a:extLst>
              </p:cNvPr>
              <p:cNvSpPr txBox="1"/>
              <p:nvPr/>
            </p:nvSpPr>
            <p:spPr>
              <a:xfrm>
                <a:off x="5304178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marL="0" lvl="0" indent="0"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fr-FR" sz="3400" kern="1200" err="1"/>
                  <a:t>Serverless</a:t>
                </a:r>
                <a:r>
                  <a:rPr lang="fr-FR" sz="3400" kern="1200"/>
                  <a:t> container runtime</a:t>
                </a:r>
                <a:endParaRPr lang="en-GB" sz="3400" kern="1200"/>
              </a:p>
            </p:txBody>
          </p:sp>
        </p:grp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DCC9FCC9-AAD0-BA34-BACF-B3F98A4134B8}"/>
                </a:ext>
              </a:extLst>
            </p:cNvPr>
            <p:cNvGrpSpPr/>
            <p:nvPr/>
          </p:nvGrpSpPr>
          <p:grpSpPr>
            <a:xfrm>
              <a:off x="8417916" y="2078713"/>
              <a:ext cx="2476313" cy="1731287"/>
              <a:chOff x="7805537" y="1517505"/>
              <a:chExt cx="2476313" cy="2023340"/>
            </a:xfrm>
          </p:grpSpPr>
          <p:sp>
            <p:nvSpPr>
              <p:cNvPr id="16" name="Rectangle : coins arrondis 15">
                <a:extLst>
                  <a:ext uri="{FF2B5EF4-FFF2-40B4-BE49-F238E27FC236}">
                    <a16:creationId xmlns:a16="http://schemas.microsoft.com/office/drawing/2014/main" id="{CF92936C-E539-5D3F-5451-EB1E7B630AA3}"/>
                  </a:ext>
                </a:extLst>
              </p:cNvPr>
              <p:cNvSpPr/>
              <p:nvPr/>
            </p:nvSpPr>
            <p:spPr>
              <a:xfrm>
                <a:off x="7805537" y="1517505"/>
                <a:ext cx="2476313" cy="202334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Rectangle : coins arrondis 10">
                <a:extLst>
                  <a:ext uri="{FF2B5EF4-FFF2-40B4-BE49-F238E27FC236}">
                    <a16:creationId xmlns:a16="http://schemas.microsoft.com/office/drawing/2014/main" id="{D7920501-BCA0-5B1C-FBB9-447EADA2DEF9}"/>
                  </a:ext>
                </a:extLst>
              </p:cNvPr>
              <p:cNvSpPr txBox="1"/>
              <p:nvPr/>
            </p:nvSpPr>
            <p:spPr>
              <a:xfrm>
                <a:off x="7904308" y="1616276"/>
                <a:ext cx="2278771" cy="18257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9540" tIns="129540" rIns="129540" bIns="129540" numCol="1" spcCol="1270" anchor="ctr" anchorCtr="0">
                <a:noAutofit/>
              </a:bodyPr>
              <a:lstStyle/>
              <a:p>
                <a:pPr algn="ctr" defTabSz="1511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fr-FR" sz="3400" err="1"/>
                  <a:t>Function</a:t>
                </a:r>
                <a:r>
                  <a:rPr lang="fr-FR" sz="3400"/>
                  <a:t>-as-a-service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620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aaS vs PaaS vs IaaS: What's The Difference &amp; How To Choose – BMC Software  | Blogs">
            <a:extLst>
              <a:ext uri="{FF2B5EF4-FFF2-40B4-BE49-F238E27FC236}">
                <a16:creationId xmlns:a16="http://schemas.microsoft.com/office/drawing/2014/main" id="{0F831DBE-45AF-804A-B8EA-39311007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698" y="1587006"/>
            <a:ext cx="5558058" cy="5163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5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01CFBB32-C029-6466-D21C-770BBD6BB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184" y="152206"/>
            <a:ext cx="5929645" cy="1426928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FA722F4A-5D00-75B4-8A4C-759C859A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Hosting</a:t>
            </a:r>
            <a:r>
              <a:rPr lang="fr-FR"/>
              <a:t> </a:t>
            </a:r>
            <a:r>
              <a:rPr lang="fr-FR" err="1"/>
              <a:t>strategies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68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Hosting</a:t>
            </a:r>
            <a:r>
              <a:rPr lang="fr-FR"/>
              <a:t> </a:t>
            </a:r>
            <a:r>
              <a:rPr lang="fr-FR" err="1"/>
              <a:t>strategies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099145-672A-AD87-68F6-32F4233506B6}"/>
              </a:ext>
            </a:extLst>
          </p:cNvPr>
          <p:cNvSpPr txBox="1"/>
          <p:nvPr/>
        </p:nvSpPr>
        <p:spPr>
          <a:xfrm>
            <a:off x="526125" y="2142107"/>
            <a:ext cx="11393681" cy="29435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“On-prem” </a:t>
            </a:r>
            <a:r>
              <a:rPr lang="en-US" sz="2400">
                <a:latin typeface="Calibri"/>
                <a:ea typeface="Calibri"/>
                <a:cs typeface="Calibri"/>
              </a:rPr>
              <a:t>for hosting ultra-sensitive info</a:t>
            </a:r>
            <a:endParaRPr lang="en-US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3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Cloud VM </a:t>
            </a:r>
            <a:r>
              <a:rPr lang="en-US" sz="2400">
                <a:latin typeface="Calibri"/>
                <a:ea typeface="Calibri"/>
                <a:cs typeface="Calibri"/>
              </a:rPr>
              <a:t>when needing specific tools to install, for non-</a:t>
            </a:r>
            <a:r>
              <a:rPr lang="en-US" sz="2400" err="1">
                <a:latin typeface="Calibri"/>
                <a:ea typeface="Calibri"/>
                <a:cs typeface="Calibri"/>
              </a:rPr>
              <a:t>dockerized</a:t>
            </a:r>
            <a:r>
              <a:rPr lang="en-US" sz="2400">
                <a:latin typeface="Calibri"/>
                <a:ea typeface="Calibri"/>
                <a:cs typeface="Calibri"/>
              </a:rPr>
              <a:t> workloads</a:t>
            </a:r>
            <a:endParaRPr lang="en-US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Serverless container runtime </a:t>
            </a:r>
            <a:r>
              <a:rPr lang="en-US" sz="2400">
                <a:latin typeface="Calibri"/>
                <a:ea typeface="Calibri"/>
                <a:cs typeface="Calibri"/>
              </a:rPr>
              <a:t>simple single container apps to K8S microservices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FAAS </a:t>
            </a: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 code executed in a premade environment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pic>
        <p:nvPicPr>
          <p:cNvPr id="6" name="Image 5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3FAF082D-BFCC-B133-744B-C9260FB63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184" y="152206"/>
            <a:ext cx="5929645" cy="142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45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Hosting</a:t>
            </a:r>
            <a:r>
              <a:rPr lang="fr-FR"/>
              <a:t> in the cloud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099145-672A-AD87-68F6-32F4233506B6}"/>
              </a:ext>
            </a:extLst>
          </p:cNvPr>
          <p:cNvSpPr txBox="1"/>
          <p:nvPr/>
        </p:nvSpPr>
        <p:spPr>
          <a:xfrm>
            <a:off x="444845" y="1799187"/>
            <a:ext cx="8756406" cy="1235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en-US" sz="2000">
                <a:ea typeface="Calibri"/>
                <a:cs typeface="Calibri"/>
              </a:rPr>
              <a:t>Managed services = more focus on the app, less on the low level layers</a:t>
            </a:r>
          </a:p>
          <a:p>
            <a:pPr>
              <a:lnSpc>
                <a:spcPct val="200000"/>
              </a:lnSpc>
            </a:pPr>
            <a:r>
              <a:rPr lang="en-GB" sz="20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en-US" sz="2000">
                <a:latin typeface="Calibri"/>
                <a:ea typeface="Calibri"/>
                <a:cs typeface="Calibri"/>
              </a:rPr>
              <a:t>Elasticity property = scale up &amp; down as needed, pay for what you need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218B87D-0E41-47A0-78BC-3ABE6928E532}"/>
              </a:ext>
            </a:extLst>
          </p:cNvPr>
          <p:cNvSpPr txBox="1"/>
          <p:nvPr/>
        </p:nvSpPr>
        <p:spPr>
          <a:xfrm>
            <a:off x="9044026" y="4048968"/>
            <a:ext cx="3064483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/>
              <a:t>Scaling issues because of variable load</a:t>
            </a:r>
            <a:endParaRPr lang="fr-FR" sz="2400" i="1"/>
          </a:p>
        </p:txBody>
      </p:sp>
      <p:pic>
        <p:nvPicPr>
          <p:cNvPr id="17" name="Image 16" descr="Une image contenant Tracé, ligne, texte, diagramme&#10;&#10;Description générée automatiquement">
            <a:extLst>
              <a:ext uri="{FF2B5EF4-FFF2-40B4-BE49-F238E27FC236}">
                <a16:creationId xmlns:a16="http://schemas.microsoft.com/office/drawing/2014/main" id="{702D9425-DBAB-708B-956B-DE7964B8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70" y="3411463"/>
            <a:ext cx="6671373" cy="3253089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4FD08F0-BC93-89BF-9451-94EAFA10E80C}"/>
              </a:ext>
            </a:extLst>
          </p:cNvPr>
          <p:cNvCxnSpPr/>
          <p:nvPr/>
        </p:nvCxnSpPr>
        <p:spPr>
          <a:xfrm>
            <a:off x="3119120" y="4378960"/>
            <a:ext cx="5252720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Image 3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18163C28-EA58-98A8-B3B3-569D9539B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184" y="152206"/>
            <a:ext cx="5929645" cy="142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7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Hosting</a:t>
            </a:r>
            <a:r>
              <a:rPr lang="fr-FR"/>
              <a:t> </a:t>
            </a:r>
            <a:r>
              <a:rPr lang="fr-FR" err="1"/>
              <a:t>CONtainers</a:t>
            </a:r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099145-672A-AD87-68F6-32F4233506B6}"/>
              </a:ext>
            </a:extLst>
          </p:cNvPr>
          <p:cNvSpPr txBox="1"/>
          <p:nvPr/>
        </p:nvSpPr>
        <p:spPr>
          <a:xfrm>
            <a:off x="547150" y="1130768"/>
            <a:ext cx="2161162" cy="589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>
                <a:ea typeface="Calibri"/>
                <a:cs typeface="Calibri"/>
              </a:rPr>
              <a:t>Some examples</a:t>
            </a:r>
            <a:endParaRPr lang="en-US" sz="2400" i="1">
              <a:latin typeface="Calibri"/>
              <a:ea typeface="Calibri"/>
              <a:cs typeface="Calibri"/>
            </a:endParaRP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8B2EC4-B71B-FA0A-7B09-33A3B7207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2322" y="2351951"/>
            <a:ext cx="1371641" cy="1371641"/>
          </a:xfrm>
          <a:prstGeom prst="rect">
            <a:avLst/>
          </a:prstGeom>
        </p:spPr>
      </p:pic>
      <p:pic>
        <p:nvPicPr>
          <p:cNvPr id="1026" name="Picture 2" descr="kb">
            <a:extLst>
              <a:ext uri="{FF2B5EF4-FFF2-40B4-BE49-F238E27FC236}">
                <a16:creationId xmlns:a16="http://schemas.microsoft.com/office/drawing/2014/main" id="{F7F4F902-DB9B-37AB-464E-F06FA8EBC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447" y="4713399"/>
            <a:ext cx="9144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ED02421-F64C-FD7B-6C03-7A7D6452CC5B}"/>
              </a:ext>
            </a:extLst>
          </p:cNvPr>
          <p:cNvSpPr txBox="1"/>
          <p:nvPr/>
        </p:nvSpPr>
        <p:spPr>
          <a:xfrm>
            <a:off x="2342333" y="3580528"/>
            <a:ext cx="3142466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Azure container instances</a:t>
            </a:r>
          </a:p>
        </p:txBody>
      </p:sp>
      <p:pic>
        <p:nvPicPr>
          <p:cNvPr id="2050" name="Picture 2" descr="Industry Usecases Of Azure Kubernetes Service ! | by Ashisharma | Medium">
            <a:extLst>
              <a:ext uri="{FF2B5EF4-FFF2-40B4-BE49-F238E27FC236}">
                <a16:creationId xmlns:a16="http://schemas.microsoft.com/office/drawing/2014/main" id="{B8F0011E-D5B2-3498-8EB9-D3EF76B5F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708" y="2259290"/>
            <a:ext cx="1371641" cy="154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0210693-9CB5-003B-B5AF-EF68CCC79B8B}"/>
              </a:ext>
            </a:extLst>
          </p:cNvPr>
          <p:cNvSpPr txBox="1"/>
          <p:nvPr/>
        </p:nvSpPr>
        <p:spPr>
          <a:xfrm>
            <a:off x="6180176" y="3765335"/>
            <a:ext cx="3623373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Azure Kubernetes service (AKS)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6C81BED-E922-C027-4979-DFD48A24C6DE}"/>
              </a:ext>
            </a:extLst>
          </p:cNvPr>
          <p:cNvSpPr txBox="1"/>
          <p:nvPr/>
        </p:nvSpPr>
        <p:spPr>
          <a:xfrm>
            <a:off x="6430161" y="5867873"/>
            <a:ext cx="3623373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OVH Kubernetes service</a:t>
            </a:r>
          </a:p>
        </p:txBody>
      </p:sp>
      <p:pic>
        <p:nvPicPr>
          <p:cNvPr id="12" name="Image 11" descr="Une image contenant Bleu électrique, Graphique, symbole, capture d’écran&#10;&#10;Description générée automatiquement">
            <a:extLst>
              <a:ext uri="{FF2B5EF4-FFF2-40B4-BE49-F238E27FC236}">
                <a16:creationId xmlns:a16="http://schemas.microsoft.com/office/drawing/2014/main" id="{27336237-4A20-36F3-F7ED-97CF502B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573" y="4518703"/>
            <a:ext cx="1378226" cy="123825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2AD7D46-9C16-9224-BB3F-C582D9F3FC27}"/>
              </a:ext>
            </a:extLst>
          </p:cNvPr>
          <p:cNvSpPr txBox="1"/>
          <p:nvPr/>
        </p:nvSpPr>
        <p:spPr>
          <a:xfrm>
            <a:off x="3913566" y="5639830"/>
            <a:ext cx="202741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Google cloud run</a:t>
            </a:r>
          </a:p>
        </p:txBody>
      </p:sp>
      <p:pic>
        <p:nvPicPr>
          <p:cNvPr id="2052" name="Picture 4" descr="AWS Fargate - Lumigo">
            <a:extLst>
              <a:ext uri="{FF2B5EF4-FFF2-40B4-BE49-F238E27FC236}">
                <a16:creationId xmlns:a16="http://schemas.microsoft.com/office/drawing/2014/main" id="{FA277F52-6928-139E-2A64-F321857B5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92" y="4338570"/>
            <a:ext cx="1767230" cy="17672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F488329-7548-458F-4A97-C8836350EE9F}"/>
              </a:ext>
            </a:extLst>
          </p:cNvPr>
          <p:cNvSpPr txBox="1"/>
          <p:nvPr/>
        </p:nvSpPr>
        <p:spPr>
          <a:xfrm>
            <a:off x="990601" y="6030137"/>
            <a:ext cx="202741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AWS </a:t>
            </a:r>
            <a:r>
              <a:rPr lang="en-US" sz="2000" i="1" err="1">
                <a:latin typeface="Calibri"/>
                <a:ea typeface="Calibri"/>
                <a:cs typeface="Calibri"/>
              </a:rPr>
              <a:t>Fargate</a:t>
            </a:r>
            <a:endParaRPr lang="en-US" sz="2000" i="1">
              <a:latin typeface="Calibri"/>
              <a:ea typeface="Calibri"/>
              <a:cs typeface="Calibri"/>
            </a:endParaRPr>
          </a:p>
        </p:txBody>
      </p:sp>
      <p:pic>
        <p:nvPicPr>
          <p:cNvPr id="6" name="Image 5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2D8F5D4D-036D-6010-76BE-CCFB3CD65A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5184" y="152206"/>
            <a:ext cx="5929645" cy="1426928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71F3533-DF95-CA1B-5A5F-6EB94D325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495" y="3207007"/>
            <a:ext cx="1759626" cy="17596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D461AF3-60AB-ED37-5669-0E486B29A02E}"/>
              </a:ext>
            </a:extLst>
          </p:cNvPr>
          <p:cNvSpPr txBox="1"/>
          <p:nvPr/>
        </p:nvSpPr>
        <p:spPr>
          <a:xfrm>
            <a:off x="10167625" y="4969039"/>
            <a:ext cx="1887204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latin typeface="Calibri"/>
                <a:ea typeface="Calibri"/>
                <a:cs typeface="Calibri"/>
              </a:rPr>
              <a:t>AWS Lambda</a:t>
            </a:r>
          </a:p>
        </p:txBody>
      </p:sp>
    </p:spTree>
    <p:extLst>
      <p:ext uri="{BB962C8B-B14F-4D97-AF65-F5344CB8AC3E}">
        <p14:creationId xmlns:p14="http://schemas.microsoft.com/office/powerpoint/2010/main" val="1948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/>
              <a:t>Risks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BD50F0EE-D241-3578-2B7F-4CBECC8E7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4769821"/>
              </p:ext>
            </p:extLst>
          </p:nvPr>
        </p:nvGraphicFramePr>
        <p:xfrm>
          <a:off x="2701303" y="84651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2" descr="Movie gif. Robert Hays as Ted from Airplane! sweats vigorously, the perspiration dripping down his face and soaking his clothes. He wipes his hand over his brow, to no avail.">
            <a:extLst>
              <a:ext uri="{FF2B5EF4-FFF2-40B4-BE49-F238E27FC236}">
                <a16:creationId xmlns:a16="http://schemas.microsoft.com/office/drawing/2014/main" id="{B28620E4-38C9-0D6F-8DB4-CFE025BBC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02779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55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/>
              <a:t>Risks mitigation</a:t>
            </a: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BD50F0EE-D241-3578-2B7F-4CBECC8E7E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353801"/>
              </p:ext>
            </p:extLst>
          </p:nvPr>
        </p:nvGraphicFramePr>
        <p:xfrm>
          <a:off x="-296421" y="113874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134DAB7-CB39-5E7A-7B3F-45D2EE98F8DB}"/>
              </a:ext>
            </a:extLst>
          </p:cNvPr>
          <p:cNvSpPr txBox="1"/>
          <p:nvPr/>
        </p:nvSpPr>
        <p:spPr>
          <a:xfrm>
            <a:off x="7117782" y="1732631"/>
            <a:ext cx="507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Testing</a:t>
            </a:r>
            <a:r>
              <a:rPr lang="fr-FR" sz="2800"/>
              <a:t> </a:t>
            </a:r>
            <a:r>
              <a:rPr lang="fr-FR" sz="2800" err="1"/>
              <a:t>with</a:t>
            </a:r>
            <a:r>
              <a:rPr lang="fr-FR" sz="2800"/>
              <a:t> prod-like data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DB4F87-C0EB-3E65-0D79-FF425C03EA2C}"/>
              </a:ext>
            </a:extLst>
          </p:cNvPr>
          <p:cNvSpPr txBox="1"/>
          <p:nvPr/>
        </p:nvSpPr>
        <p:spPr>
          <a:xfrm>
            <a:off x="7117782" y="2595010"/>
            <a:ext cx="507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Rollback </a:t>
            </a:r>
            <a:r>
              <a:rPr lang="fr-FR" sz="2800" err="1"/>
              <a:t>strategy</a:t>
            </a:r>
            <a:endParaRPr lang="fr-FR" sz="28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86A9D74-E069-46A2-537D-8B67232BEF2F}"/>
              </a:ext>
            </a:extLst>
          </p:cNvPr>
          <p:cNvSpPr txBox="1"/>
          <p:nvPr/>
        </p:nvSpPr>
        <p:spPr>
          <a:xfrm>
            <a:off x="7117782" y="3457389"/>
            <a:ext cx="507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Maintenance </a:t>
            </a:r>
            <a:r>
              <a:rPr lang="fr-FR" sz="2800" err="1"/>
              <a:t>windows</a:t>
            </a:r>
            <a:endParaRPr lang="fr-FR" sz="280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2E2F843-8867-566F-BE90-2FA10092F605}"/>
              </a:ext>
            </a:extLst>
          </p:cNvPr>
          <p:cNvSpPr txBox="1"/>
          <p:nvPr/>
        </p:nvSpPr>
        <p:spPr>
          <a:xfrm>
            <a:off x="7117782" y="4340540"/>
            <a:ext cx="507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Testing</a:t>
            </a:r>
            <a:r>
              <a:rPr lang="fr-FR" sz="2800"/>
              <a:t> at </a:t>
            </a:r>
            <a:r>
              <a:rPr lang="fr-FR" sz="2800" err="1"/>
              <a:t>many</a:t>
            </a:r>
            <a:r>
              <a:rPr lang="fr-FR" sz="2800"/>
              <a:t> </a:t>
            </a:r>
            <a:r>
              <a:rPr lang="fr-FR" sz="2800" err="1"/>
              <a:t>levels</a:t>
            </a:r>
            <a:endParaRPr lang="fr-FR" sz="280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70D807-7EDB-693D-270E-33A74C2F9B70}"/>
              </a:ext>
            </a:extLst>
          </p:cNvPr>
          <p:cNvSpPr txBox="1"/>
          <p:nvPr/>
        </p:nvSpPr>
        <p:spPr>
          <a:xfrm>
            <a:off x="7117782" y="5223691"/>
            <a:ext cx="507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Stress tests</a:t>
            </a:r>
          </a:p>
        </p:txBody>
      </p:sp>
    </p:spTree>
    <p:extLst>
      <p:ext uri="{BB962C8B-B14F-4D97-AF65-F5344CB8AC3E}">
        <p14:creationId xmlns:p14="http://schemas.microsoft.com/office/powerpoint/2010/main" val="23488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Testing</a:t>
            </a:r>
            <a:r>
              <a:rPr lang="fr-FR"/>
              <a:t> </a:t>
            </a:r>
            <a:r>
              <a:rPr lang="fr-FR" err="1"/>
              <a:t>environments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1BBF7E-EA70-9FE6-C90F-A1284432D1C6}"/>
              </a:ext>
            </a:extLst>
          </p:cNvPr>
          <p:cNvSpPr txBox="1"/>
          <p:nvPr/>
        </p:nvSpPr>
        <p:spPr>
          <a:xfrm>
            <a:off x="251925" y="5982617"/>
            <a:ext cx="66866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/>
              <a:t>Best practices bible: </a:t>
            </a:r>
            <a:r>
              <a:rPr lang="en-GB" sz="2000">
                <a:hlinkClick r:id="rId2"/>
              </a:rPr>
              <a:t>https://12factor.net/dev-prod-parity</a:t>
            </a:r>
            <a:endParaRPr lang="en-GB" sz="2000"/>
          </a:p>
          <a:p>
            <a:r>
              <a:rPr lang="en-GB" sz="2000"/>
              <a:t>Step by step validation process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BC36406-F20D-655C-3ABF-4FE17415DAD3}"/>
              </a:ext>
            </a:extLst>
          </p:cNvPr>
          <p:cNvSpPr/>
          <p:nvPr/>
        </p:nvSpPr>
        <p:spPr>
          <a:xfrm>
            <a:off x="693354" y="1462027"/>
            <a:ext cx="2451194" cy="2554012"/>
          </a:xfrm>
          <a:prstGeom prst="roundRect">
            <a:avLst>
              <a:gd name="adj" fmla="val 699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fr-FR" sz="2400"/>
            </a:br>
            <a:r>
              <a:rPr lang="fr-FR" sz="2400"/>
              <a:t>Image</a:t>
            </a:r>
            <a:br>
              <a:rPr lang="fr-FR" sz="2400"/>
            </a:br>
            <a:r>
              <a:rPr lang="fr-FR" sz="2400"/>
              <a:t>version n+1</a:t>
            </a:r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E48B3046-FECA-2023-98AD-A182722A3D5E}"/>
              </a:ext>
            </a:extLst>
          </p:cNvPr>
          <p:cNvSpPr/>
          <p:nvPr/>
        </p:nvSpPr>
        <p:spPr>
          <a:xfrm rot="21194784">
            <a:off x="3168700" y="1875957"/>
            <a:ext cx="2966836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AB9687A-3127-5D3D-EE8E-A3096927D230}"/>
              </a:ext>
            </a:extLst>
          </p:cNvPr>
          <p:cNvSpPr txBox="1"/>
          <p:nvPr/>
        </p:nvSpPr>
        <p:spPr>
          <a:xfrm>
            <a:off x="1808969" y="1711564"/>
            <a:ext cx="159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err="1"/>
              <a:t>Registry</a:t>
            </a:r>
            <a:endParaRPr lang="fr-FR" sz="2800"/>
          </a:p>
        </p:txBody>
      </p:sp>
      <p:pic>
        <p:nvPicPr>
          <p:cNvPr id="22" name="Picture 4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7B580882-1E27-3AD8-3945-3EAB195AE8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213"/>
          <a:stretch/>
        </p:blipFill>
        <p:spPr>
          <a:xfrm>
            <a:off x="852843" y="1630416"/>
            <a:ext cx="918418" cy="6406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0479B4B8-9537-CC87-56CB-32F24F2CBA21}"/>
              </a:ext>
            </a:extLst>
          </p:cNvPr>
          <p:cNvGrpSpPr/>
          <p:nvPr/>
        </p:nvGrpSpPr>
        <p:grpSpPr>
          <a:xfrm>
            <a:off x="6130378" y="1397570"/>
            <a:ext cx="2451194" cy="1029666"/>
            <a:chOff x="7511775" y="1630417"/>
            <a:chExt cx="2451194" cy="1029666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7FDF5CBA-C0FC-AB25-9B85-C60D8C739169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8AC386D1-633F-5E2D-52E4-2DDD606BB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11F1F24-8DE5-D017-532B-F727E4D67A35}"/>
                </a:ext>
              </a:extLst>
            </p:cNvPr>
            <p:cNvSpPr txBox="1"/>
            <p:nvPr/>
          </p:nvSpPr>
          <p:spPr>
            <a:xfrm>
              <a:off x="8835407" y="1875253"/>
              <a:ext cx="1109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dev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293E5BD-E6FF-5264-2134-15B2858F94CF}"/>
              </a:ext>
            </a:extLst>
          </p:cNvPr>
          <p:cNvGrpSpPr/>
          <p:nvPr/>
        </p:nvGrpSpPr>
        <p:grpSpPr>
          <a:xfrm>
            <a:off x="6130378" y="2533322"/>
            <a:ext cx="2451194" cy="1029666"/>
            <a:chOff x="7511775" y="1630417"/>
            <a:chExt cx="2451194" cy="1029666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5E1790B6-90E3-A1A5-DA74-A503157A487F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85F6D7FF-CB0B-DBEB-C3B6-1D470235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BD0E3FE-AF93-D671-74B9-AFA3EF8CE41E}"/>
                </a:ext>
              </a:extLst>
            </p:cNvPr>
            <p:cNvSpPr txBox="1"/>
            <p:nvPr/>
          </p:nvSpPr>
          <p:spPr>
            <a:xfrm>
              <a:off x="8835407" y="1875253"/>
              <a:ext cx="1109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err="1"/>
                <a:t>qa</a:t>
              </a:r>
              <a:endParaRPr lang="fr-FR" sz="2800"/>
            </a:p>
          </p:txBody>
        </p:sp>
      </p:grp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FF81BE5A-AD49-0A8C-DDCC-1E0C0382DBEA}"/>
              </a:ext>
            </a:extLst>
          </p:cNvPr>
          <p:cNvSpPr/>
          <p:nvPr/>
        </p:nvSpPr>
        <p:spPr>
          <a:xfrm>
            <a:off x="3192603" y="2608443"/>
            <a:ext cx="2869020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7FD97DA1-3C89-F116-705A-A8C64073FAA8}"/>
              </a:ext>
            </a:extLst>
          </p:cNvPr>
          <p:cNvGrpSpPr/>
          <p:nvPr/>
        </p:nvGrpSpPr>
        <p:grpSpPr>
          <a:xfrm>
            <a:off x="6130378" y="3678366"/>
            <a:ext cx="2451194" cy="1029666"/>
            <a:chOff x="7511775" y="1630417"/>
            <a:chExt cx="2451194" cy="1029666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887B7D29-E116-D169-B093-70ABAFB6D5B8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7D8C8D9-0504-1D23-3A84-BA646A8A5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DA63B79-B09D-5E95-8B22-CAF98C943644}"/>
                </a:ext>
              </a:extLst>
            </p:cNvPr>
            <p:cNvSpPr txBox="1"/>
            <p:nvPr/>
          </p:nvSpPr>
          <p:spPr>
            <a:xfrm>
              <a:off x="8686791" y="1877676"/>
              <a:ext cx="1276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err="1"/>
                <a:t>staging</a:t>
              </a:r>
              <a:endParaRPr lang="fr-FR" sz="2800"/>
            </a:p>
          </p:txBody>
        </p:sp>
      </p:grp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106AFC5B-F384-A61E-57D0-B78DBDEC30B5}"/>
              </a:ext>
            </a:extLst>
          </p:cNvPr>
          <p:cNvSpPr/>
          <p:nvPr/>
        </p:nvSpPr>
        <p:spPr>
          <a:xfrm rot="966326">
            <a:off x="3161439" y="3411267"/>
            <a:ext cx="2941225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1C0ECA21-A452-229D-9B08-032B09E98B30}"/>
              </a:ext>
            </a:extLst>
          </p:cNvPr>
          <p:cNvGrpSpPr/>
          <p:nvPr/>
        </p:nvGrpSpPr>
        <p:grpSpPr>
          <a:xfrm>
            <a:off x="6112756" y="4829167"/>
            <a:ext cx="2451194" cy="1029666"/>
            <a:chOff x="7511775" y="1630417"/>
            <a:chExt cx="2451194" cy="1029666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4FD04D42-9CEA-959D-CE61-D3A7A3C43AF2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CE640C4C-A49B-5BCA-7485-6AEA135A1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DAF62D4E-E305-78E0-9913-0BC37D75C4EF}"/>
                </a:ext>
              </a:extLst>
            </p:cNvPr>
            <p:cNvSpPr txBox="1"/>
            <p:nvPr/>
          </p:nvSpPr>
          <p:spPr>
            <a:xfrm>
              <a:off x="8686791" y="1877676"/>
              <a:ext cx="1276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prod</a:t>
              </a:r>
            </a:p>
          </p:txBody>
        </p:sp>
      </p:grp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F3AB2B3B-DD0D-FBA8-EF11-0380F5B0688D}"/>
              </a:ext>
            </a:extLst>
          </p:cNvPr>
          <p:cNvSpPr/>
          <p:nvPr/>
        </p:nvSpPr>
        <p:spPr>
          <a:xfrm rot="1633097">
            <a:off x="3017377" y="4352988"/>
            <a:ext cx="3199755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2C87E68-FADD-4710-BF3C-7AB1245291A1}"/>
              </a:ext>
            </a:extLst>
          </p:cNvPr>
          <p:cNvSpPr txBox="1"/>
          <p:nvPr/>
        </p:nvSpPr>
        <p:spPr>
          <a:xfrm>
            <a:off x="8650326" y="3731473"/>
            <a:ext cx="36874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prod-like data</a:t>
            </a:r>
            <a:br>
              <a:rPr lang="fr-FR" sz="2800"/>
            </a:br>
            <a:r>
              <a:rPr lang="en-GB" sz="2800">
                <a:solidFill>
                  <a:srgbClr val="000000"/>
                </a:solidFill>
                <a:latin typeface="WordVisi_MSFontService"/>
              </a:rPr>
              <a:t>✅ </a:t>
            </a:r>
            <a:r>
              <a:rPr lang="fr-FR" sz="2800"/>
              <a:t>stress tests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7F526FB-A3D6-3412-BAED-8856C619F8D2}"/>
              </a:ext>
            </a:extLst>
          </p:cNvPr>
          <p:cNvSpPr txBox="1"/>
          <p:nvPr/>
        </p:nvSpPr>
        <p:spPr>
          <a:xfrm>
            <a:off x="8657505" y="2739033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integration</a:t>
            </a:r>
            <a:r>
              <a:rPr lang="fr-FR" sz="2800"/>
              <a:t> tests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3F274B1-370F-87B2-2BF2-70C4317E3E27}"/>
              </a:ext>
            </a:extLst>
          </p:cNvPr>
          <p:cNvSpPr txBox="1"/>
          <p:nvPr/>
        </p:nvSpPr>
        <p:spPr>
          <a:xfrm>
            <a:off x="8650327" y="1635014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smoke</a:t>
            </a:r>
            <a:r>
              <a:rPr lang="fr-FR" sz="2800"/>
              <a:t> tests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E3331002-F0BC-C008-C882-71A3338D2A33}"/>
              </a:ext>
            </a:extLst>
          </p:cNvPr>
          <p:cNvGrpSpPr/>
          <p:nvPr/>
        </p:nvGrpSpPr>
        <p:grpSpPr>
          <a:xfrm>
            <a:off x="6128157" y="252651"/>
            <a:ext cx="2451194" cy="1029666"/>
            <a:chOff x="7511775" y="1630417"/>
            <a:chExt cx="2451194" cy="1029666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90F6F5DC-F842-E107-DE5E-26D41F7F00C3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57174A9A-2109-6D4E-8357-A33C9DF6D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2A509B4A-ABA8-677A-E9EE-C9536F459D58}"/>
                </a:ext>
              </a:extLst>
            </p:cNvPr>
            <p:cNvSpPr txBox="1"/>
            <p:nvPr/>
          </p:nvSpPr>
          <p:spPr>
            <a:xfrm>
              <a:off x="8671390" y="1694585"/>
              <a:ext cx="11099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Local, CI/CD</a:t>
              </a:r>
            </a:p>
          </p:txBody>
        </p:sp>
      </p:grpSp>
      <p:sp>
        <p:nvSpPr>
          <p:cNvPr id="47" name="ZoneTexte 46">
            <a:extLst>
              <a:ext uri="{FF2B5EF4-FFF2-40B4-BE49-F238E27FC236}">
                <a16:creationId xmlns:a16="http://schemas.microsoft.com/office/drawing/2014/main" id="{3CB7D693-E472-4CF4-E6EE-3F85690C8777}"/>
              </a:ext>
            </a:extLst>
          </p:cNvPr>
          <p:cNvSpPr txBox="1"/>
          <p:nvPr/>
        </p:nvSpPr>
        <p:spPr>
          <a:xfrm>
            <a:off x="8635913" y="505874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unit/API tests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FA86C7C-CF2F-52A8-10F5-AD210DC3C70C}"/>
              </a:ext>
            </a:extLst>
          </p:cNvPr>
          <p:cNvSpPr txBox="1"/>
          <p:nvPr/>
        </p:nvSpPr>
        <p:spPr>
          <a:xfrm>
            <a:off x="8635912" y="5157756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A/B tests</a:t>
            </a:r>
          </a:p>
        </p:txBody>
      </p:sp>
      <p:sp>
        <p:nvSpPr>
          <p:cNvPr id="49" name="Flèche : droite 48">
            <a:extLst>
              <a:ext uri="{FF2B5EF4-FFF2-40B4-BE49-F238E27FC236}">
                <a16:creationId xmlns:a16="http://schemas.microsoft.com/office/drawing/2014/main" id="{713BB2BD-938E-EEA5-D5BB-E39AB09879D8}"/>
              </a:ext>
            </a:extLst>
          </p:cNvPr>
          <p:cNvSpPr/>
          <p:nvPr/>
        </p:nvSpPr>
        <p:spPr>
          <a:xfrm rot="20330661">
            <a:off x="3139888" y="1099935"/>
            <a:ext cx="2966836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" name="ZoneTexte 7">
            <a:extLst>
              <a:ext uri="{FF2B5EF4-FFF2-40B4-BE49-F238E27FC236}">
                <a16:creationId xmlns:a16="http://schemas.microsoft.com/office/drawing/2014/main" id="{FA93D096-54F4-D02E-BA37-B7FD9735B501}"/>
              </a:ext>
            </a:extLst>
          </p:cNvPr>
          <p:cNvSpPr txBox="1"/>
          <p:nvPr/>
        </p:nvSpPr>
        <p:spPr>
          <a:xfrm>
            <a:off x="6940591" y="6141366"/>
            <a:ext cx="668668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Early S-Curve</a:t>
            </a:r>
            <a:endParaRPr lang="en-US">
              <a:solidFill>
                <a:schemeClr val="tx2"/>
              </a:solidFill>
              <a:ea typeface="Calibri"/>
              <a:cs typeface="Calibri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32556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7" grpId="0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231E25A2-811D-6E79-7E4D-BA2AA39366AC}"/>
              </a:ext>
            </a:extLst>
          </p:cNvPr>
          <p:cNvSpPr/>
          <p:nvPr/>
        </p:nvSpPr>
        <p:spPr>
          <a:xfrm>
            <a:off x="6682399" y="1088368"/>
            <a:ext cx="5010247" cy="5591286"/>
          </a:xfrm>
          <a:prstGeom prst="roundRect">
            <a:avLst>
              <a:gd name="adj" fmla="val 3655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sz="4000" err="1">
                <a:solidFill>
                  <a:schemeClr val="bg1"/>
                </a:solidFill>
              </a:rPr>
              <a:t>Env</a:t>
            </a: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Deploying</a:t>
            </a:r>
            <a:r>
              <a:rPr lang="fr-FR"/>
              <a:t> to an </a:t>
            </a:r>
            <a:r>
              <a:rPr lang="fr-FR" err="1"/>
              <a:t>always-connected</a:t>
            </a:r>
            <a:r>
              <a:rPr lang="fr-FR"/>
              <a:t> system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F993B4F-0D6A-F35A-7518-CEF0B1EBB6E9}"/>
              </a:ext>
            </a:extLst>
          </p:cNvPr>
          <p:cNvSpPr txBox="1"/>
          <p:nvPr/>
        </p:nvSpPr>
        <p:spPr>
          <a:xfrm>
            <a:off x="372912" y="1276760"/>
            <a:ext cx="619961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>
                <a:latin typeface="Calibri"/>
                <a:ea typeface="Calibri"/>
                <a:cs typeface="Calibri"/>
              </a:rPr>
              <a:t>Pushing the </a:t>
            </a:r>
            <a:r>
              <a:rPr lang="fr-FR" sz="2000" err="1">
                <a:latin typeface="Calibri"/>
                <a:ea typeface="Calibri"/>
                <a:cs typeface="Calibri"/>
              </a:rPr>
              <a:t>latest</a:t>
            </a:r>
            <a:r>
              <a:rPr lang="fr-FR" sz="2000">
                <a:latin typeface="Calibri"/>
                <a:ea typeface="Calibri"/>
                <a:cs typeface="Calibri"/>
              </a:rPr>
              <a:t> version, </a:t>
            </a:r>
            <a:r>
              <a:rPr lang="fr-FR" sz="2000" err="1">
                <a:latin typeface="Calibri"/>
                <a:ea typeface="Calibri"/>
                <a:cs typeface="Calibri"/>
              </a:rPr>
              <a:t>example</a:t>
            </a:r>
            <a:r>
              <a:rPr lang="fr-FR" sz="2000">
                <a:latin typeface="Calibri"/>
                <a:ea typeface="Calibri"/>
                <a:cs typeface="Calibri"/>
              </a:rPr>
              <a:t> of a K8S </a:t>
            </a:r>
            <a:r>
              <a:rPr lang="fr-FR" sz="2000" err="1">
                <a:latin typeface="Calibri"/>
                <a:ea typeface="Calibri"/>
                <a:cs typeface="Calibri"/>
              </a:rPr>
              <a:t>managed</a:t>
            </a:r>
            <a:r>
              <a:rPr lang="fr-FR" sz="2000">
                <a:latin typeface="Calibri"/>
                <a:ea typeface="Calibri"/>
                <a:cs typeface="Calibri"/>
              </a:rPr>
              <a:t> </a:t>
            </a:r>
            <a:r>
              <a:rPr lang="fr-FR" sz="2000" err="1">
                <a:latin typeface="Calibri"/>
                <a:ea typeface="Calibri"/>
                <a:cs typeface="Calibri"/>
              </a:rPr>
              <a:t>env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25" name="Image 24" descr="Une image contenant cercle, symbole, logo, roue&#10;&#10;Description générée automatiquement">
            <a:extLst>
              <a:ext uri="{FF2B5EF4-FFF2-40B4-BE49-F238E27FC236}">
                <a16:creationId xmlns:a16="http://schemas.microsoft.com/office/drawing/2014/main" id="{02820E47-CB2B-E23F-005A-0C22FD312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436" y="1361633"/>
            <a:ext cx="1626372" cy="1579331"/>
          </a:xfrm>
          <a:prstGeom prst="rect">
            <a:avLst/>
          </a:prstGeom>
        </p:spPr>
      </p:pic>
      <p:sp>
        <p:nvSpPr>
          <p:cNvPr id="27" name="Flèche : gauche 26">
            <a:extLst>
              <a:ext uri="{FF2B5EF4-FFF2-40B4-BE49-F238E27FC236}">
                <a16:creationId xmlns:a16="http://schemas.microsoft.com/office/drawing/2014/main" id="{4C06C3DF-4FD4-2CE8-417F-1C16870D94A7}"/>
              </a:ext>
            </a:extLst>
          </p:cNvPr>
          <p:cNvSpPr/>
          <p:nvPr/>
        </p:nvSpPr>
        <p:spPr>
          <a:xfrm flipH="1">
            <a:off x="4174139" y="4704598"/>
            <a:ext cx="2631441" cy="484632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bg1"/>
                </a:solidFill>
              </a:rPr>
              <a:t>Push</a:t>
            </a:r>
            <a:endParaRPr lang="en-GB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4D25F29-E0CD-60D4-B9A1-B56E281F8774}"/>
              </a:ext>
            </a:extLst>
          </p:cNvPr>
          <p:cNvSpPr txBox="1"/>
          <p:nvPr/>
        </p:nvSpPr>
        <p:spPr>
          <a:xfrm>
            <a:off x="407185" y="5292578"/>
            <a:ext cx="5320289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/>
              <a:t>The operator updates the versions</a:t>
            </a:r>
            <a:endParaRPr lang="fr-FR" sz="2800" i="1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60297AB8-3D09-CA4B-B8CF-D4B4B9E1F462}"/>
              </a:ext>
            </a:extLst>
          </p:cNvPr>
          <p:cNvSpPr/>
          <p:nvPr/>
        </p:nvSpPr>
        <p:spPr>
          <a:xfrm rot="4184577">
            <a:off x="8940306" y="3561697"/>
            <a:ext cx="1595317" cy="3505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chemeClr val="bg1"/>
              </a:solidFill>
            </a:endParaRPr>
          </a:p>
        </p:txBody>
      </p:sp>
      <p:pic>
        <p:nvPicPr>
          <p:cNvPr id="30" name="Picture 4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A13A3703-D786-C44D-41EC-7A82B7D5B0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213"/>
          <a:stretch/>
        </p:blipFill>
        <p:spPr>
          <a:xfrm>
            <a:off x="9560202" y="4531313"/>
            <a:ext cx="1177519" cy="821391"/>
          </a:xfrm>
          <a:prstGeom prst="rect">
            <a:avLst/>
          </a:prstGeom>
          <a:ln>
            <a:noFill/>
          </a:ln>
          <a:effectLst>
            <a:outerShdw blurRad="190500" sx="67000" sy="67000" algn="tl" rotWithShape="0">
              <a:srgbClr val="000000">
                <a:alpha val="0"/>
              </a:srgbClr>
            </a:outerShdw>
          </a:effectLst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0EF129E1-8AC6-7ACA-16F2-CB9063ADDE9A}"/>
              </a:ext>
            </a:extLst>
          </p:cNvPr>
          <p:cNvSpPr txBox="1"/>
          <p:nvPr/>
        </p:nvSpPr>
        <p:spPr>
          <a:xfrm>
            <a:off x="9247118" y="5292578"/>
            <a:ext cx="23796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bg1"/>
                </a:solidFill>
              </a:rPr>
              <a:t>Container</a:t>
            </a:r>
            <a:br>
              <a:rPr lang="en-US" sz="2800" b="1" i="1">
                <a:solidFill>
                  <a:schemeClr val="bg1"/>
                </a:solidFill>
              </a:rPr>
            </a:br>
            <a:r>
              <a:rPr lang="en-US" sz="2800" b="1" i="1">
                <a:solidFill>
                  <a:schemeClr val="bg1"/>
                </a:solidFill>
              </a:rPr>
              <a:t>version n+1</a:t>
            </a:r>
            <a:endParaRPr lang="fr-FR" sz="2800" b="1" i="1">
              <a:solidFill>
                <a:schemeClr val="bg1"/>
              </a:solidFill>
            </a:endParaRPr>
          </a:p>
        </p:txBody>
      </p:sp>
      <p:sp>
        <p:nvSpPr>
          <p:cNvPr id="32" name="Flèche : gauche 31">
            <a:extLst>
              <a:ext uri="{FF2B5EF4-FFF2-40B4-BE49-F238E27FC236}">
                <a16:creationId xmlns:a16="http://schemas.microsoft.com/office/drawing/2014/main" id="{6651A90A-A04B-0F3F-D252-8DB68C920950}"/>
              </a:ext>
            </a:extLst>
          </p:cNvPr>
          <p:cNvSpPr/>
          <p:nvPr/>
        </p:nvSpPr>
        <p:spPr>
          <a:xfrm rot="7446668">
            <a:off x="7270696" y="3008081"/>
            <a:ext cx="1133129" cy="35126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solidFill>
                <a:schemeClr val="bg1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23FB49D-224A-A839-0028-9A5E65B62EB6}"/>
              </a:ext>
            </a:extLst>
          </p:cNvPr>
          <p:cNvSpPr txBox="1"/>
          <p:nvPr/>
        </p:nvSpPr>
        <p:spPr>
          <a:xfrm>
            <a:off x="6792267" y="2784078"/>
            <a:ext cx="1184875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API Call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D1CBCB8-58B7-2B76-7BEE-241690F0BC80}"/>
              </a:ext>
            </a:extLst>
          </p:cNvPr>
          <p:cNvSpPr txBox="1"/>
          <p:nvPr/>
        </p:nvSpPr>
        <p:spPr>
          <a:xfrm>
            <a:off x="9860834" y="3131040"/>
            <a:ext cx="1941680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Manages the containers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archemin : vertical 34">
            <a:extLst>
              <a:ext uri="{FF2B5EF4-FFF2-40B4-BE49-F238E27FC236}">
                <a16:creationId xmlns:a16="http://schemas.microsoft.com/office/drawing/2014/main" id="{CB1BC54D-03DC-07F7-7396-7278AC24F78E}"/>
              </a:ext>
            </a:extLst>
          </p:cNvPr>
          <p:cNvSpPr/>
          <p:nvPr/>
        </p:nvSpPr>
        <p:spPr>
          <a:xfrm flipH="1">
            <a:off x="6815318" y="4288041"/>
            <a:ext cx="1117600" cy="1246227"/>
          </a:xfrm>
          <a:prstGeom prst="verticalScroll">
            <a:avLst/>
          </a:prstGeom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Config files</a:t>
            </a:r>
            <a:endParaRPr lang="en-GB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80069EB-19F4-C8E7-C948-1C6E55BE4592}"/>
              </a:ext>
            </a:extLst>
          </p:cNvPr>
          <p:cNvSpPr txBox="1"/>
          <p:nvPr/>
        </p:nvSpPr>
        <p:spPr>
          <a:xfrm>
            <a:off x="6854614" y="3751293"/>
            <a:ext cx="1983208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kubectl</a:t>
            </a:r>
            <a:r>
              <a:rPr lang="fr-FR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apply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7" name="Graphique 36" descr="Programmatrice avec un remplissage uni">
            <a:extLst>
              <a:ext uri="{FF2B5EF4-FFF2-40B4-BE49-F238E27FC236}">
                <a16:creationId xmlns:a16="http://schemas.microsoft.com/office/drawing/2014/main" id="{27F32022-E1DA-A388-DBDE-EFA34D915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4787" y="3158593"/>
            <a:ext cx="2133985" cy="213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32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uage 12">
            <a:extLst>
              <a:ext uri="{FF2B5EF4-FFF2-40B4-BE49-F238E27FC236}">
                <a16:creationId xmlns:a16="http://schemas.microsoft.com/office/drawing/2014/main" id="{4F192557-EBFF-E8F0-BE66-FD0A1F05D109}"/>
              </a:ext>
            </a:extLst>
          </p:cNvPr>
          <p:cNvSpPr/>
          <p:nvPr/>
        </p:nvSpPr>
        <p:spPr>
          <a:xfrm>
            <a:off x="4758154" y="3758914"/>
            <a:ext cx="952163" cy="914400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err="1"/>
              <a:t>Deploying</a:t>
            </a:r>
            <a:r>
              <a:rPr lang="fr-FR"/>
              <a:t> to a REMOTE system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099145-672A-AD87-68F6-32F4233506B6}"/>
              </a:ext>
            </a:extLst>
          </p:cNvPr>
          <p:cNvSpPr txBox="1"/>
          <p:nvPr/>
        </p:nvSpPr>
        <p:spPr>
          <a:xfrm>
            <a:off x="499354" y="1059829"/>
            <a:ext cx="6199619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err="1">
                <a:latin typeface="Calibri"/>
                <a:ea typeface="Calibri"/>
                <a:cs typeface="Calibri"/>
              </a:rPr>
              <a:t>Gitops</a:t>
            </a:r>
            <a:r>
              <a:rPr lang="fr-FR" sz="2000">
                <a:latin typeface="Calibri"/>
                <a:ea typeface="Calibri"/>
                <a:cs typeface="Calibri"/>
              </a:rPr>
              <a:t> </a:t>
            </a:r>
            <a:r>
              <a:rPr lang="fr-FR" sz="2000" err="1">
                <a:latin typeface="Calibri"/>
                <a:ea typeface="Calibri"/>
                <a:cs typeface="Calibri"/>
              </a:rPr>
              <a:t>paradigm</a:t>
            </a:r>
            <a:r>
              <a:rPr lang="fr-FR" sz="2000">
                <a:latin typeface="Calibri"/>
                <a:ea typeface="Calibri"/>
                <a:cs typeface="Calibri"/>
              </a:rPr>
              <a:t>: the </a:t>
            </a:r>
            <a:r>
              <a:rPr lang="fr-FR" sz="2000" err="1">
                <a:latin typeface="Calibri"/>
                <a:ea typeface="Calibri"/>
                <a:cs typeface="Calibri"/>
              </a:rPr>
              <a:t>environment</a:t>
            </a:r>
            <a:r>
              <a:rPr lang="fr-FR" sz="2000">
                <a:latin typeface="Calibri"/>
                <a:ea typeface="Calibri"/>
                <a:cs typeface="Calibri"/>
              </a:rPr>
              <a:t> pulls new versions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B1CA90E8-4A9F-69A9-D315-E539DEC17124}"/>
              </a:ext>
            </a:extLst>
          </p:cNvPr>
          <p:cNvGrpSpPr/>
          <p:nvPr/>
        </p:nvGrpSpPr>
        <p:grpSpPr>
          <a:xfrm>
            <a:off x="444845" y="3514024"/>
            <a:ext cx="3408405" cy="1456267"/>
            <a:chOff x="1176636" y="1936114"/>
            <a:chExt cx="3408405" cy="1456267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5D3B4860-EF58-5F2C-4FAA-04F837A38075}"/>
                </a:ext>
              </a:extLst>
            </p:cNvPr>
            <p:cNvSpPr/>
            <p:nvPr/>
          </p:nvSpPr>
          <p:spPr>
            <a:xfrm>
              <a:off x="1176636" y="1936114"/>
              <a:ext cx="3408405" cy="1456267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r-FR" sz="4000"/>
                <a:t>Git repo</a:t>
              </a:r>
            </a:p>
          </p:txBody>
        </p:sp>
        <p:pic>
          <p:nvPicPr>
            <p:cNvPr id="4" name="Image 3" descr="Une image contenant Panneau de signalisation, symbole, signe&#10;&#10;Description générée automatiquement">
              <a:extLst>
                <a:ext uri="{FF2B5EF4-FFF2-40B4-BE49-F238E27FC236}">
                  <a16:creationId xmlns:a16="http://schemas.microsoft.com/office/drawing/2014/main" id="{AB9465BE-27B1-1077-B441-863FE9A42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7277" y="2183571"/>
              <a:ext cx="959065" cy="959065"/>
            </a:xfrm>
            <a:prstGeom prst="rect">
              <a:avLst/>
            </a:prstGeom>
          </p:spPr>
        </p:pic>
      </p:grp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C4E4C7E-84EB-06BE-0C66-5F3CDAE54B77}"/>
              </a:ext>
            </a:extLst>
          </p:cNvPr>
          <p:cNvSpPr/>
          <p:nvPr/>
        </p:nvSpPr>
        <p:spPr>
          <a:xfrm>
            <a:off x="6682399" y="1088368"/>
            <a:ext cx="5010247" cy="5591286"/>
          </a:xfrm>
          <a:prstGeom prst="roundRect">
            <a:avLst>
              <a:gd name="adj" fmla="val 3655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sz="4000" err="1">
                <a:solidFill>
                  <a:schemeClr val="bg1"/>
                </a:solidFill>
              </a:rPr>
              <a:t>Env</a:t>
            </a:r>
            <a:endParaRPr lang="fr-FR" sz="4000">
              <a:solidFill>
                <a:schemeClr val="bg1"/>
              </a:solidFill>
            </a:endParaRPr>
          </a:p>
        </p:txBody>
      </p:sp>
      <p:pic>
        <p:nvPicPr>
          <p:cNvPr id="8" name="Image 7" descr="Une image contenant cercle, symbole, logo, roue&#10;&#10;Description générée automatiquement">
            <a:extLst>
              <a:ext uri="{FF2B5EF4-FFF2-40B4-BE49-F238E27FC236}">
                <a16:creationId xmlns:a16="http://schemas.microsoft.com/office/drawing/2014/main" id="{C802101E-1488-F0D4-3357-5DF070C0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436" y="1361633"/>
            <a:ext cx="1626372" cy="1579331"/>
          </a:xfrm>
          <a:prstGeom prst="rect">
            <a:avLst/>
          </a:prstGeom>
        </p:spPr>
      </p:pic>
      <p:pic>
        <p:nvPicPr>
          <p:cNvPr id="1026" name="Picture 2" descr="Support | Flux">
            <a:extLst>
              <a:ext uri="{FF2B5EF4-FFF2-40B4-BE49-F238E27FC236}">
                <a16:creationId xmlns:a16="http://schemas.microsoft.com/office/drawing/2014/main" id="{B3FB479B-D0CD-3AC1-5A3B-3648D16E0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095" y="3834554"/>
            <a:ext cx="910168" cy="145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èche : gauche 10">
            <a:extLst>
              <a:ext uri="{FF2B5EF4-FFF2-40B4-BE49-F238E27FC236}">
                <a16:creationId xmlns:a16="http://schemas.microsoft.com/office/drawing/2014/main" id="{02345C9C-A6FD-214E-35AF-6E7D972EB472}"/>
              </a:ext>
            </a:extLst>
          </p:cNvPr>
          <p:cNvSpPr/>
          <p:nvPr/>
        </p:nvSpPr>
        <p:spPr>
          <a:xfrm>
            <a:off x="4127271" y="3998697"/>
            <a:ext cx="2300621" cy="484632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Periodic</a:t>
            </a:r>
            <a:r>
              <a:rPr lang="fr-FR" b="1">
                <a:solidFill>
                  <a:schemeClr val="bg1"/>
                </a:solidFill>
              </a:rPr>
              <a:t> Pull</a:t>
            </a:r>
            <a:endParaRPr lang="en-GB" b="1">
              <a:solidFill>
                <a:schemeClr val="bg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180552-5A3C-441C-0D49-33B0E933E5A5}"/>
              </a:ext>
            </a:extLst>
          </p:cNvPr>
          <p:cNvSpPr txBox="1"/>
          <p:nvPr/>
        </p:nvSpPr>
        <p:spPr>
          <a:xfrm>
            <a:off x="457206" y="4968003"/>
            <a:ext cx="5320289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/>
              <a:t>The “</a:t>
            </a:r>
            <a:r>
              <a:rPr lang="en-US" sz="2800" i="1" err="1"/>
              <a:t>gitops</a:t>
            </a:r>
            <a:r>
              <a:rPr lang="en-US" sz="2800" i="1"/>
              <a:t>” repository</a:t>
            </a:r>
            <a:br>
              <a:rPr lang="en-US" sz="2800" i="1"/>
            </a:br>
            <a:r>
              <a:rPr lang="en-US" sz="2800" i="1"/>
              <a:t>contains the versions</a:t>
            </a:r>
            <a:endParaRPr lang="fr-FR" sz="2800" i="1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D04B4BC9-DDF7-6475-3E25-E5DCAE23FF69}"/>
              </a:ext>
            </a:extLst>
          </p:cNvPr>
          <p:cNvSpPr/>
          <p:nvPr/>
        </p:nvSpPr>
        <p:spPr>
          <a:xfrm rot="4184577">
            <a:off x="8940306" y="3561697"/>
            <a:ext cx="1595317" cy="3505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chemeClr val="bg1"/>
              </a:solidFill>
            </a:endParaRPr>
          </a:p>
        </p:txBody>
      </p:sp>
      <p:pic>
        <p:nvPicPr>
          <p:cNvPr id="16" name="Picture 4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418E9BA0-C4C0-FDFF-BD83-4BAB591CFF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3213"/>
          <a:stretch/>
        </p:blipFill>
        <p:spPr>
          <a:xfrm>
            <a:off x="9560202" y="4531313"/>
            <a:ext cx="1177519" cy="821391"/>
          </a:xfrm>
          <a:prstGeom prst="rect">
            <a:avLst/>
          </a:prstGeom>
          <a:ln>
            <a:noFill/>
          </a:ln>
          <a:effectLst>
            <a:outerShdw blurRad="190500" sx="67000" sy="67000" algn="tl" rotWithShape="0">
              <a:srgbClr val="000000">
                <a:alpha val="0"/>
              </a:srgbClr>
            </a:outerShdw>
          </a:effec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151E5549-7C76-7805-34E8-4F2078348751}"/>
              </a:ext>
            </a:extLst>
          </p:cNvPr>
          <p:cNvSpPr txBox="1"/>
          <p:nvPr/>
        </p:nvSpPr>
        <p:spPr>
          <a:xfrm>
            <a:off x="9247118" y="5292578"/>
            <a:ext cx="23796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bg1"/>
                </a:solidFill>
              </a:rPr>
              <a:t>Container</a:t>
            </a:r>
            <a:br>
              <a:rPr lang="en-US" sz="2800" b="1" i="1">
                <a:solidFill>
                  <a:schemeClr val="bg1"/>
                </a:solidFill>
              </a:rPr>
            </a:br>
            <a:r>
              <a:rPr lang="en-US" sz="2800" b="1" i="1">
                <a:solidFill>
                  <a:schemeClr val="bg1"/>
                </a:solidFill>
              </a:rPr>
              <a:t>version n+1</a:t>
            </a:r>
            <a:endParaRPr lang="fr-FR" sz="2800" b="1" i="1">
              <a:solidFill>
                <a:schemeClr val="bg1"/>
              </a:solidFill>
            </a:endParaRPr>
          </a:p>
        </p:txBody>
      </p:sp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EB0A80AB-157D-E30D-FAD6-87D81676ABF2}"/>
              </a:ext>
            </a:extLst>
          </p:cNvPr>
          <p:cNvSpPr/>
          <p:nvPr/>
        </p:nvSpPr>
        <p:spPr>
          <a:xfrm rot="7446668">
            <a:off x="7270696" y="3008081"/>
            <a:ext cx="1133129" cy="35126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BA8DAB4-6348-D533-2353-F60753E23611}"/>
              </a:ext>
            </a:extLst>
          </p:cNvPr>
          <p:cNvSpPr txBox="1"/>
          <p:nvPr/>
        </p:nvSpPr>
        <p:spPr>
          <a:xfrm>
            <a:off x="6792267" y="2784078"/>
            <a:ext cx="1184875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API Call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480FDC-B42D-4FDE-661D-9E2475A2C521}"/>
              </a:ext>
            </a:extLst>
          </p:cNvPr>
          <p:cNvSpPr txBox="1"/>
          <p:nvPr/>
        </p:nvSpPr>
        <p:spPr>
          <a:xfrm>
            <a:off x="9860834" y="3131040"/>
            <a:ext cx="1941680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Manages the containers</a:t>
            </a:r>
            <a:endParaRPr lang="en-US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err="1"/>
              <a:t>Deploying</a:t>
            </a:r>
            <a:endParaRPr lang="en-US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499355" y="1619192"/>
            <a:ext cx="8669697" cy="1143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cs typeface="Calibri"/>
              </a:rPr>
              <a:t>Using </a:t>
            </a:r>
            <a:r>
              <a:rPr lang="en-US" sz="2400" err="1">
                <a:cs typeface="Calibri"/>
              </a:rPr>
              <a:t>gitops</a:t>
            </a:r>
            <a:endParaRPr lang="en-US" sz="240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400">
                <a:cs typeface="Calibri"/>
              </a:rPr>
              <a:t>Overview of Kubernetes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E84340-5B9F-6D0C-AB18-C715907BE0AC}"/>
              </a:ext>
            </a:extLst>
          </p:cNvPr>
          <p:cNvSpPr txBox="1"/>
          <p:nvPr/>
        </p:nvSpPr>
        <p:spPr>
          <a:xfrm>
            <a:off x="4084087" y="3602620"/>
            <a:ext cx="4522250" cy="913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latin typeface="Consolas"/>
                <a:ea typeface="Calibri"/>
                <a:cs typeface="Calibri"/>
              </a:rPr>
              <a:t>Live demo ✨</a:t>
            </a:r>
            <a:endParaRPr lang="fr-FR" sz="4000" u="sng">
              <a:solidFill>
                <a:srgbClr val="8AB4F8"/>
              </a:solidFill>
              <a:latin typeface="arial" panose="020B0604020202020204" pitchFamily="34" charset="0"/>
            </a:endParaRPr>
          </a:p>
        </p:txBody>
      </p:sp>
      <p:pic>
        <p:nvPicPr>
          <p:cNvPr id="6" name="Image 5" descr="Une image contenant cercle, symbole, logo, roue&#10;&#10;Description générée automatiquement">
            <a:extLst>
              <a:ext uri="{FF2B5EF4-FFF2-40B4-BE49-F238E27FC236}">
                <a16:creationId xmlns:a16="http://schemas.microsoft.com/office/drawing/2014/main" id="{470A1D53-DC9E-4B59-F221-7BFFE817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762" y="117034"/>
            <a:ext cx="1379124" cy="133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2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Next </a:t>
            </a:r>
            <a:r>
              <a:rPr lang="fr-FR" err="1"/>
              <a:t>step</a:t>
            </a:r>
            <a:r>
              <a:rPr lang="fr-FR"/>
              <a:t>: TP</a:t>
            </a:r>
            <a:endParaRPr lang="en-US" err="1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E68E50-1F8D-C6EF-3F0A-17CAC14C946D}"/>
              </a:ext>
            </a:extLst>
          </p:cNvPr>
          <p:cNvSpPr txBox="1"/>
          <p:nvPr/>
        </p:nvSpPr>
        <p:spPr>
          <a:xfrm>
            <a:off x="524755" y="1306675"/>
            <a:ext cx="8669697" cy="5062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cs typeface="Calibri"/>
              </a:rPr>
              <a:t>Deploy locally the image delivered on ghcr.io</a:t>
            </a:r>
          </a:p>
        </p:txBody>
      </p:sp>
    </p:spTree>
    <p:extLst>
      <p:ext uri="{BB962C8B-B14F-4D97-AF65-F5344CB8AC3E}">
        <p14:creationId xmlns:p14="http://schemas.microsoft.com/office/powerpoint/2010/main" val="4245620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9DEB25-1E72-4026-B9AD-F1EE372FF2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4ABD30-B2E4-4221-B1BB-D377C8273580}">
  <ds:schemaRefs>
    <ds:schemaRef ds:uri="859ef32d-54dd-4f3d-88f4-5252b60136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4CD2AD-5D5E-4A8A-B578-664947D3C49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Celestial</vt:lpstr>
      <vt:lpstr>DEVOPS</vt:lpstr>
      <vt:lpstr>Overview</vt:lpstr>
      <vt:lpstr>What is deployment about</vt:lpstr>
      <vt:lpstr>Hosting strategies</vt:lpstr>
      <vt:lpstr>Hosting strategies</vt:lpstr>
      <vt:lpstr>Hosting strategies</vt:lpstr>
      <vt:lpstr>Hosting in the cloud</vt:lpstr>
      <vt:lpstr>Hosting CONtainers</vt:lpstr>
      <vt:lpstr>Risks</vt:lpstr>
      <vt:lpstr>Risks mitigation</vt:lpstr>
      <vt:lpstr>Testing environments</vt:lpstr>
      <vt:lpstr>Deploying to an always-connected system</vt:lpstr>
      <vt:lpstr>Deploying to a REMOTE system</vt:lpstr>
      <vt:lpstr>Deploying</vt:lpstr>
      <vt:lpstr>Next step: 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24</cp:revision>
  <dcterms:created xsi:type="dcterms:W3CDTF">2023-10-26T12:54:23Z</dcterms:created>
  <dcterms:modified xsi:type="dcterms:W3CDTF">2024-07-18T12:27:51Z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</Properties>
</file>