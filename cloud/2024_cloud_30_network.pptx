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69" r:id="rId7"/>
    <p:sldId id="266" r:id="rId8"/>
    <p:sldId id="270" r:id="rId9"/>
    <p:sldId id="271" r:id="rId10"/>
    <p:sldId id="278" r:id="rId11"/>
    <p:sldId id="272" r:id="rId12"/>
    <p:sldId id="268" r:id="rId13"/>
    <p:sldId id="264" r:id="rId14"/>
    <p:sldId id="265" r:id="rId15"/>
    <p:sldId id="277" r:id="rId16"/>
    <p:sldId id="273" r:id="rId17"/>
    <p:sldId id="276" r:id="rId18"/>
    <p:sldId id="260" r:id="rId19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549606-A5F3-423B-AD39-8A4C31AD62F0}" v="481" dt="2024-12-05T17:13:19.7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S::georges.mathio@estia.fr::1057b68d-d9cf-4cd5-bc4c-3fe68ec33e97" providerId="AD" clId="Web-{924963A7-0414-CE62-8997-2742A1CA60F5}"/>
    <pc:docChg chg="addSld modSld">
      <pc:chgData name="Georges MATHIO" userId="S::georges.mathio@estia.fr::1057b68d-d9cf-4cd5-bc4c-3fe68ec33e97" providerId="AD" clId="Web-{924963A7-0414-CE62-8997-2742A1CA60F5}" dt="2023-11-13T15:43:21.668" v="39"/>
      <pc:docMkLst>
        <pc:docMk/>
      </pc:docMkLst>
      <pc:sldChg chg="addSp delSp modSp add">
        <pc:chgData name="Georges MATHIO" userId="S::georges.mathio@estia.fr::1057b68d-d9cf-4cd5-bc4c-3fe68ec33e97" providerId="AD" clId="Web-{924963A7-0414-CE62-8997-2742A1CA60F5}" dt="2023-11-13T15:43:21.668" v="39"/>
        <pc:sldMkLst>
          <pc:docMk/>
          <pc:sldMk cId="3870140485" sldId="265"/>
        </pc:sldMkLst>
        <pc:spChg chg="del">
          <ac:chgData name="Georges MATHIO" userId="S::georges.mathio@estia.fr::1057b68d-d9cf-4cd5-bc4c-3fe68ec33e97" providerId="AD" clId="Web-{924963A7-0414-CE62-8997-2742A1CA60F5}" dt="2023-11-13T15:35:25.400" v="1"/>
          <ac:spMkLst>
            <pc:docMk/>
            <pc:sldMk cId="3870140485" sldId="265"/>
            <ac:spMk id="14" creationId="{7E30C4D4-D051-74FE-764D-C642BFBB0D1E}"/>
          </ac:spMkLst>
        </pc:spChg>
        <pc:picChg chg="add mod">
          <ac:chgData name="Georges MATHIO" userId="S::georges.mathio@estia.fr::1057b68d-d9cf-4cd5-bc4c-3fe68ec33e97" providerId="AD" clId="Web-{924963A7-0414-CE62-8997-2742A1CA60F5}" dt="2023-11-13T15:35:59.527" v="5" actId="1076"/>
          <ac:picMkLst>
            <pc:docMk/>
            <pc:sldMk cId="3870140485" sldId="265"/>
            <ac:picMk id="3" creationId="{06F4C4D2-9F1C-CD6B-4B73-EE49A7D3B1D3}"/>
          </ac:picMkLst>
        </pc:picChg>
        <pc:picChg chg="add del mod">
          <ac:chgData name="Georges MATHIO" userId="S::georges.mathio@estia.fr::1057b68d-d9cf-4cd5-bc4c-3fe68ec33e97" providerId="AD" clId="Web-{924963A7-0414-CE62-8997-2742A1CA60F5}" dt="2023-11-13T15:40:24.489" v="24"/>
          <ac:picMkLst>
            <pc:docMk/>
            <pc:sldMk cId="3870140485" sldId="265"/>
            <ac:picMk id="4" creationId="{E1B1EE92-FEF5-B59F-FF7C-59AE3E5F636D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21.668" v="39"/>
          <ac:picMkLst>
            <pc:docMk/>
            <pc:sldMk cId="3870140485" sldId="265"/>
            <ac:picMk id="5" creationId="{6E7B4CB7-1ACC-3B8D-A2AC-67121D2D1D54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9.933" v="37" actId="14100"/>
          <ac:picMkLst>
            <pc:docMk/>
            <pc:sldMk cId="3870140485" sldId="265"/>
            <ac:picMk id="6" creationId="{AFD1BC7B-0643-7730-87DF-0B267565DBD2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38:32.001" v="23" actId="1076"/>
          <ac:picMkLst>
            <pc:docMk/>
            <pc:sldMk cId="3870140485" sldId="265"/>
            <ac:picMk id="7" creationId="{ECAA39C2-0BEB-1809-1D54-D866FF0A02B9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5.214" v="34" actId="1076"/>
          <ac:picMkLst>
            <pc:docMk/>
            <pc:sldMk cId="3870140485" sldId="265"/>
            <ac:picMk id="8" creationId="{9C7D0E36-32F1-F957-95DA-9343A920E6F0}"/>
          </ac:picMkLst>
        </pc:picChg>
        <pc:picChg chg="add del mod">
          <ac:chgData name="Georges MATHIO" userId="S::georges.mathio@estia.fr::1057b68d-d9cf-4cd5-bc4c-3fe68ec33e97" providerId="AD" clId="Web-{924963A7-0414-CE62-8997-2742A1CA60F5}" dt="2023-11-13T15:40:36.474" v="28"/>
          <ac:picMkLst>
            <pc:docMk/>
            <pc:sldMk cId="3870140485" sldId="265"/>
            <ac:picMk id="9" creationId="{43534DCF-1D89-290E-124C-78DABBA75050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6.698" v="35" actId="1076"/>
          <ac:picMkLst>
            <pc:docMk/>
            <pc:sldMk cId="3870140485" sldId="265"/>
            <ac:picMk id="10" creationId="{1D0F61AE-DBDD-6F2E-B2C2-F6D92DB5AFF5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3.292" v="33" actId="1076"/>
          <ac:picMkLst>
            <pc:docMk/>
            <pc:sldMk cId="3870140485" sldId="265"/>
            <ac:picMk id="11" creationId="{3E316FDB-D3A3-36F9-21BC-7A3D45C8C097}"/>
          </ac:picMkLst>
        </pc:picChg>
      </pc:sld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E36303E1-9F5E-44C2-88B8-1C45D9147857}" dt="2023-11-05T19:48:11.848" v="11" actId="20577"/>
          <ac:spMkLst>
            <pc:docMk/>
            <pc:sldMk cId="1018468898" sldId="261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E36303E1-9F5E-44C2-88B8-1C45D9147857}" dt="2023-11-05T19:46:23.220" v="5" actId="1076"/>
          <ac:spMkLst>
            <pc:docMk/>
            <pc:sldMk cId="1455700223" sldId="263"/>
            <ac:spMk id="14" creationId="{7E30C4D4-D051-74FE-764D-C642BFBB0D1E}"/>
          </ac:spMkLst>
        </pc:spChg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  <pc:spChg chg="mod">
          <ac:chgData name="Georges MATHIO" userId="S::georges.mathio@estia.fr::1057b68d-d9cf-4cd5-bc4c-3fe68ec33e97" providerId="AD" clId="Web-{E36303E1-9F5E-44C2-88B8-1C45D9147857}" dt="2023-11-05T19:49:03.005" v="17" actId="20577"/>
          <ac:spMkLst>
            <pc:docMk/>
            <pc:sldMk cId="4167943880" sldId="264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36303E1-9F5E-44C2-88B8-1C45D9147857}" dt="2023-11-05T19:54:25.905" v="120" actId="20577"/>
          <ac:spMkLst>
            <pc:docMk/>
            <pc:sldMk cId="4167943880" sldId="264"/>
            <ac:spMk id="14" creationId="{7E30C4D4-D051-74FE-764D-C642BFBB0D1E}"/>
          </ac:spMkLst>
        </pc:spChg>
      </pc:sldChg>
    </pc:docChg>
  </pc:docChgLst>
  <pc:docChgLst>
    <pc:chgData name="Georges MATHIO" userId="S::georges.mathio@estia.fr::1057b68d-d9cf-4cd5-bc4c-3fe68ec33e97" providerId="AD" clId="Web-{F53324A8-73B9-DE5A-2785-85B2E009E62C}"/>
    <pc:docChg chg="addSld modSld">
      <pc:chgData name="Georges MATHIO" userId="S::georges.mathio@estia.fr::1057b68d-d9cf-4cd5-bc4c-3fe68ec33e97" providerId="AD" clId="Web-{F53324A8-73B9-DE5A-2785-85B2E009E62C}" dt="2023-11-27T16:08:35.615" v="224" actId="1076"/>
      <pc:docMkLst>
        <pc:docMk/>
      </pc:docMkLst>
      <pc:sldChg chg="addSp modSp">
        <pc:chgData name="Georges MATHIO" userId="S::georges.mathio@estia.fr::1057b68d-d9cf-4cd5-bc4c-3fe68ec33e97" providerId="AD" clId="Web-{F53324A8-73B9-DE5A-2785-85B2E009E62C}" dt="2023-11-27T16:08:35.615" v="224" actId="1076"/>
        <pc:sldMkLst>
          <pc:docMk/>
          <pc:sldMk cId="3870140485" sldId="265"/>
        </pc:sldMkLst>
        <pc:picChg chg="add mod">
          <ac:chgData name="Georges MATHIO" userId="S::georges.mathio@estia.fr::1057b68d-d9cf-4cd5-bc4c-3fe68ec33e97" providerId="AD" clId="Web-{F53324A8-73B9-DE5A-2785-85B2E009E62C}" dt="2023-11-27T16:08:35.615" v="224" actId="1076"/>
          <ac:picMkLst>
            <pc:docMk/>
            <pc:sldMk cId="3870140485" sldId="265"/>
            <ac:picMk id="9" creationId="{658CB9B6-DEB4-E9E0-5341-E2CDB7731147}"/>
          </ac:picMkLst>
        </pc:picChg>
      </pc:sldChg>
      <pc:sldChg chg="addSp modSp add replId">
        <pc:chgData name="Georges MATHIO" userId="S::georges.mathio@estia.fr::1057b68d-d9cf-4cd5-bc4c-3fe68ec33e97" providerId="AD" clId="Web-{F53324A8-73B9-DE5A-2785-85B2E009E62C}" dt="2023-11-27T16:07:53.332" v="220" actId="20577"/>
        <pc:sldMkLst>
          <pc:docMk/>
          <pc:sldMk cId="1487403360" sldId="266"/>
        </pc:sldMkLst>
        <pc:spChg chg="mod">
          <ac:chgData name="Georges MATHIO" userId="S::georges.mathio@estia.fr::1057b68d-d9cf-4cd5-bc4c-3fe68ec33e97" providerId="AD" clId="Web-{F53324A8-73B9-DE5A-2785-85B2E009E62C}" dt="2023-11-27T16:02:12.132" v="9" actId="20577"/>
          <ac:spMkLst>
            <pc:docMk/>
            <pc:sldMk cId="1487403360" sldId="266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F53324A8-73B9-DE5A-2785-85B2E009E62C}" dt="2023-11-27T16:07:53.332" v="220" actId="20577"/>
          <ac:spMkLst>
            <pc:docMk/>
            <pc:sldMk cId="1487403360" sldId="266"/>
            <ac:spMk id="3" creationId="{B5620FEA-FA3C-B3F6-C2FC-F9D51C3D46CB}"/>
          </ac:spMkLst>
        </pc:spChg>
        <pc:spChg chg="add mod">
          <ac:chgData name="Georges MATHIO" userId="S::georges.mathio@estia.fr::1057b68d-d9cf-4cd5-bc4c-3fe68ec33e97" providerId="AD" clId="Web-{F53324A8-73B9-DE5A-2785-85B2E009E62C}" dt="2023-11-27T16:07:09.721" v="213" actId="20577"/>
          <ac:spMkLst>
            <pc:docMk/>
            <pc:sldMk cId="1487403360" sldId="266"/>
            <ac:spMk id="8" creationId="{2896A83E-C8E6-846E-55FB-564BB0253107}"/>
          </ac:spMkLst>
        </pc:spChg>
        <pc:picChg chg="add mod">
          <ac:chgData name="Georges MATHIO" userId="S::georges.mathio@estia.fr::1057b68d-d9cf-4cd5-bc4c-3fe68ec33e97" providerId="AD" clId="Web-{F53324A8-73B9-DE5A-2785-85B2E009E62C}" dt="2023-11-27T16:07:13.050" v="214" actId="1076"/>
          <ac:picMkLst>
            <pc:docMk/>
            <pc:sldMk cId="1487403360" sldId="266"/>
            <ac:picMk id="6" creationId="{B062D537-4C69-6E39-1142-D3403EFDB13F}"/>
          </ac:picMkLst>
        </pc:picChg>
      </pc:sldChg>
    </pc:docChg>
  </pc:docChgLst>
  <pc:docChgLst>
    <pc:chgData name="Georges MATHIO" userId="1057b68d-d9cf-4cd5-bc4c-3fe68ec33e97" providerId="ADAL" clId="{82C5487D-F4FA-479C-805C-E057908A5989}"/>
    <pc:docChg chg="undo redo custSel addSld delSld modSld sldOrd modMainMaster">
      <pc:chgData name="Georges MATHIO" userId="1057b68d-d9cf-4cd5-bc4c-3fe68ec33e97" providerId="ADAL" clId="{82C5487D-F4FA-479C-805C-E057908A5989}" dt="2024-09-23T15:06:58.848" v="5408" actId="47"/>
      <pc:docMkLst>
        <pc:docMk/>
      </pc:docMkLst>
      <pc:sldChg chg="addSp modSp mod">
        <pc:chgData name="Georges MATHIO" userId="1057b68d-d9cf-4cd5-bc4c-3fe68ec33e97" providerId="ADAL" clId="{82C5487D-F4FA-479C-805C-E057908A5989}" dt="2024-09-17T07:27:32.937" v="1598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82C5487D-F4FA-479C-805C-E057908A5989}" dt="2024-09-10T13:19:14.547" v="25" actId="122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82C5487D-F4FA-479C-805C-E057908A5989}" dt="2024-09-17T07:27:32.937" v="1598" actId="20577"/>
          <ac:spMkLst>
            <pc:docMk/>
            <pc:sldMk cId="2526593619" sldId="256"/>
            <ac:spMk id="3" creationId="{00000000-0000-0000-0000-000000000000}"/>
          </ac:spMkLst>
        </pc:spChg>
        <pc:picChg chg="add mod">
          <ac:chgData name="Georges MATHIO" userId="1057b68d-d9cf-4cd5-bc4c-3fe68ec33e97" providerId="ADAL" clId="{82C5487D-F4FA-479C-805C-E057908A5989}" dt="2024-09-10T13:19:55.227" v="30" actId="1440"/>
          <ac:picMkLst>
            <pc:docMk/>
            <pc:sldMk cId="2526593619" sldId="256"/>
            <ac:picMk id="1026" creationId="{0894DCDB-9EDC-5DED-31AC-01B7CFC04937}"/>
          </ac:picMkLst>
        </pc:picChg>
      </pc:sldChg>
      <pc:sldChg chg="addSp modSp mod">
        <pc:chgData name="Georges MATHIO" userId="1057b68d-d9cf-4cd5-bc4c-3fe68ec33e97" providerId="ADAL" clId="{82C5487D-F4FA-479C-805C-E057908A5989}" dt="2024-09-10T14:37:05.319" v="1026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82C5487D-F4FA-479C-805C-E057908A5989}" dt="2024-09-10T13:22:09.188" v="80" actId="20577"/>
          <ac:spMkLst>
            <pc:docMk/>
            <pc:sldMk cId="1554076419" sldId="258"/>
            <ac:spMk id="2" creationId="{8AE1D70E-C040-1542-B36E-7DDF82084F61}"/>
          </ac:spMkLst>
        </pc:spChg>
        <pc:spChg chg="mod">
          <ac:chgData name="Georges MATHIO" userId="1057b68d-d9cf-4cd5-bc4c-3fe68ec33e97" providerId="ADAL" clId="{82C5487D-F4FA-479C-805C-E057908A5989}" dt="2024-09-10T14:37:05.319" v="1026" actId="20577"/>
          <ac:spMkLst>
            <pc:docMk/>
            <pc:sldMk cId="1554076419" sldId="258"/>
            <ac:spMk id="3" creationId="{28C0A9F3-C74E-8D4C-12C9-FC5B0E07D0F8}"/>
          </ac:spMkLst>
        </pc:spChg>
        <pc:spChg chg="mod">
          <ac:chgData name="Georges MATHIO" userId="1057b68d-d9cf-4cd5-bc4c-3fe68ec33e97" providerId="ADAL" clId="{82C5487D-F4FA-479C-805C-E057908A5989}" dt="2024-09-10T13:22:23.428" v="103" actId="20577"/>
          <ac:spMkLst>
            <pc:docMk/>
            <pc:sldMk cId="1554076419" sldId="258"/>
            <ac:spMk id="8" creationId="{8C1BBF7E-EA70-9FE6-C90F-A1284432D1C6}"/>
          </ac:spMkLst>
        </pc:spChg>
        <pc:picChg chg="add mod">
          <ac:chgData name="Georges MATHIO" userId="1057b68d-d9cf-4cd5-bc4c-3fe68ec33e97" providerId="ADAL" clId="{82C5487D-F4FA-479C-805C-E057908A5989}" dt="2024-09-10T13:46:15.711" v="422" actId="1076"/>
          <ac:picMkLst>
            <pc:docMk/>
            <pc:sldMk cId="1554076419" sldId="258"/>
            <ac:picMk id="4" creationId="{B07562AD-13F4-78FB-2B87-3E4DA833361A}"/>
          </ac:picMkLst>
        </pc:picChg>
      </pc:sldChg>
      <pc:sldChg chg="addSp delSp modSp new mod modAnim">
        <pc:chgData name="Georges MATHIO" userId="1057b68d-d9cf-4cd5-bc4c-3fe68ec33e97" providerId="ADAL" clId="{82C5487D-F4FA-479C-805C-E057908A5989}" dt="2024-09-17T09:08:53.903" v="3065" actId="14100"/>
        <pc:sldMkLst>
          <pc:docMk/>
          <pc:sldMk cId="226811849" sldId="259"/>
        </pc:sldMkLst>
        <pc:spChg chg="mod">
          <ac:chgData name="Georges MATHIO" userId="1057b68d-d9cf-4cd5-bc4c-3fe68ec33e97" providerId="ADAL" clId="{82C5487D-F4FA-479C-805C-E057908A5989}" dt="2024-09-10T13:58:32.585" v="533" actId="20577"/>
          <ac:spMkLst>
            <pc:docMk/>
            <pc:sldMk cId="226811849" sldId="259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10T14:33:27.274" v="986" actId="20577"/>
          <ac:spMkLst>
            <pc:docMk/>
            <pc:sldMk cId="226811849" sldId="259"/>
            <ac:spMk id="3" creationId="{A8A75CFA-E18C-7FAB-3081-C2C903E0054B}"/>
          </ac:spMkLst>
        </pc:spChg>
        <pc:spChg chg="add mod">
          <ac:chgData name="Georges MATHIO" userId="1057b68d-d9cf-4cd5-bc4c-3fe68ec33e97" providerId="ADAL" clId="{82C5487D-F4FA-479C-805C-E057908A5989}" dt="2024-09-17T07:36:06.458" v="1697" actId="1035"/>
          <ac:spMkLst>
            <pc:docMk/>
            <pc:sldMk cId="226811849" sldId="259"/>
            <ac:spMk id="4" creationId="{6E13AE0A-54BA-E302-9610-D35C7B750FA2}"/>
          </ac:spMkLst>
        </pc:spChg>
        <pc:spChg chg="add mod">
          <ac:chgData name="Georges MATHIO" userId="1057b68d-d9cf-4cd5-bc4c-3fe68ec33e97" providerId="ADAL" clId="{82C5487D-F4FA-479C-805C-E057908A5989}" dt="2024-09-10T14:22:23.072" v="668" actId="1076"/>
          <ac:spMkLst>
            <pc:docMk/>
            <pc:sldMk cId="226811849" sldId="259"/>
            <ac:spMk id="9" creationId="{97903BD0-BF05-17E6-D0C7-8221CDD418EE}"/>
          </ac:spMkLst>
        </pc:spChg>
        <pc:spChg chg="add mod">
          <ac:chgData name="Georges MATHIO" userId="1057b68d-d9cf-4cd5-bc4c-3fe68ec33e97" providerId="ADAL" clId="{82C5487D-F4FA-479C-805C-E057908A5989}" dt="2024-09-10T14:22:30.250" v="685" actId="20577"/>
          <ac:spMkLst>
            <pc:docMk/>
            <pc:sldMk cId="226811849" sldId="259"/>
            <ac:spMk id="10" creationId="{D8EF6B02-2186-3F04-D957-BA8BEAA6E313}"/>
          </ac:spMkLst>
        </pc:spChg>
        <pc:spChg chg="add mod">
          <ac:chgData name="Georges MATHIO" userId="1057b68d-d9cf-4cd5-bc4c-3fe68ec33e97" providerId="ADAL" clId="{82C5487D-F4FA-479C-805C-E057908A5989}" dt="2024-09-10T14:23:04.213" v="708" actId="20577"/>
          <ac:spMkLst>
            <pc:docMk/>
            <pc:sldMk cId="226811849" sldId="259"/>
            <ac:spMk id="11" creationId="{C361A9C3-1F52-48C6-593F-CB60D9F92BFB}"/>
          </ac:spMkLst>
        </pc:spChg>
        <pc:picChg chg="add mod">
          <ac:chgData name="Georges MATHIO" userId="1057b68d-d9cf-4cd5-bc4c-3fe68ec33e97" providerId="ADAL" clId="{82C5487D-F4FA-479C-805C-E057908A5989}" dt="2024-09-17T09:08:28.634" v="3062" actId="14100"/>
          <ac:picMkLst>
            <pc:docMk/>
            <pc:sldMk cId="226811849" sldId="259"/>
            <ac:picMk id="6" creationId="{9509DC00-0B6A-7E04-A96C-BBC9B12F765A}"/>
          </ac:picMkLst>
        </pc:picChg>
        <pc:picChg chg="add mod">
          <ac:chgData name="Georges MATHIO" userId="1057b68d-d9cf-4cd5-bc4c-3fe68ec33e97" providerId="ADAL" clId="{82C5487D-F4FA-479C-805C-E057908A5989}" dt="2024-09-17T09:08:53.903" v="3065" actId="14100"/>
          <ac:picMkLst>
            <pc:docMk/>
            <pc:sldMk cId="226811849" sldId="259"/>
            <ac:picMk id="8" creationId="{2E8D30E9-B7F3-7460-5DA6-9678BA5D7DE5}"/>
          </ac:picMkLst>
        </pc:picChg>
        <pc:picChg chg="add del mod">
          <ac:chgData name="Georges MATHIO" userId="1057b68d-d9cf-4cd5-bc4c-3fe68ec33e97" providerId="ADAL" clId="{82C5487D-F4FA-479C-805C-E057908A5989}" dt="2024-09-10T14:11:52.255" v="587" actId="478"/>
          <ac:picMkLst>
            <pc:docMk/>
            <pc:sldMk cId="226811849" sldId="259"/>
            <ac:picMk id="2050" creationId="{36B550A6-6A85-8BD1-21F4-3F3C91CC6D32}"/>
          </ac:picMkLst>
        </pc:picChg>
      </pc:sldChg>
      <pc:sldChg chg="del">
        <pc:chgData name="Georges MATHIO" userId="1057b68d-d9cf-4cd5-bc4c-3fe68ec33e97" providerId="ADAL" clId="{82C5487D-F4FA-479C-805C-E057908A5989}" dt="2024-09-10T13:20:14.903" v="35" actId="47"/>
        <pc:sldMkLst>
          <pc:docMk/>
          <pc:sldMk cId="698645210" sldId="259"/>
        </pc:sldMkLst>
      </pc:sldChg>
      <pc:sldChg chg="del">
        <pc:chgData name="Georges MATHIO" userId="1057b68d-d9cf-4cd5-bc4c-3fe68ec33e97" providerId="ADAL" clId="{82C5487D-F4FA-479C-805C-E057908A5989}" dt="2024-09-10T13:20:16.297" v="36" actId="47"/>
        <pc:sldMkLst>
          <pc:docMk/>
          <pc:sldMk cId="2019018920" sldId="260"/>
        </pc:sldMkLst>
      </pc:sldChg>
      <pc:sldChg chg="addSp delSp modSp new mod ord">
        <pc:chgData name="Georges MATHIO" userId="1057b68d-d9cf-4cd5-bc4c-3fe68ec33e97" providerId="ADAL" clId="{82C5487D-F4FA-479C-805C-E057908A5989}" dt="2024-09-17T08:06:04.235" v="1974"/>
        <pc:sldMkLst>
          <pc:docMk/>
          <pc:sldMk cId="2559389067" sldId="260"/>
        </pc:sldMkLst>
        <pc:spChg chg="mod">
          <ac:chgData name="Georges MATHIO" userId="1057b68d-d9cf-4cd5-bc4c-3fe68ec33e97" providerId="ADAL" clId="{82C5487D-F4FA-479C-805C-E057908A5989}" dt="2024-09-10T14:55:40.397" v="1462" actId="20577"/>
          <ac:spMkLst>
            <pc:docMk/>
            <pc:sldMk cId="2559389067" sldId="260"/>
            <ac:spMk id="2" creationId="{F663B97E-87A1-8668-0A62-7274C06FB89D}"/>
          </ac:spMkLst>
        </pc:spChg>
        <pc:spChg chg="del mod">
          <ac:chgData name="Georges MATHIO" userId="1057b68d-d9cf-4cd5-bc4c-3fe68ec33e97" providerId="ADAL" clId="{82C5487D-F4FA-479C-805C-E057908A5989}" dt="2024-09-10T14:35:02.014" v="1003" actId="1032"/>
          <ac:spMkLst>
            <pc:docMk/>
            <pc:sldMk cId="2559389067" sldId="260"/>
            <ac:spMk id="3" creationId="{32C8C031-605E-FC62-9298-BDD823E9A290}"/>
          </ac:spMkLst>
        </pc:spChg>
        <pc:spChg chg="add del mod">
          <ac:chgData name="Georges MATHIO" userId="1057b68d-d9cf-4cd5-bc4c-3fe68ec33e97" providerId="ADAL" clId="{82C5487D-F4FA-479C-805C-E057908A5989}" dt="2024-09-10T14:46:51.693" v="1139" actId="478"/>
          <ac:spMkLst>
            <pc:docMk/>
            <pc:sldMk cId="2559389067" sldId="260"/>
            <ac:spMk id="6" creationId="{1010D7BC-3C99-3325-1469-523EE6D3D959}"/>
          </ac:spMkLst>
        </pc:spChg>
        <pc:spChg chg="add mod">
          <ac:chgData name="Georges MATHIO" userId="1057b68d-d9cf-4cd5-bc4c-3fe68ec33e97" providerId="ADAL" clId="{82C5487D-F4FA-479C-805C-E057908A5989}" dt="2024-09-10T14:55:25.758" v="1459" actId="20577"/>
          <ac:spMkLst>
            <pc:docMk/>
            <pc:sldMk cId="2559389067" sldId="260"/>
            <ac:spMk id="8" creationId="{ACC75875-167A-31F4-1356-0FFFFD9A7B60}"/>
          </ac:spMkLst>
        </pc:spChg>
        <pc:graphicFrameChg chg="add del mod modGraphic">
          <ac:chgData name="Georges MATHIO" userId="1057b68d-d9cf-4cd5-bc4c-3fe68ec33e97" providerId="ADAL" clId="{82C5487D-F4FA-479C-805C-E057908A5989}" dt="2024-09-10T14:47:12.317" v="1140" actId="478"/>
          <ac:graphicFrameMkLst>
            <pc:docMk/>
            <pc:sldMk cId="2559389067" sldId="260"/>
            <ac:graphicFrameMk id="4" creationId="{A9798C2C-4FD6-3C11-A438-5C619FC6FD87}"/>
          </ac:graphicFrameMkLst>
        </pc:graphicFrameChg>
        <pc:graphicFrameChg chg="add mod modGraphic">
          <ac:chgData name="Georges MATHIO" userId="1057b68d-d9cf-4cd5-bc4c-3fe68ec33e97" providerId="ADAL" clId="{82C5487D-F4FA-479C-805C-E057908A5989}" dt="2024-09-17T08:05:23.720" v="1972" actId="20577"/>
          <ac:graphicFrameMkLst>
            <pc:docMk/>
            <pc:sldMk cId="2559389067" sldId="260"/>
            <ac:graphicFrameMk id="9" creationId="{DDBF71B8-26D9-A5CE-E19A-FD16CFEA8844}"/>
          </ac:graphicFrameMkLst>
        </pc:graphicFrameChg>
      </pc:sldChg>
      <pc:sldChg chg="addSp delSp modSp add del mod ord delAnim modAnim">
        <pc:chgData name="Georges MATHIO" userId="1057b68d-d9cf-4cd5-bc4c-3fe68ec33e97" providerId="ADAL" clId="{82C5487D-F4FA-479C-805C-E057908A5989}" dt="2024-09-17T09:06:02.876" v="3053" actId="47"/>
        <pc:sldMkLst>
          <pc:docMk/>
          <pc:sldMk cId="1438521280" sldId="261"/>
        </pc:sldMkLst>
        <pc:spChg chg="mod">
          <ac:chgData name="Georges MATHIO" userId="1057b68d-d9cf-4cd5-bc4c-3fe68ec33e97" providerId="ADAL" clId="{82C5487D-F4FA-479C-805C-E057908A5989}" dt="2024-09-17T08:58:14.835" v="2728" actId="20577"/>
          <ac:spMkLst>
            <pc:docMk/>
            <pc:sldMk cId="1438521280" sldId="261"/>
            <ac:spMk id="2" creationId="{ADEBCA86-FC88-C76F-F85D-C56FAC8A5DAF}"/>
          </ac:spMkLst>
        </pc:spChg>
        <pc:spChg chg="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3" creationId="{A8A75CFA-E18C-7FAB-3081-C2C903E0054B}"/>
          </ac:spMkLst>
        </pc:spChg>
        <pc:spChg chg="mod">
          <ac:chgData name="Georges MATHIO" userId="1057b68d-d9cf-4cd5-bc4c-3fe68ec33e97" providerId="ADAL" clId="{82C5487D-F4FA-479C-805C-E057908A5989}" dt="2024-09-17T09:01:51.546" v="3039" actId="20577"/>
          <ac:spMkLst>
            <pc:docMk/>
            <pc:sldMk cId="1438521280" sldId="261"/>
            <ac:spMk id="4" creationId="{6E13AE0A-54BA-E302-9610-D35C7B750FA2}"/>
          </ac:spMkLst>
        </pc:spChg>
        <pc:spChg chg="add 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5" creationId="{A51CD53D-ED1A-59F5-088F-C27E750B9DF4}"/>
          </ac:spMkLst>
        </pc:spChg>
        <pc:spChg chg="add 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8" creationId="{8552457F-CA42-CAD5-1D50-0F5F46546509}"/>
          </ac:spMkLst>
        </pc:spChg>
        <pc:spChg chg="del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9" creationId="{97903BD0-BF05-17E6-D0C7-8221CDD418EE}"/>
          </ac:spMkLst>
        </pc:spChg>
        <pc:spChg chg="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10" creationId="{D8EF6B02-2186-3F04-D957-BA8BEAA6E313}"/>
          </ac:spMkLst>
        </pc:spChg>
        <pc:spChg chg="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11" creationId="{C361A9C3-1F52-48C6-593F-CB60D9F92BFB}"/>
          </ac:spMkLst>
        </pc:spChg>
        <pc:spChg chg="add 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12" creationId="{09355B55-B4F6-D4B9-0F73-7E2BA3C41B63}"/>
          </ac:spMkLst>
        </pc:spChg>
        <pc:spChg chg="add del mod">
          <ac:chgData name="Georges MATHIO" userId="1057b68d-d9cf-4cd5-bc4c-3fe68ec33e97" providerId="ADAL" clId="{82C5487D-F4FA-479C-805C-E057908A5989}" dt="2024-09-17T09:02:07.557" v="3041" actId="478"/>
          <ac:spMkLst>
            <pc:docMk/>
            <pc:sldMk cId="1438521280" sldId="261"/>
            <ac:spMk id="14" creationId="{2962C1C5-B21F-95A6-841E-5EA140747AF2}"/>
          </ac:spMkLst>
        </pc:spChg>
        <pc:picChg chg="del mod">
          <ac:chgData name="Georges MATHIO" userId="1057b68d-d9cf-4cd5-bc4c-3fe68ec33e97" providerId="ADAL" clId="{82C5487D-F4FA-479C-805C-E057908A5989}" dt="2024-09-17T09:02:01.296" v="3040" actId="478"/>
          <ac:picMkLst>
            <pc:docMk/>
            <pc:sldMk cId="1438521280" sldId="261"/>
            <ac:picMk id="6" creationId="{9509DC00-0B6A-7E04-A96C-BBC9B12F765A}"/>
          </ac:picMkLst>
        </pc:picChg>
        <pc:picChg chg="add del mod">
          <ac:chgData name="Georges MATHIO" userId="1057b68d-d9cf-4cd5-bc4c-3fe68ec33e97" providerId="ADAL" clId="{82C5487D-F4FA-479C-805C-E057908A5989}" dt="2024-09-17T09:02:01.296" v="3040" actId="478"/>
          <ac:picMkLst>
            <pc:docMk/>
            <pc:sldMk cId="1438521280" sldId="261"/>
            <ac:picMk id="7" creationId="{FCB679A2-5E4F-7966-43BD-CF1E51893504}"/>
          </ac:picMkLst>
        </pc:picChg>
        <pc:picChg chg="del">
          <ac:chgData name="Georges MATHIO" userId="1057b68d-d9cf-4cd5-bc4c-3fe68ec33e97" providerId="ADAL" clId="{82C5487D-F4FA-479C-805C-E057908A5989}" dt="2024-09-10T14:56:02.849" v="1486" actId="478"/>
          <ac:picMkLst>
            <pc:docMk/>
            <pc:sldMk cId="1438521280" sldId="261"/>
            <ac:picMk id="8" creationId="{2E8D30E9-B7F3-7460-5DA6-9678BA5D7DE5}"/>
          </ac:picMkLst>
        </pc:picChg>
      </pc:sldChg>
      <pc:sldChg chg="del">
        <pc:chgData name="Georges MATHIO" userId="1057b68d-d9cf-4cd5-bc4c-3fe68ec33e97" providerId="ADAL" clId="{82C5487D-F4FA-479C-805C-E057908A5989}" dt="2024-09-10T13:20:16.647" v="37" actId="47"/>
        <pc:sldMkLst>
          <pc:docMk/>
          <pc:sldMk cId="4161449416" sldId="261"/>
        </pc:sldMkLst>
      </pc:sldChg>
      <pc:sldChg chg="addSp delSp modSp new mod ord">
        <pc:chgData name="Georges MATHIO" userId="1057b68d-d9cf-4cd5-bc4c-3fe68ec33e97" providerId="ADAL" clId="{82C5487D-F4FA-479C-805C-E057908A5989}" dt="2024-09-23T15:02:22.301" v="5275"/>
        <pc:sldMkLst>
          <pc:docMk/>
          <pc:sldMk cId="2390649631" sldId="262"/>
        </pc:sldMkLst>
        <pc:spChg chg="mod">
          <ac:chgData name="Georges MATHIO" userId="1057b68d-d9cf-4cd5-bc4c-3fe68ec33e97" providerId="ADAL" clId="{82C5487D-F4FA-479C-805C-E057908A5989}" dt="2024-09-23T14:41:15.692" v="4748" actId="20577"/>
          <ac:spMkLst>
            <pc:docMk/>
            <pc:sldMk cId="2390649631" sldId="262"/>
            <ac:spMk id="2" creationId="{3A83B63E-8695-A261-2D66-4BFE1CECFE25}"/>
          </ac:spMkLst>
        </pc:spChg>
        <pc:spChg chg="del mod">
          <ac:chgData name="Georges MATHIO" userId="1057b68d-d9cf-4cd5-bc4c-3fe68ec33e97" providerId="ADAL" clId="{82C5487D-F4FA-479C-805C-E057908A5989}" dt="2024-09-23T14:41:42.197" v="4750" actId="478"/>
          <ac:spMkLst>
            <pc:docMk/>
            <pc:sldMk cId="2390649631" sldId="262"/>
            <ac:spMk id="3" creationId="{E7B1851B-891E-7219-903C-44C4234BD6E6}"/>
          </ac:spMkLst>
        </pc:spChg>
        <pc:spChg chg="add del mod">
          <ac:chgData name="Georges MATHIO" userId="1057b68d-d9cf-4cd5-bc4c-3fe68ec33e97" providerId="ADAL" clId="{82C5487D-F4FA-479C-805C-E057908A5989}" dt="2024-09-17T08:04:08.972" v="1911"/>
          <ac:spMkLst>
            <pc:docMk/>
            <pc:sldMk cId="2390649631" sldId="262"/>
            <ac:spMk id="4" creationId="{2849EFA2-3B11-6ECE-14A3-A69D87FD19F4}"/>
          </ac:spMkLst>
        </pc:spChg>
        <pc:spChg chg="add del mod">
          <ac:chgData name="Georges MATHIO" userId="1057b68d-d9cf-4cd5-bc4c-3fe68ec33e97" providerId="ADAL" clId="{82C5487D-F4FA-479C-805C-E057908A5989}" dt="2024-09-23T14:41:19.848" v="4749" actId="478"/>
          <ac:spMkLst>
            <pc:docMk/>
            <pc:sldMk cId="2390649631" sldId="262"/>
            <ac:spMk id="5" creationId="{FE12536D-6ED0-DC03-08CC-8D761524D1FF}"/>
          </ac:spMkLst>
        </pc:spChg>
        <pc:spChg chg="add del mod">
          <ac:chgData name="Georges MATHIO" userId="1057b68d-d9cf-4cd5-bc4c-3fe68ec33e97" providerId="ADAL" clId="{82C5487D-F4FA-479C-805C-E057908A5989}" dt="2024-09-23T14:41:53.678" v="4752" actId="478"/>
          <ac:spMkLst>
            <pc:docMk/>
            <pc:sldMk cId="2390649631" sldId="262"/>
            <ac:spMk id="6" creationId="{153F91A9-730B-CD7A-FE6F-857BC50475EF}"/>
          </ac:spMkLst>
        </pc:spChg>
        <pc:spChg chg="add mod">
          <ac:chgData name="Georges MATHIO" userId="1057b68d-d9cf-4cd5-bc4c-3fe68ec33e97" providerId="ADAL" clId="{82C5487D-F4FA-479C-805C-E057908A5989}" dt="2024-09-23T14:46:38.445" v="5103" actId="403"/>
          <ac:spMkLst>
            <pc:docMk/>
            <pc:sldMk cId="2390649631" sldId="262"/>
            <ac:spMk id="7" creationId="{F730F81E-FE15-036B-799E-4164065F9994}"/>
          </ac:spMkLst>
        </pc:spChg>
      </pc:sldChg>
      <pc:sldChg chg="del">
        <pc:chgData name="Georges MATHIO" userId="1057b68d-d9cf-4cd5-bc4c-3fe68ec33e97" providerId="ADAL" clId="{82C5487D-F4FA-479C-805C-E057908A5989}" dt="2024-09-10T13:20:16.849" v="38" actId="47"/>
        <pc:sldMkLst>
          <pc:docMk/>
          <pc:sldMk cId="3587356529" sldId="262"/>
        </pc:sldMkLst>
      </pc:sldChg>
      <pc:sldChg chg="del">
        <pc:chgData name="Georges MATHIO" userId="1057b68d-d9cf-4cd5-bc4c-3fe68ec33e97" providerId="ADAL" clId="{82C5487D-F4FA-479C-805C-E057908A5989}" dt="2024-09-10T13:20:17.030" v="39" actId="47"/>
        <pc:sldMkLst>
          <pc:docMk/>
          <pc:sldMk cId="631768457" sldId="263"/>
        </pc:sldMkLst>
      </pc:sldChg>
      <pc:sldChg chg="delSp modSp add mod delAnim">
        <pc:chgData name="Georges MATHIO" userId="1057b68d-d9cf-4cd5-bc4c-3fe68ec33e97" providerId="ADAL" clId="{82C5487D-F4FA-479C-805C-E057908A5989}" dt="2024-09-17T07:58:35.453" v="1811" actId="20577"/>
        <pc:sldMkLst>
          <pc:docMk/>
          <pc:sldMk cId="2462972198" sldId="263"/>
        </pc:sldMkLst>
        <pc:spChg chg="mod">
          <ac:chgData name="Georges MATHIO" userId="1057b68d-d9cf-4cd5-bc4c-3fe68ec33e97" providerId="ADAL" clId="{82C5487D-F4FA-479C-805C-E057908A5989}" dt="2024-09-17T07:35:29.456" v="1644"/>
          <ac:spMkLst>
            <pc:docMk/>
            <pc:sldMk cId="2462972198" sldId="263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17T07:58:35.453" v="1811" actId="20577"/>
          <ac:spMkLst>
            <pc:docMk/>
            <pc:sldMk cId="2462972198" sldId="263"/>
            <ac:spMk id="3" creationId="{A8A75CFA-E18C-7FAB-3081-C2C903E0054B}"/>
          </ac:spMkLst>
        </pc:spChg>
        <pc:spChg chg="mod">
          <ac:chgData name="Georges MATHIO" userId="1057b68d-d9cf-4cd5-bc4c-3fe68ec33e97" providerId="ADAL" clId="{82C5487D-F4FA-479C-805C-E057908A5989}" dt="2024-09-17T07:36:01.280" v="1686" actId="1035"/>
          <ac:spMkLst>
            <pc:docMk/>
            <pc:sldMk cId="2462972198" sldId="263"/>
            <ac:spMk id="4" creationId="{6E13AE0A-54BA-E302-9610-D35C7B750FA2}"/>
          </ac:spMkLst>
        </pc:spChg>
        <pc:spChg chg="del">
          <ac:chgData name="Georges MATHIO" userId="1057b68d-d9cf-4cd5-bc4c-3fe68ec33e97" providerId="ADAL" clId="{82C5487D-F4FA-479C-805C-E057908A5989}" dt="2024-09-17T07:46:49.207" v="1725" actId="478"/>
          <ac:spMkLst>
            <pc:docMk/>
            <pc:sldMk cId="2462972198" sldId="263"/>
            <ac:spMk id="9" creationId="{97903BD0-BF05-17E6-D0C7-8221CDD418EE}"/>
          </ac:spMkLst>
        </pc:spChg>
        <pc:spChg chg="del">
          <ac:chgData name="Georges MATHIO" userId="1057b68d-d9cf-4cd5-bc4c-3fe68ec33e97" providerId="ADAL" clId="{82C5487D-F4FA-479C-805C-E057908A5989}" dt="2024-09-17T07:35:37.113" v="1646" actId="478"/>
          <ac:spMkLst>
            <pc:docMk/>
            <pc:sldMk cId="2462972198" sldId="263"/>
            <ac:spMk id="10" creationId="{D8EF6B02-2186-3F04-D957-BA8BEAA6E313}"/>
          </ac:spMkLst>
        </pc:spChg>
        <pc:spChg chg="del">
          <ac:chgData name="Georges MATHIO" userId="1057b68d-d9cf-4cd5-bc4c-3fe68ec33e97" providerId="ADAL" clId="{82C5487D-F4FA-479C-805C-E057908A5989}" dt="2024-09-17T07:46:45.123" v="1724" actId="478"/>
          <ac:spMkLst>
            <pc:docMk/>
            <pc:sldMk cId="2462972198" sldId="263"/>
            <ac:spMk id="11" creationId="{C361A9C3-1F52-48C6-593F-CB60D9F92BFB}"/>
          </ac:spMkLst>
        </pc:spChg>
        <pc:picChg chg="del">
          <ac:chgData name="Georges MATHIO" userId="1057b68d-d9cf-4cd5-bc4c-3fe68ec33e97" providerId="ADAL" clId="{82C5487D-F4FA-479C-805C-E057908A5989}" dt="2024-09-17T07:35:33.974" v="1645" actId="478"/>
          <ac:picMkLst>
            <pc:docMk/>
            <pc:sldMk cId="2462972198" sldId="263"/>
            <ac:picMk id="6" creationId="{9509DC00-0B6A-7E04-A96C-BBC9B12F765A}"/>
          </ac:picMkLst>
        </pc:picChg>
        <pc:picChg chg="del">
          <ac:chgData name="Georges MATHIO" userId="1057b68d-d9cf-4cd5-bc4c-3fe68ec33e97" providerId="ADAL" clId="{82C5487D-F4FA-479C-805C-E057908A5989}" dt="2024-09-17T07:35:33.974" v="1645" actId="478"/>
          <ac:picMkLst>
            <pc:docMk/>
            <pc:sldMk cId="2462972198" sldId="263"/>
            <ac:picMk id="8" creationId="{2E8D30E9-B7F3-7460-5DA6-9678BA5D7DE5}"/>
          </ac:picMkLst>
        </pc:picChg>
      </pc:sldChg>
      <pc:sldChg chg="addSp delSp modSp new mod ord">
        <pc:chgData name="Georges MATHIO" userId="1057b68d-d9cf-4cd5-bc4c-3fe68ec33e97" providerId="ADAL" clId="{82C5487D-F4FA-479C-805C-E057908A5989}" dt="2024-09-17T08:56:16.987" v="2709" actId="1076"/>
        <pc:sldMkLst>
          <pc:docMk/>
          <pc:sldMk cId="3235624482" sldId="264"/>
        </pc:sldMkLst>
        <pc:spChg chg="mod">
          <ac:chgData name="Georges MATHIO" userId="1057b68d-d9cf-4cd5-bc4c-3fe68ec33e97" providerId="ADAL" clId="{82C5487D-F4FA-479C-805C-E057908A5989}" dt="2024-09-17T08:20:42.761" v="2031" actId="14100"/>
          <ac:spMkLst>
            <pc:docMk/>
            <pc:sldMk cId="3235624482" sldId="264"/>
            <ac:spMk id="2" creationId="{CB737089-8812-04A5-7B93-1AB5EDC6C0EC}"/>
          </ac:spMkLst>
        </pc:spChg>
        <pc:spChg chg="del mod">
          <ac:chgData name="Georges MATHIO" userId="1057b68d-d9cf-4cd5-bc4c-3fe68ec33e97" providerId="ADAL" clId="{82C5487D-F4FA-479C-805C-E057908A5989}" dt="2024-09-17T08:20:29.883" v="2027"/>
          <ac:spMkLst>
            <pc:docMk/>
            <pc:sldMk cId="3235624482" sldId="264"/>
            <ac:spMk id="3" creationId="{84A9451D-6DCF-61D1-2ADE-A94781D7C8A3}"/>
          </ac:spMkLst>
        </pc:spChg>
        <pc:spChg chg="add del mod">
          <ac:chgData name="Georges MATHIO" userId="1057b68d-d9cf-4cd5-bc4c-3fe68ec33e97" providerId="ADAL" clId="{82C5487D-F4FA-479C-805C-E057908A5989}" dt="2024-09-17T08:21:42.991" v="2036" actId="478"/>
          <ac:spMkLst>
            <pc:docMk/>
            <pc:sldMk cId="3235624482" sldId="264"/>
            <ac:spMk id="9" creationId="{3DAAC72B-75E5-20FF-13A6-CAAC54632501}"/>
          </ac:spMkLst>
        </pc:spChg>
        <pc:spChg chg="add mod ord">
          <ac:chgData name="Georges MATHIO" userId="1057b68d-d9cf-4cd5-bc4c-3fe68ec33e97" providerId="ADAL" clId="{82C5487D-F4FA-479C-805C-E057908A5989}" dt="2024-09-17T08:28:20.554" v="2510" actId="1076"/>
          <ac:spMkLst>
            <pc:docMk/>
            <pc:sldMk cId="3235624482" sldId="264"/>
            <ac:spMk id="14" creationId="{18A743E6-2E5B-7BB2-938A-EADF43D9DA53}"/>
          </ac:spMkLst>
        </pc:spChg>
        <pc:spChg chg="add mod ord">
          <ac:chgData name="Georges MATHIO" userId="1057b68d-d9cf-4cd5-bc4c-3fe68ec33e97" providerId="ADAL" clId="{82C5487D-F4FA-479C-805C-E057908A5989}" dt="2024-09-17T08:29:14.763" v="2524" actId="14861"/>
          <ac:spMkLst>
            <pc:docMk/>
            <pc:sldMk cId="3235624482" sldId="264"/>
            <ac:spMk id="17" creationId="{08FBC12F-337E-E89E-55FA-399221144F12}"/>
          </ac:spMkLst>
        </pc:spChg>
        <pc:spChg chg="add mod ord">
          <ac:chgData name="Georges MATHIO" userId="1057b68d-d9cf-4cd5-bc4c-3fe68ec33e97" providerId="ADAL" clId="{82C5487D-F4FA-479C-805C-E057908A5989}" dt="2024-09-17T08:29:04.608" v="2522" actId="167"/>
          <ac:spMkLst>
            <pc:docMk/>
            <pc:sldMk cId="3235624482" sldId="264"/>
            <ac:spMk id="18" creationId="{776D6E20-3491-2DBC-081A-F6F4AA18D872}"/>
          </ac:spMkLst>
        </pc:spChg>
        <pc:spChg chg="add mod">
          <ac:chgData name="Georges MATHIO" userId="1057b68d-d9cf-4cd5-bc4c-3fe68ec33e97" providerId="ADAL" clId="{82C5487D-F4FA-479C-805C-E057908A5989}" dt="2024-09-17T08:56:16.987" v="2709" actId="1076"/>
          <ac:spMkLst>
            <pc:docMk/>
            <pc:sldMk cId="3235624482" sldId="264"/>
            <ac:spMk id="19" creationId="{FC05DE6C-0B46-E626-BF36-F3DE11496887}"/>
          </ac:spMkLst>
        </pc:spChg>
        <pc:spChg chg="add mod">
          <ac:chgData name="Georges MATHIO" userId="1057b68d-d9cf-4cd5-bc4c-3fe68ec33e97" providerId="ADAL" clId="{82C5487D-F4FA-479C-805C-E057908A5989}" dt="2024-09-17T08:56:09.665" v="2708" actId="20577"/>
          <ac:spMkLst>
            <pc:docMk/>
            <pc:sldMk cId="3235624482" sldId="264"/>
            <ac:spMk id="20" creationId="{364FFAB6-3B2B-94EE-7B53-08EA73C3479C}"/>
          </ac:spMkLst>
        </pc:spChg>
        <pc:spChg chg="add mod">
          <ac:chgData name="Georges MATHIO" userId="1057b68d-d9cf-4cd5-bc4c-3fe68ec33e97" providerId="ADAL" clId="{82C5487D-F4FA-479C-805C-E057908A5989}" dt="2024-09-17T08:56:00.712" v="2692"/>
          <ac:spMkLst>
            <pc:docMk/>
            <pc:sldMk cId="3235624482" sldId="264"/>
            <ac:spMk id="21" creationId="{0B1D064C-D614-8D39-D338-FF3DA04CEC49}"/>
          </ac:spMkLst>
        </pc:spChg>
        <pc:picChg chg="add del mod">
          <ac:chgData name="Georges MATHIO" userId="1057b68d-d9cf-4cd5-bc4c-3fe68ec33e97" providerId="ADAL" clId="{82C5487D-F4FA-479C-805C-E057908A5989}" dt="2024-09-17T08:21:38.026" v="2035" actId="478"/>
          <ac:picMkLst>
            <pc:docMk/>
            <pc:sldMk cId="3235624482" sldId="264"/>
            <ac:picMk id="5" creationId="{B61758AC-C4E4-ACAF-2219-6CF88CC8E397}"/>
          </ac:picMkLst>
        </pc:picChg>
        <pc:picChg chg="add del mod">
          <ac:chgData name="Georges MATHIO" userId="1057b68d-d9cf-4cd5-bc4c-3fe68ec33e97" providerId="ADAL" clId="{82C5487D-F4FA-479C-805C-E057908A5989}" dt="2024-09-17T08:29:35.017" v="2546" actId="478"/>
          <ac:picMkLst>
            <pc:docMk/>
            <pc:sldMk cId="3235624482" sldId="264"/>
            <ac:picMk id="7" creationId="{FF0CB90B-16E0-921F-0B60-2493DB3ABDF1}"/>
          </ac:picMkLst>
        </pc:picChg>
        <pc:picChg chg="add mod">
          <ac:chgData name="Georges MATHIO" userId="1057b68d-d9cf-4cd5-bc4c-3fe68ec33e97" providerId="ADAL" clId="{82C5487D-F4FA-479C-805C-E057908A5989}" dt="2024-09-17T08:49:40.032" v="2593" actId="14861"/>
          <ac:picMkLst>
            <pc:docMk/>
            <pc:sldMk cId="3235624482" sldId="264"/>
            <ac:picMk id="11" creationId="{4C6F3A78-E144-15DD-B7FD-4BB3C5912799}"/>
          </ac:picMkLst>
        </pc:picChg>
        <pc:picChg chg="add mod">
          <ac:chgData name="Georges MATHIO" userId="1057b68d-d9cf-4cd5-bc4c-3fe68ec33e97" providerId="ADAL" clId="{82C5487D-F4FA-479C-805C-E057908A5989}" dt="2024-09-17T08:29:31.399" v="2545" actId="1035"/>
          <ac:picMkLst>
            <pc:docMk/>
            <pc:sldMk cId="3235624482" sldId="264"/>
            <ac:picMk id="13" creationId="{5DCACF9F-D521-647F-F91C-5CDCBB6CE316}"/>
          </ac:picMkLst>
        </pc:picChg>
        <pc:picChg chg="add mod">
          <ac:chgData name="Georges MATHIO" userId="1057b68d-d9cf-4cd5-bc4c-3fe68ec33e97" providerId="ADAL" clId="{82C5487D-F4FA-479C-805C-E057908A5989}" dt="2024-09-17T08:28:51.683" v="2516" actId="14100"/>
          <ac:picMkLst>
            <pc:docMk/>
            <pc:sldMk cId="3235624482" sldId="264"/>
            <ac:picMk id="16" creationId="{DCF59688-78C3-4A9D-07BC-80A8491DDC70}"/>
          </ac:picMkLst>
        </pc:picChg>
      </pc:sldChg>
      <pc:sldChg chg="del">
        <pc:chgData name="Georges MATHIO" userId="1057b68d-d9cf-4cd5-bc4c-3fe68ec33e97" providerId="ADAL" clId="{82C5487D-F4FA-479C-805C-E057908A5989}" dt="2024-09-10T13:20:17.203" v="40" actId="47"/>
        <pc:sldMkLst>
          <pc:docMk/>
          <pc:sldMk cId="3585669407" sldId="264"/>
        </pc:sldMkLst>
      </pc:sldChg>
      <pc:sldChg chg="del">
        <pc:chgData name="Georges MATHIO" userId="1057b68d-d9cf-4cd5-bc4c-3fe68ec33e97" providerId="ADAL" clId="{82C5487D-F4FA-479C-805C-E057908A5989}" dt="2024-09-10T13:20:17.382" v="41" actId="47"/>
        <pc:sldMkLst>
          <pc:docMk/>
          <pc:sldMk cId="2440634833" sldId="265"/>
        </pc:sldMkLst>
      </pc:sldChg>
      <pc:sldChg chg="modSp add mod ord">
        <pc:chgData name="Georges MATHIO" userId="1057b68d-d9cf-4cd5-bc4c-3fe68ec33e97" providerId="ADAL" clId="{82C5487D-F4FA-479C-805C-E057908A5989}" dt="2024-09-23T15:04:02.169" v="5362" actId="20577"/>
        <pc:sldMkLst>
          <pc:docMk/>
          <pc:sldMk cId="2843119897" sldId="265"/>
        </pc:sldMkLst>
        <pc:spChg chg="mod">
          <ac:chgData name="Georges MATHIO" userId="1057b68d-d9cf-4cd5-bc4c-3fe68ec33e97" providerId="ADAL" clId="{82C5487D-F4FA-479C-805C-E057908A5989}" dt="2024-09-23T14:13:04.905" v="3988" actId="20577"/>
          <ac:spMkLst>
            <pc:docMk/>
            <pc:sldMk cId="2843119897" sldId="265"/>
            <ac:spMk id="2" creationId="{CB737089-8812-04A5-7B93-1AB5EDC6C0EC}"/>
          </ac:spMkLst>
        </pc:spChg>
        <pc:spChg chg="mod">
          <ac:chgData name="Georges MATHIO" userId="1057b68d-d9cf-4cd5-bc4c-3fe68ec33e97" providerId="ADAL" clId="{82C5487D-F4FA-479C-805C-E057908A5989}" dt="2024-09-23T15:01:45.217" v="5255" actId="6549"/>
          <ac:spMkLst>
            <pc:docMk/>
            <pc:sldMk cId="2843119897" sldId="265"/>
            <ac:spMk id="19" creationId="{FC05DE6C-0B46-E626-BF36-F3DE11496887}"/>
          </ac:spMkLst>
        </pc:spChg>
        <pc:spChg chg="mod">
          <ac:chgData name="Georges MATHIO" userId="1057b68d-d9cf-4cd5-bc4c-3fe68ec33e97" providerId="ADAL" clId="{82C5487D-F4FA-479C-805C-E057908A5989}" dt="2024-09-23T15:03:58.675" v="5361" actId="6549"/>
          <ac:spMkLst>
            <pc:docMk/>
            <pc:sldMk cId="2843119897" sldId="265"/>
            <ac:spMk id="20" creationId="{364FFAB6-3B2B-94EE-7B53-08EA73C3479C}"/>
          </ac:spMkLst>
        </pc:spChg>
        <pc:spChg chg="mod">
          <ac:chgData name="Georges MATHIO" userId="1057b68d-d9cf-4cd5-bc4c-3fe68ec33e97" providerId="ADAL" clId="{82C5487D-F4FA-479C-805C-E057908A5989}" dt="2024-09-23T15:04:02.169" v="5362" actId="20577"/>
          <ac:spMkLst>
            <pc:docMk/>
            <pc:sldMk cId="2843119897" sldId="265"/>
            <ac:spMk id="21" creationId="{0B1D064C-D614-8D39-D338-FF3DA04CEC49}"/>
          </ac:spMkLst>
        </pc:spChg>
      </pc:sldChg>
      <pc:sldChg chg="del">
        <pc:chgData name="Georges MATHIO" userId="1057b68d-d9cf-4cd5-bc4c-3fe68ec33e97" providerId="ADAL" clId="{82C5487D-F4FA-479C-805C-E057908A5989}" dt="2024-09-10T13:20:17.567" v="42" actId="47"/>
        <pc:sldMkLst>
          <pc:docMk/>
          <pc:sldMk cId="1447089258" sldId="266"/>
        </pc:sldMkLst>
      </pc:sldChg>
      <pc:sldChg chg="modSp add mod">
        <pc:chgData name="Georges MATHIO" userId="1057b68d-d9cf-4cd5-bc4c-3fe68ec33e97" providerId="ADAL" clId="{82C5487D-F4FA-479C-805C-E057908A5989}" dt="2024-09-23T14:15:03.993" v="4013" actId="20577"/>
        <pc:sldMkLst>
          <pc:docMk/>
          <pc:sldMk cId="2284228860" sldId="266"/>
        </pc:sldMkLst>
        <pc:spChg chg="mod">
          <ac:chgData name="Georges MATHIO" userId="1057b68d-d9cf-4cd5-bc4c-3fe68ec33e97" providerId="ADAL" clId="{82C5487D-F4FA-479C-805C-E057908A5989}" dt="2024-09-23T14:15:03.993" v="4013" actId="20577"/>
          <ac:spMkLst>
            <pc:docMk/>
            <pc:sldMk cId="2284228860" sldId="266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17T09:12:50.368" v="3234" actId="20577"/>
          <ac:spMkLst>
            <pc:docMk/>
            <pc:sldMk cId="2284228860" sldId="266"/>
            <ac:spMk id="3" creationId="{A8A75CFA-E18C-7FAB-3081-C2C903E0054B}"/>
          </ac:spMkLst>
        </pc:spChg>
        <pc:picChg chg="mod">
          <ac:chgData name="Georges MATHIO" userId="1057b68d-d9cf-4cd5-bc4c-3fe68ec33e97" providerId="ADAL" clId="{82C5487D-F4FA-479C-805C-E057908A5989}" dt="2024-09-17T09:09:08.318" v="3068" actId="14100"/>
          <ac:picMkLst>
            <pc:docMk/>
            <pc:sldMk cId="2284228860" sldId="266"/>
            <ac:picMk id="6" creationId="{9509DC00-0B6A-7E04-A96C-BBC9B12F765A}"/>
          </ac:picMkLst>
        </pc:picChg>
        <pc:picChg chg="mod">
          <ac:chgData name="Georges MATHIO" userId="1057b68d-d9cf-4cd5-bc4c-3fe68ec33e97" providerId="ADAL" clId="{82C5487D-F4FA-479C-805C-E057908A5989}" dt="2024-09-17T09:09:18.611" v="3071" actId="14100"/>
          <ac:picMkLst>
            <pc:docMk/>
            <pc:sldMk cId="2284228860" sldId="266"/>
            <ac:picMk id="7" creationId="{FCB679A2-5E4F-7966-43BD-CF1E51893504}"/>
          </ac:picMkLst>
        </pc:picChg>
      </pc:sldChg>
      <pc:sldChg chg="add del">
        <pc:chgData name="Georges MATHIO" userId="1057b68d-d9cf-4cd5-bc4c-3fe68ec33e97" providerId="ADAL" clId="{82C5487D-F4FA-479C-805C-E057908A5989}" dt="2024-09-17T09:01:30.006" v="3007"/>
        <pc:sldMkLst>
          <pc:docMk/>
          <pc:sldMk cId="3457630585" sldId="266"/>
        </pc:sldMkLst>
      </pc:sldChg>
      <pc:sldChg chg="addSp modSp add mod">
        <pc:chgData name="Georges MATHIO" userId="1057b68d-d9cf-4cd5-bc4c-3fe68ec33e97" providerId="ADAL" clId="{82C5487D-F4FA-479C-805C-E057908A5989}" dt="2024-09-17T09:09:57.290" v="3074" actId="1076"/>
        <pc:sldMkLst>
          <pc:docMk/>
          <pc:sldMk cId="1104381753" sldId="267"/>
        </pc:sldMkLst>
        <pc:spChg chg="mod">
          <ac:chgData name="Georges MATHIO" userId="1057b68d-d9cf-4cd5-bc4c-3fe68ec33e97" providerId="ADAL" clId="{82C5487D-F4FA-479C-805C-E057908A5989}" dt="2024-09-17T09:05:53.079" v="3051" actId="14100"/>
          <ac:spMkLst>
            <pc:docMk/>
            <pc:sldMk cId="1104381753" sldId="267"/>
            <ac:spMk id="2" creationId="{8AE1D70E-C040-1542-B36E-7DDF82084F61}"/>
          </ac:spMkLst>
        </pc:spChg>
        <pc:spChg chg="mod">
          <ac:chgData name="Georges MATHIO" userId="1057b68d-d9cf-4cd5-bc4c-3fe68ec33e97" providerId="ADAL" clId="{82C5487D-F4FA-479C-805C-E057908A5989}" dt="2024-09-17T09:05:44.812" v="3050" actId="1076"/>
          <ac:spMkLst>
            <pc:docMk/>
            <pc:sldMk cId="1104381753" sldId="267"/>
            <ac:spMk id="3" creationId="{B5620FEA-FA3C-B3F6-C2FC-F9D51C3D46CB}"/>
          </ac:spMkLst>
        </pc:spChg>
        <pc:spChg chg="add mod">
          <ac:chgData name="Georges MATHIO" userId="1057b68d-d9cf-4cd5-bc4c-3fe68ec33e97" providerId="ADAL" clId="{82C5487D-F4FA-479C-805C-E057908A5989}" dt="2024-09-17T09:06:26" v="3056" actId="14100"/>
          <ac:spMkLst>
            <pc:docMk/>
            <pc:sldMk cId="1104381753" sldId="267"/>
            <ac:spMk id="4" creationId="{089C4E9D-634C-9062-D838-8016789FD6FB}"/>
          </ac:spMkLst>
        </pc:spChg>
        <pc:spChg chg="add mod">
          <ac:chgData name="Georges MATHIO" userId="1057b68d-d9cf-4cd5-bc4c-3fe68ec33e97" providerId="ADAL" clId="{82C5487D-F4FA-479C-805C-E057908A5989}" dt="2024-09-17T09:09:57.290" v="3074" actId="1076"/>
          <ac:spMkLst>
            <pc:docMk/>
            <pc:sldMk cId="1104381753" sldId="267"/>
            <ac:spMk id="7" creationId="{D113416F-82CC-2D57-D1DA-0756867D8554}"/>
          </ac:spMkLst>
        </pc:spChg>
        <pc:picChg chg="add mod">
          <ac:chgData name="Georges MATHIO" userId="1057b68d-d9cf-4cd5-bc4c-3fe68ec33e97" providerId="ADAL" clId="{82C5487D-F4FA-479C-805C-E057908A5989}" dt="2024-09-17T09:06:26" v="3056" actId="14100"/>
          <ac:picMkLst>
            <pc:docMk/>
            <pc:sldMk cId="1104381753" sldId="267"/>
            <ac:picMk id="6" creationId="{9A2A43BD-3538-AB7F-38C4-7F5BE6730D99}"/>
          </ac:picMkLst>
        </pc:picChg>
      </pc:sldChg>
      <pc:sldChg chg="del">
        <pc:chgData name="Georges MATHIO" userId="1057b68d-d9cf-4cd5-bc4c-3fe68ec33e97" providerId="ADAL" clId="{82C5487D-F4FA-479C-805C-E057908A5989}" dt="2024-09-10T13:20:18.549" v="43" actId="47"/>
        <pc:sldMkLst>
          <pc:docMk/>
          <pc:sldMk cId="3988114519" sldId="267"/>
        </pc:sldMkLst>
      </pc:sldChg>
      <pc:sldChg chg="addSp modSp add setBg">
        <pc:chgData name="Georges MATHIO" userId="1057b68d-d9cf-4cd5-bc4c-3fe68ec33e97" providerId="ADAL" clId="{82C5487D-F4FA-479C-805C-E057908A5989}" dt="2024-09-17T09:10:00.130" v="3075"/>
        <pc:sldMkLst>
          <pc:docMk/>
          <pc:sldMk cId="313480732" sldId="271"/>
        </pc:sldMkLst>
        <pc:spChg chg="add mod">
          <ac:chgData name="Georges MATHIO" userId="1057b68d-d9cf-4cd5-bc4c-3fe68ec33e97" providerId="ADAL" clId="{82C5487D-F4FA-479C-805C-E057908A5989}" dt="2024-09-17T09:06:30.777" v="3057"/>
          <ac:spMkLst>
            <pc:docMk/>
            <pc:sldMk cId="313480732" sldId="271"/>
            <ac:spMk id="3" creationId="{32D088E4-3A9F-CEFB-969E-F1A6DD238C2F}"/>
          </ac:spMkLst>
        </pc:spChg>
        <pc:spChg chg="add mod">
          <ac:chgData name="Georges MATHIO" userId="1057b68d-d9cf-4cd5-bc4c-3fe68ec33e97" providerId="ADAL" clId="{82C5487D-F4FA-479C-805C-E057908A5989}" dt="2024-09-17T09:10:00.130" v="3075"/>
          <ac:spMkLst>
            <pc:docMk/>
            <pc:sldMk cId="313480732" sldId="271"/>
            <ac:spMk id="6" creationId="{CAF4ADA7-4850-9713-2F8F-F82CE0FD74F0}"/>
          </ac:spMkLst>
        </pc:spChg>
        <pc:picChg chg="add mod">
          <ac:chgData name="Georges MATHIO" userId="1057b68d-d9cf-4cd5-bc4c-3fe68ec33e97" providerId="ADAL" clId="{82C5487D-F4FA-479C-805C-E057908A5989}" dt="2024-09-17T09:06:30.777" v="3057"/>
          <ac:picMkLst>
            <pc:docMk/>
            <pc:sldMk cId="313480732" sldId="271"/>
            <ac:picMk id="5" creationId="{119558D0-27D7-0D84-2FFD-693241084B08}"/>
          </ac:picMkLst>
        </pc:picChg>
      </pc:sldChg>
      <pc:sldChg chg="addSp delSp modSp new mod modAnim">
        <pc:chgData name="Georges MATHIO" userId="1057b68d-d9cf-4cd5-bc4c-3fe68ec33e97" providerId="ADAL" clId="{82C5487D-F4FA-479C-805C-E057908A5989}" dt="2024-09-23T14:38:57.835" v="4618" actId="1076"/>
        <pc:sldMkLst>
          <pc:docMk/>
          <pc:sldMk cId="3284553537" sldId="272"/>
        </pc:sldMkLst>
        <pc:spChg chg="del">
          <ac:chgData name="Georges MATHIO" userId="1057b68d-d9cf-4cd5-bc4c-3fe68ec33e97" providerId="ADAL" clId="{82C5487D-F4FA-479C-805C-E057908A5989}" dt="2024-09-17T09:13:08.093" v="3236" actId="478"/>
          <ac:spMkLst>
            <pc:docMk/>
            <pc:sldMk cId="3284553537" sldId="272"/>
            <ac:spMk id="2" creationId="{87A7064D-87BA-C620-3428-C9EB78335E3A}"/>
          </ac:spMkLst>
        </pc:spChg>
        <pc:spChg chg="del">
          <ac:chgData name="Georges MATHIO" userId="1057b68d-d9cf-4cd5-bc4c-3fe68ec33e97" providerId="ADAL" clId="{82C5487D-F4FA-479C-805C-E057908A5989}" dt="2024-09-17T09:13:08.093" v="3236" actId="478"/>
          <ac:spMkLst>
            <pc:docMk/>
            <pc:sldMk cId="3284553537" sldId="272"/>
            <ac:spMk id="3" creationId="{BA40F325-39D6-AA3C-31C7-8DAC3FEB061A}"/>
          </ac:spMkLst>
        </pc:spChg>
        <pc:spChg chg="add mod">
          <ac:chgData name="Georges MATHIO" userId="1057b68d-d9cf-4cd5-bc4c-3fe68ec33e97" providerId="ADAL" clId="{82C5487D-F4FA-479C-805C-E057908A5989}" dt="2024-09-17T09:13:21.880" v="3275" actId="20577"/>
          <ac:spMkLst>
            <pc:docMk/>
            <pc:sldMk cId="3284553537" sldId="272"/>
            <ac:spMk id="4" creationId="{5CE1FB7D-CCF0-5D12-682D-D7A6712F3ABE}"/>
          </ac:spMkLst>
        </pc:spChg>
        <pc:spChg chg="add mod">
          <ac:chgData name="Georges MATHIO" userId="1057b68d-d9cf-4cd5-bc4c-3fe68ec33e97" providerId="ADAL" clId="{82C5487D-F4FA-479C-805C-E057908A5989}" dt="2024-09-17T09:13:32.240" v="3299" actId="20577"/>
          <ac:spMkLst>
            <pc:docMk/>
            <pc:sldMk cId="3284553537" sldId="272"/>
            <ac:spMk id="5" creationId="{B5C9B273-D4B2-F320-AAAF-495D4135E644}"/>
          </ac:spMkLst>
        </pc:spChg>
        <pc:spChg chg="add mod">
          <ac:chgData name="Georges MATHIO" userId="1057b68d-d9cf-4cd5-bc4c-3fe68ec33e97" providerId="ADAL" clId="{82C5487D-F4FA-479C-805C-E057908A5989}" dt="2024-09-17T13:19:36.155" v="3446" actId="1076"/>
          <ac:spMkLst>
            <pc:docMk/>
            <pc:sldMk cId="3284553537" sldId="272"/>
            <ac:spMk id="6" creationId="{9E6598BB-4486-25BD-8F41-86C880BC6434}"/>
          </ac:spMkLst>
        </pc:spChg>
        <pc:spChg chg="add del">
          <ac:chgData name="Georges MATHIO" userId="1057b68d-d9cf-4cd5-bc4c-3fe68ec33e97" providerId="ADAL" clId="{82C5487D-F4FA-479C-805C-E057908A5989}" dt="2024-09-17T09:25:36.522" v="3382" actId="22"/>
          <ac:spMkLst>
            <pc:docMk/>
            <pc:sldMk cId="3284553537" sldId="272"/>
            <ac:spMk id="11" creationId="{5FFE723E-B215-1280-DA94-58AAC1362076}"/>
          </ac:spMkLst>
        </pc:spChg>
        <pc:spChg chg="add mod ord">
          <ac:chgData name="Georges MATHIO" userId="1057b68d-d9cf-4cd5-bc4c-3fe68ec33e97" providerId="ADAL" clId="{82C5487D-F4FA-479C-805C-E057908A5989}" dt="2024-09-17T13:54:15.495" v="3961" actId="20577"/>
          <ac:spMkLst>
            <pc:docMk/>
            <pc:sldMk cId="3284553537" sldId="272"/>
            <ac:spMk id="12" creationId="{0CC4A2EF-3019-580C-C1F6-3E98C5DC530C}"/>
          </ac:spMkLst>
        </pc:spChg>
        <pc:spChg chg="add mod">
          <ac:chgData name="Georges MATHIO" userId="1057b68d-d9cf-4cd5-bc4c-3fe68ec33e97" providerId="ADAL" clId="{82C5487D-F4FA-479C-805C-E057908A5989}" dt="2024-09-17T13:21:01.318" v="3462" actId="14100"/>
          <ac:spMkLst>
            <pc:docMk/>
            <pc:sldMk cId="3284553537" sldId="272"/>
            <ac:spMk id="14" creationId="{70551459-0A08-6393-3088-B15A31E96FA6}"/>
          </ac:spMkLst>
        </pc:spChg>
        <pc:spChg chg="add">
          <ac:chgData name="Georges MATHIO" userId="1057b68d-d9cf-4cd5-bc4c-3fe68ec33e97" providerId="ADAL" clId="{82C5487D-F4FA-479C-805C-E057908A5989}" dt="2024-09-17T13:21:13.280" v="3463"/>
          <ac:spMkLst>
            <pc:docMk/>
            <pc:sldMk cId="3284553537" sldId="272"/>
            <ac:spMk id="15" creationId="{ABF765E5-382D-CE27-BC4E-4A8F1FEE50E2}"/>
          </ac:spMkLst>
        </pc:spChg>
        <pc:spChg chg="add mod ord">
          <ac:chgData name="Georges MATHIO" userId="1057b68d-d9cf-4cd5-bc4c-3fe68ec33e97" providerId="ADAL" clId="{82C5487D-F4FA-479C-805C-E057908A5989}" dt="2024-09-17T13:54:45.738" v="3972" actId="20577"/>
          <ac:spMkLst>
            <pc:docMk/>
            <pc:sldMk cId="3284553537" sldId="272"/>
            <ac:spMk id="18" creationId="{EBF717F5-AE9A-AFA6-EFAE-EB4B2BE8D2CB}"/>
          </ac:spMkLst>
        </pc:spChg>
        <pc:grpChg chg="add mod">
          <ac:chgData name="Georges MATHIO" userId="1057b68d-d9cf-4cd5-bc4c-3fe68ec33e97" providerId="ADAL" clId="{82C5487D-F4FA-479C-805C-E057908A5989}" dt="2024-09-17T13:26:41.323" v="3749" actId="1076"/>
          <ac:grpSpMkLst>
            <pc:docMk/>
            <pc:sldMk cId="3284553537" sldId="272"/>
            <ac:grpSpMk id="13" creationId="{CE94E23D-2A0A-8CC8-0C81-DFB1ED3F4433}"/>
          </ac:grpSpMkLst>
        </pc:grpChg>
        <pc:picChg chg="add mod">
          <ac:chgData name="Georges MATHIO" userId="1057b68d-d9cf-4cd5-bc4c-3fe68ec33e97" providerId="ADAL" clId="{82C5487D-F4FA-479C-805C-E057908A5989}" dt="2024-09-17T13:19:32.225" v="3445" actId="1076"/>
          <ac:picMkLst>
            <pc:docMk/>
            <pc:sldMk cId="3284553537" sldId="272"/>
            <ac:picMk id="7" creationId="{78826873-F077-2EF4-AF82-061ABC5B9BE5}"/>
          </ac:picMkLst>
        </pc:picChg>
        <pc:picChg chg="add mod modCrop">
          <ac:chgData name="Georges MATHIO" userId="1057b68d-d9cf-4cd5-bc4c-3fe68ec33e97" providerId="ADAL" clId="{82C5487D-F4FA-479C-805C-E057908A5989}" dt="2024-09-17T13:34:39.876" v="3906" actId="688"/>
          <ac:picMkLst>
            <pc:docMk/>
            <pc:sldMk cId="3284553537" sldId="272"/>
            <ac:picMk id="9" creationId="{3D1A6911-B183-BEBB-3B6C-4FCAF59758DD}"/>
          </ac:picMkLst>
        </pc:picChg>
        <pc:picChg chg="add mod modCrop">
          <ac:chgData name="Georges MATHIO" userId="1057b68d-d9cf-4cd5-bc4c-3fe68ec33e97" providerId="ADAL" clId="{82C5487D-F4FA-479C-805C-E057908A5989}" dt="2024-09-17T13:54:00.329" v="3957" actId="1076"/>
          <ac:picMkLst>
            <pc:docMk/>
            <pc:sldMk cId="3284553537" sldId="272"/>
            <ac:picMk id="17" creationId="{6FBA7079-628A-AA51-5E5E-9AE2CCC7EEF3}"/>
          </ac:picMkLst>
        </pc:picChg>
        <pc:picChg chg="add del mod">
          <ac:chgData name="Georges MATHIO" userId="1057b68d-d9cf-4cd5-bc4c-3fe68ec33e97" providerId="ADAL" clId="{82C5487D-F4FA-479C-805C-E057908A5989}" dt="2024-09-17T13:31:58.757" v="3882" actId="478"/>
          <ac:picMkLst>
            <pc:docMk/>
            <pc:sldMk cId="3284553537" sldId="272"/>
            <ac:picMk id="20" creationId="{535C99BF-07CE-0896-51D9-75DCD7A6607A}"/>
          </ac:picMkLst>
        </pc:picChg>
        <pc:picChg chg="add mod">
          <ac:chgData name="Georges MATHIO" userId="1057b68d-d9cf-4cd5-bc4c-3fe68ec33e97" providerId="ADAL" clId="{82C5487D-F4FA-479C-805C-E057908A5989}" dt="2024-09-17T13:53:57.561" v="3956" actId="1076"/>
          <ac:picMkLst>
            <pc:docMk/>
            <pc:sldMk cId="3284553537" sldId="272"/>
            <ac:picMk id="22" creationId="{C0692924-CE60-6F0C-7EAA-293DD9164A46}"/>
          </ac:picMkLst>
        </pc:picChg>
        <pc:picChg chg="add mod">
          <ac:chgData name="Georges MATHIO" userId="1057b68d-d9cf-4cd5-bc4c-3fe68ec33e97" providerId="ADAL" clId="{82C5487D-F4FA-479C-805C-E057908A5989}" dt="2024-09-17T13:50:55.499" v="3918" actId="14100"/>
          <ac:picMkLst>
            <pc:docMk/>
            <pc:sldMk cId="3284553537" sldId="272"/>
            <ac:picMk id="24" creationId="{0F130DEA-14B9-8D96-C66A-A341DF5A873D}"/>
          </ac:picMkLst>
        </pc:picChg>
        <pc:picChg chg="add mod">
          <ac:chgData name="Georges MATHIO" userId="1057b68d-d9cf-4cd5-bc4c-3fe68ec33e97" providerId="ADAL" clId="{82C5487D-F4FA-479C-805C-E057908A5989}" dt="2024-09-17T13:53:39.345" v="3949"/>
          <ac:picMkLst>
            <pc:docMk/>
            <pc:sldMk cId="3284553537" sldId="272"/>
            <ac:picMk id="35" creationId="{7406BF29-3589-7102-136C-E47207408A04}"/>
          </ac:picMkLst>
        </pc:picChg>
        <pc:picChg chg="add mod">
          <ac:chgData name="Georges MATHIO" userId="1057b68d-d9cf-4cd5-bc4c-3fe68ec33e97" providerId="ADAL" clId="{82C5487D-F4FA-479C-805C-E057908A5989}" dt="2024-09-17T13:54:03.149" v="3958" actId="1076"/>
          <ac:picMkLst>
            <pc:docMk/>
            <pc:sldMk cId="3284553537" sldId="272"/>
            <ac:picMk id="37" creationId="{91F05E49-8EA3-E32D-6759-D1B5629AAE7A}"/>
          </ac:picMkLst>
        </pc:picChg>
        <pc:picChg chg="add del mod">
          <ac:chgData name="Georges MATHIO" userId="1057b68d-d9cf-4cd5-bc4c-3fe68ec33e97" providerId="ADAL" clId="{82C5487D-F4FA-479C-805C-E057908A5989}" dt="2024-09-17T12:49:31.237" v="3427" actId="478"/>
          <ac:picMkLst>
            <pc:docMk/>
            <pc:sldMk cId="3284553537" sldId="272"/>
            <ac:picMk id="1026" creationId="{69D53D86-2CD8-CAC1-A89B-D2FA8CB640FD}"/>
          </ac:picMkLst>
        </pc:picChg>
        <pc:picChg chg="add mod">
          <ac:chgData name="Georges MATHIO" userId="1057b68d-d9cf-4cd5-bc4c-3fe68ec33e97" providerId="ADAL" clId="{82C5487D-F4FA-479C-805C-E057908A5989}" dt="2024-09-17T13:28:23.565" v="3845" actId="14100"/>
          <ac:picMkLst>
            <pc:docMk/>
            <pc:sldMk cId="3284553537" sldId="272"/>
            <ac:picMk id="1028" creationId="{19458559-5A03-E6C1-433C-9FF20E1E9E4D}"/>
          </ac:picMkLst>
        </pc:picChg>
        <pc:picChg chg="add mod">
          <ac:chgData name="Georges MATHIO" userId="1057b68d-d9cf-4cd5-bc4c-3fe68ec33e97" providerId="ADAL" clId="{82C5487D-F4FA-479C-805C-E057908A5989}" dt="2024-09-17T13:19:48.943" v="3452" actId="1076"/>
          <ac:picMkLst>
            <pc:docMk/>
            <pc:sldMk cId="3284553537" sldId="272"/>
            <ac:picMk id="1030" creationId="{01BF65AD-E071-E671-A32E-C90BA02BE779}"/>
          </ac:picMkLst>
        </pc:picChg>
        <pc:picChg chg="add mod">
          <ac:chgData name="Georges MATHIO" userId="1057b68d-d9cf-4cd5-bc4c-3fe68ec33e97" providerId="ADAL" clId="{82C5487D-F4FA-479C-805C-E057908A5989}" dt="2024-09-17T13:27:20.133" v="3790" actId="1076"/>
          <ac:picMkLst>
            <pc:docMk/>
            <pc:sldMk cId="3284553537" sldId="272"/>
            <ac:picMk id="1032" creationId="{1D60E3FB-44DB-7EF2-34CE-323EEA95B6D2}"/>
          </ac:picMkLst>
        </pc:picChg>
        <pc:picChg chg="add mod">
          <ac:chgData name="Georges MATHIO" userId="1057b68d-d9cf-4cd5-bc4c-3fe68ec33e97" providerId="ADAL" clId="{82C5487D-F4FA-479C-805C-E057908A5989}" dt="2024-09-23T14:38:57.835" v="4618" actId="1076"/>
          <ac:picMkLst>
            <pc:docMk/>
            <pc:sldMk cId="3284553537" sldId="272"/>
            <ac:picMk id="1038" creationId="{B1E46DD6-FA36-5519-5508-A456DD869862}"/>
          </ac:picMkLst>
        </pc:picChg>
        <pc:cxnChg chg="add mod">
          <ac:chgData name="Georges MATHIO" userId="1057b68d-d9cf-4cd5-bc4c-3fe68ec33e97" providerId="ADAL" clId="{82C5487D-F4FA-479C-805C-E057908A5989}" dt="2024-09-17T13:54:32.648" v="3964" actId="14100"/>
          <ac:cxnSpMkLst>
            <pc:docMk/>
            <pc:sldMk cId="3284553537" sldId="272"/>
            <ac:cxnSpMk id="26" creationId="{D7D211AA-5032-2C21-F4F3-9A6E7896E795}"/>
          </ac:cxnSpMkLst>
        </pc:cxnChg>
        <pc:cxnChg chg="add mod">
          <ac:chgData name="Georges MATHIO" userId="1057b68d-d9cf-4cd5-bc4c-3fe68ec33e97" providerId="ADAL" clId="{82C5487D-F4FA-479C-805C-E057908A5989}" dt="2024-09-17T13:54:26.684" v="3963" actId="14100"/>
          <ac:cxnSpMkLst>
            <pc:docMk/>
            <pc:sldMk cId="3284553537" sldId="272"/>
            <ac:cxnSpMk id="28" creationId="{4FF37A1A-BDE2-5A59-8078-0F0C77E5BC75}"/>
          </ac:cxnSpMkLst>
        </pc:cxnChg>
        <pc:cxnChg chg="add mod">
          <ac:chgData name="Georges MATHIO" userId="1057b68d-d9cf-4cd5-bc4c-3fe68ec33e97" providerId="ADAL" clId="{82C5487D-F4FA-479C-805C-E057908A5989}" dt="2024-09-17T13:54:22.110" v="3962" actId="14100"/>
          <ac:cxnSpMkLst>
            <pc:docMk/>
            <pc:sldMk cId="3284553537" sldId="272"/>
            <ac:cxnSpMk id="30" creationId="{3F97389E-21E8-F9B7-84D3-2260BA650E4C}"/>
          </ac:cxnSpMkLst>
        </pc:cxnChg>
        <pc:cxnChg chg="add mod">
          <ac:chgData name="Georges MATHIO" userId="1057b68d-d9cf-4cd5-bc4c-3fe68ec33e97" providerId="ADAL" clId="{82C5487D-F4FA-479C-805C-E057908A5989}" dt="2024-09-17T13:52:19.777" v="3937" actId="1076"/>
          <ac:cxnSpMkLst>
            <pc:docMk/>
            <pc:sldMk cId="3284553537" sldId="272"/>
            <ac:cxnSpMk id="32" creationId="{9BE58CFE-4A58-1A60-18E5-E7F5D3F4C4F0}"/>
          </ac:cxnSpMkLst>
        </pc:cxnChg>
      </pc:sldChg>
      <pc:sldChg chg="addSp delSp modSp add mod delAnim">
        <pc:chgData name="Georges MATHIO" userId="1057b68d-d9cf-4cd5-bc4c-3fe68ec33e97" providerId="ADAL" clId="{82C5487D-F4FA-479C-805C-E057908A5989}" dt="2024-09-23T14:39:36.284" v="4670" actId="20577"/>
        <pc:sldMkLst>
          <pc:docMk/>
          <pc:sldMk cId="3300471138" sldId="273"/>
        </pc:sldMkLst>
        <pc:spChg chg="mod">
          <ac:chgData name="Georges MATHIO" userId="1057b68d-d9cf-4cd5-bc4c-3fe68ec33e97" providerId="ADAL" clId="{82C5487D-F4FA-479C-805C-E057908A5989}" dt="2024-09-23T14:14:59.310" v="4011" actId="20577"/>
          <ac:spMkLst>
            <pc:docMk/>
            <pc:sldMk cId="3300471138" sldId="273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23T14:39:36.284" v="4670" actId="20577"/>
          <ac:spMkLst>
            <pc:docMk/>
            <pc:sldMk cId="3300471138" sldId="273"/>
            <ac:spMk id="3" creationId="{A8A75CFA-E18C-7FAB-3081-C2C903E0054B}"/>
          </ac:spMkLst>
        </pc:spChg>
        <pc:spChg chg="mod">
          <ac:chgData name="Georges MATHIO" userId="1057b68d-d9cf-4cd5-bc4c-3fe68ec33e97" providerId="ADAL" clId="{82C5487D-F4FA-479C-805C-E057908A5989}" dt="2024-09-23T14:18:50.748" v="4079" actId="20577"/>
          <ac:spMkLst>
            <pc:docMk/>
            <pc:sldMk cId="3300471138" sldId="273"/>
            <ac:spMk id="4" creationId="{6E13AE0A-54BA-E302-9610-D35C7B750FA2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5" creationId="{A51CD53D-ED1A-59F5-088F-C27E750B9DF4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8" creationId="{8552457F-CA42-CAD5-1D50-0F5F46546509}"/>
          </ac:spMkLst>
        </pc:spChg>
        <pc:spChg chg="del">
          <ac:chgData name="Georges MATHIO" userId="1057b68d-d9cf-4cd5-bc4c-3fe68ec33e97" providerId="ADAL" clId="{82C5487D-F4FA-479C-805C-E057908A5989}" dt="2024-09-23T14:14:46.034" v="3994" actId="478"/>
          <ac:spMkLst>
            <pc:docMk/>
            <pc:sldMk cId="3300471138" sldId="273"/>
            <ac:spMk id="9" creationId="{97903BD0-BF05-17E6-D0C7-8221CDD418EE}"/>
          </ac:spMkLst>
        </pc:spChg>
        <pc:spChg chg="del">
          <ac:chgData name="Georges MATHIO" userId="1057b68d-d9cf-4cd5-bc4c-3fe68ec33e97" providerId="ADAL" clId="{82C5487D-F4FA-479C-805C-E057908A5989}" dt="2024-09-23T14:14:43.808" v="3993" actId="478"/>
          <ac:spMkLst>
            <pc:docMk/>
            <pc:sldMk cId="3300471138" sldId="273"/>
            <ac:spMk id="10" creationId="{D8EF6B02-2186-3F04-D957-BA8BEAA6E313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11" creationId="{C361A9C3-1F52-48C6-593F-CB60D9F92BFB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12" creationId="{09355B55-B4F6-D4B9-0F73-7E2BA3C41B63}"/>
          </ac:spMkLst>
        </pc:spChg>
        <pc:spChg chg="add del">
          <ac:chgData name="Georges MATHIO" userId="1057b68d-d9cf-4cd5-bc4c-3fe68ec33e97" providerId="ADAL" clId="{82C5487D-F4FA-479C-805C-E057908A5989}" dt="2024-09-23T14:25:23.452" v="4331" actId="22"/>
          <ac:spMkLst>
            <pc:docMk/>
            <pc:sldMk cId="3300471138" sldId="273"/>
            <ac:spMk id="16" creationId="{B8B06D99-BE6F-5A48-015B-94FB9717F111}"/>
          </ac:spMkLst>
        </pc:spChg>
        <pc:picChg chg="del">
          <ac:chgData name="Georges MATHIO" userId="1057b68d-d9cf-4cd5-bc4c-3fe68ec33e97" providerId="ADAL" clId="{82C5487D-F4FA-479C-805C-E057908A5989}" dt="2024-09-23T14:14:38.108" v="3991" actId="478"/>
          <ac:picMkLst>
            <pc:docMk/>
            <pc:sldMk cId="3300471138" sldId="273"/>
            <ac:picMk id="6" creationId="{9509DC00-0B6A-7E04-A96C-BBC9B12F765A}"/>
          </ac:picMkLst>
        </pc:picChg>
        <pc:picChg chg="del">
          <ac:chgData name="Georges MATHIO" userId="1057b68d-d9cf-4cd5-bc4c-3fe68ec33e97" providerId="ADAL" clId="{82C5487D-F4FA-479C-805C-E057908A5989}" dt="2024-09-23T14:14:41.671" v="3992" actId="478"/>
          <ac:picMkLst>
            <pc:docMk/>
            <pc:sldMk cId="3300471138" sldId="273"/>
            <ac:picMk id="7" creationId="{FCB679A2-5E4F-7966-43BD-CF1E51893504}"/>
          </ac:picMkLst>
        </pc:picChg>
        <pc:picChg chg="add mod">
          <ac:chgData name="Georges MATHIO" userId="1057b68d-d9cf-4cd5-bc4c-3fe68ec33e97" providerId="ADAL" clId="{82C5487D-F4FA-479C-805C-E057908A5989}" dt="2024-09-23T14:19:34.786" v="4089" actId="1440"/>
          <ac:picMkLst>
            <pc:docMk/>
            <pc:sldMk cId="3300471138" sldId="273"/>
            <ac:picMk id="14" creationId="{A0470E6D-8EAD-B63F-49E9-512A2FBBDC0E}"/>
          </ac:picMkLst>
        </pc:picChg>
      </pc:sldChg>
      <pc:sldChg chg="addSp delSp modSp new mod setBg setClrOvrMap">
        <pc:chgData name="Georges MATHIO" userId="1057b68d-d9cf-4cd5-bc4c-3fe68ec33e97" providerId="ADAL" clId="{82C5487D-F4FA-479C-805C-E057908A5989}" dt="2024-09-23T14:17:41.141" v="4063" actId="403"/>
        <pc:sldMkLst>
          <pc:docMk/>
          <pc:sldMk cId="4205069961" sldId="274"/>
        </pc:sldMkLst>
        <pc:spChg chg="mod">
          <ac:chgData name="Georges MATHIO" userId="1057b68d-d9cf-4cd5-bc4c-3fe68ec33e97" providerId="ADAL" clId="{82C5487D-F4FA-479C-805C-E057908A5989}" dt="2024-09-23T14:17:41.141" v="4063" actId="403"/>
          <ac:spMkLst>
            <pc:docMk/>
            <pc:sldMk cId="4205069961" sldId="274"/>
            <ac:spMk id="2" creationId="{18B86DF7-7DA9-32A0-F92E-11F46962454E}"/>
          </ac:spMkLst>
        </pc:spChg>
        <pc:spChg chg="add del">
          <ac:chgData name="Georges MATHIO" userId="1057b68d-d9cf-4cd5-bc4c-3fe68ec33e97" providerId="ADAL" clId="{82C5487D-F4FA-479C-805C-E057908A5989}" dt="2024-09-23T14:16:02.478" v="4016" actId="26606"/>
          <ac:spMkLst>
            <pc:docMk/>
            <pc:sldMk cId="4205069961" sldId="274"/>
            <ac:spMk id="9" creationId="{9939D5DF-647B-465D-9883-4CF390177B22}"/>
          </ac:spMkLst>
        </pc:spChg>
        <pc:spChg chg="add del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6" creationId="{1BE7BD64-C268-4BE6-8D67-F5DD171F0154}"/>
          </ac:spMkLst>
        </pc:spChg>
        <pc:spChg chg="add del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7" creationId="{57E6F9A8-1B4B-4FEF-942A-15CA97ECE0BA}"/>
          </ac:spMkLst>
        </pc:spChg>
        <pc:spChg chg="add del">
          <ac:chgData name="Georges MATHIO" userId="1057b68d-d9cf-4cd5-bc4c-3fe68ec33e97" providerId="ADAL" clId="{82C5487D-F4FA-479C-805C-E057908A5989}" dt="2024-09-23T14:16:27.640" v="4022" actId="26606"/>
          <ac:spMkLst>
            <pc:docMk/>
            <pc:sldMk cId="4205069961" sldId="274"/>
            <ac:spMk id="25" creationId="{09C946AC-2072-4946-A2B8-39F09D0944EE}"/>
          </ac:spMkLst>
        </pc:spChg>
        <pc:spChg chg="add del">
          <ac:chgData name="Georges MATHIO" userId="1057b68d-d9cf-4cd5-bc4c-3fe68ec33e97" providerId="ADAL" clId="{82C5487D-F4FA-479C-805C-E057908A5989}" dt="2024-09-23T14:16:27.640" v="4022" actId="26606"/>
          <ac:spMkLst>
            <pc:docMk/>
            <pc:sldMk cId="4205069961" sldId="274"/>
            <ac:spMk id="29" creationId="{559FD8B5-8CC4-4CFE-BD2A-1216B1F2C3DB}"/>
          </ac:spMkLst>
        </pc:spChg>
        <pc:spChg chg="add del">
          <ac:chgData name="Georges MATHIO" userId="1057b68d-d9cf-4cd5-bc4c-3fe68ec33e97" providerId="ADAL" clId="{82C5487D-F4FA-479C-805C-E057908A5989}" dt="2024-09-23T14:16:27.640" v="4022" actId="26606"/>
          <ac:spMkLst>
            <pc:docMk/>
            <pc:sldMk cId="4205069961" sldId="274"/>
            <ac:spMk id="31" creationId="{9ECF13F4-3D2A-4F2E-9BBD-3038670D21ED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4" creationId="{1F94DC1C-47D1-41D7-8B1B-9A036D614027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6" creationId="{AC12A592-C02D-46EF-8E1F-9335DB8D71DF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7" creationId="{24005816-5BCA-4665-8A58-5580F8E9C84A}"/>
          </ac:spMkLst>
        </pc:spChg>
        <pc:grpChg chg="add del">
          <ac:chgData name="Georges MATHIO" userId="1057b68d-d9cf-4cd5-bc4c-3fe68ec33e97" providerId="ADAL" clId="{82C5487D-F4FA-479C-805C-E057908A5989}" dt="2024-09-23T14:16:27.640" v="4022" actId="26606"/>
          <ac:grpSpMkLst>
            <pc:docMk/>
            <pc:sldMk cId="4205069961" sldId="274"/>
            <ac:grpSpMk id="33" creationId="{19660E16-DCC0-4B6C-8E84-4C292580059F}"/>
          </ac:grpSpMkLst>
        </pc:grpChg>
        <pc:grpChg chg="add">
          <ac:chgData name="Georges MATHIO" userId="1057b68d-d9cf-4cd5-bc4c-3fe68ec33e97" providerId="ADAL" clId="{82C5487D-F4FA-479C-805C-E057908A5989}" dt="2024-09-23T14:16:27.704" v="4023" actId="26606"/>
          <ac:grpSpMkLst>
            <pc:docMk/>
            <pc:sldMk cId="4205069961" sldId="274"/>
            <ac:grpSpMk id="118" creationId="{BF07F359-8CA3-4854-91E7-EE6004020511}"/>
          </ac:grpSpMkLst>
        </pc:grpChg>
        <pc:picChg chg="add mo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3" creationId="{D55D7212-76CD-AAF0-0AB7-84B39527D9A6}"/>
          </ac:picMkLst>
        </pc:picChg>
        <pc:picChg chg="add del">
          <ac:chgData name="Georges MATHIO" userId="1057b68d-d9cf-4cd5-bc4c-3fe68ec33e97" providerId="ADAL" clId="{82C5487D-F4FA-479C-805C-E057908A5989}" dt="2024-09-23T14:16:02.478" v="4016" actId="26606"/>
          <ac:picMkLst>
            <pc:docMk/>
            <pc:sldMk cId="4205069961" sldId="274"/>
            <ac:picMk id="7" creationId="{18BD78ED-75E1-4879-B369-BC61F7C45E22}"/>
          </ac:picMkLst>
        </pc:picChg>
        <pc:picChg chg="add del">
          <ac:chgData name="Georges MATHIO" userId="1057b68d-d9cf-4cd5-bc4c-3fe68ec33e97" providerId="ADAL" clId="{82C5487D-F4FA-479C-805C-E057908A5989}" dt="2024-09-23T14:16:02.478" v="4016" actId="26606"/>
          <ac:picMkLst>
            <pc:docMk/>
            <pc:sldMk cId="4205069961" sldId="274"/>
            <ac:picMk id="11" creationId="{795511D0-C969-4FB4-9670-3DF7F1B2A7BC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3" creationId="{94164FB2-EFB1-4531-A8F4-DD77A03E2CCB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4" creationId="{18BD78ED-75E1-4879-B369-BC61F7C45E22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5" creationId="{0E6BC652-4BE1-478A-BFA7-47149E82F2F1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8" creationId="{7D6C6E9A-567D-4054-B920-2E1BAF6D2426}"/>
          </ac:picMkLst>
        </pc:picChg>
        <pc:picChg chg="add del">
          <ac:chgData name="Georges MATHIO" userId="1057b68d-d9cf-4cd5-bc4c-3fe68ec33e97" providerId="ADAL" clId="{82C5487D-F4FA-479C-805C-E057908A5989}" dt="2024-09-23T14:16:25.452" v="4020" actId="26606"/>
          <ac:picMkLst>
            <pc:docMk/>
            <pc:sldMk cId="4205069961" sldId="274"/>
            <ac:picMk id="23" creationId="{6AF6706C-CF07-43A1-BCC4-CBA5D33820DA}"/>
          </ac:picMkLst>
        </pc:picChg>
        <pc:picChg chg="add del">
          <ac:chgData name="Georges MATHIO" userId="1057b68d-d9cf-4cd5-bc4c-3fe68ec33e97" providerId="ADAL" clId="{82C5487D-F4FA-479C-805C-E057908A5989}" dt="2024-09-23T14:16:27.640" v="4022" actId="26606"/>
          <ac:picMkLst>
            <pc:docMk/>
            <pc:sldMk cId="4205069961" sldId="274"/>
            <ac:picMk id="26" creationId="{6AF6706C-CF07-43A1-BCC4-CBA5D33820DA}"/>
          </ac:picMkLst>
        </pc:picChg>
        <pc:picChg chg="add del">
          <ac:chgData name="Georges MATHIO" userId="1057b68d-d9cf-4cd5-bc4c-3fe68ec33e97" providerId="ADAL" clId="{82C5487D-F4FA-479C-805C-E057908A5989}" dt="2024-09-23T14:16:27.640" v="4022" actId="26606"/>
          <ac:picMkLst>
            <pc:docMk/>
            <pc:sldMk cId="4205069961" sldId="274"/>
            <ac:picMk id="27" creationId="{A748C8C8-F348-4D00-852A-26DD9EBCC24C}"/>
          </ac:picMkLst>
        </pc:picChg>
        <pc:picChg chg="ad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13" creationId="{6AF6706C-CF07-43A1-BCC4-CBA5D33820DA}"/>
          </ac:picMkLst>
        </pc:picChg>
        <pc:picChg chg="ad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15" creationId="{811383CE-CE86-4E1C-B289-798EB9E6E0E5}"/>
          </ac:picMkLst>
        </pc:picChg>
      </pc:sldChg>
      <pc:sldChg chg="modSp add mod">
        <pc:chgData name="Georges MATHIO" userId="1057b68d-d9cf-4cd5-bc4c-3fe68ec33e97" providerId="ADAL" clId="{82C5487D-F4FA-479C-805C-E057908A5989}" dt="2024-09-23T14:40:29.914" v="4737" actId="20577"/>
        <pc:sldMkLst>
          <pc:docMk/>
          <pc:sldMk cId="1236964428" sldId="275"/>
        </pc:sldMkLst>
        <pc:spChg chg="mod">
          <ac:chgData name="Georges MATHIO" userId="1057b68d-d9cf-4cd5-bc4c-3fe68ec33e97" providerId="ADAL" clId="{82C5487D-F4FA-479C-805C-E057908A5989}" dt="2024-09-23T14:40:29.914" v="4737" actId="20577"/>
          <ac:spMkLst>
            <pc:docMk/>
            <pc:sldMk cId="1236964428" sldId="275"/>
            <ac:spMk id="2" creationId="{3A83B63E-8695-A261-2D66-4BFE1CECFE25}"/>
          </ac:spMkLst>
        </pc:spChg>
        <pc:spChg chg="mod">
          <ac:chgData name="Georges MATHIO" userId="1057b68d-d9cf-4cd5-bc4c-3fe68ec33e97" providerId="ADAL" clId="{82C5487D-F4FA-479C-805C-E057908A5989}" dt="2024-09-23T14:40:01.748" v="4696" actId="20577"/>
          <ac:spMkLst>
            <pc:docMk/>
            <pc:sldMk cId="1236964428" sldId="275"/>
            <ac:spMk id="3" creationId="{E7B1851B-891E-7219-903C-44C4234BD6E6}"/>
          </ac:spMkLst>
        </pc:spChg>
        <pc:spChg chg="mod">
          <ac:chgData name="Georges MATHIO" userId="1057b68d-d9cf-4cd5-bc4c-3fe68ec33e97" providerId="ADAL" clId="{82C5487D-F4FA-479C-805C-E057908A5989}" dt="2024-09-23T14:40:14.117" v="4718" actId="20577"/>
          <ac:spMkLst>
            <pc:docMk/>
            <pc:sldMk cId="1236964428" sldId="275"/>
            <ac:spMk id="5" creationId="{FE12536D-6ED0-DC03-08CC-8D761524D1FF}"/>
          </ac:spMkLst>
        </pc:spChg>
      </pc:sldChg>
      <pc:sldChg chg="add ord">
        <pc:chgData name="Georges MATHIO" userId="1057b68d-d9cf-4cd5-bc4c-3fe68ec33e97" providerId="ADAL" clId="{82C5487D-F4FA-479C-805C-E057908A5989}" dt="2024-09-23T14:46:57.866" v="5105"/>
        <pc:sldMkLst>
          <pc:docMk/>
          <pc:sldMk cId="1244614476" sldId="276"/>
        </pc:sldMkLst>
      </pc:sldChg>
      <pc:sldChg chg="modSp add mod">
        <pc:chgData name="Georges MATHIO" userId="1057b68d-d9cf-4cd5-bc4c-3fe68ec33e97" providerId="ADAL" clId="{82C5487D-F4FA-479C-805C-E057908A5989}" dt="2024-09-23T15:03:11.112" v="5352" actId="20577"/>
        <pc:sldMkLst>
          <pc:docMk/>
          <pc:sldMk cId="2793604676" sldId="277"/>
        </pc:sldMkLst>
        <pc:spChg chg="mod">
          <ac:chgData name="Georges MATHIO" userId="1057b68d-d9cf-4cd5-bc4c-3fe68ec33e97" providerId="ADAL" clId="{82C5487D-F4FA-479C-805C-E057908A5989}" dt="2024-09-23T15:02:30.709" v="5291" actId="20577"/>
          <ac:spMkLst>
            <pc:docMk/>
            <pc:sldMk cId="2793604676" sldId="277"/>
            <ac:spMk id="2" creationId="{3A83B63E-8695-A261-2D66-4BFE1CECFE25}"/>
          </ac:spMkLst>
        </pc:spChg>
        <pc:spChg chg="mod">
          <ac:chgData name="Georges MATHIO" userId="1057b68d-d9cf-4cd5-bc4c-3fe68ec33e97" providerId="ADAL" clId="{82C5487D-F4FA-479C-805C-E057908A5989}" dt="2024-09-23T15:03:11.112" v="5352" actId="20577"/>
          <ac:spMkLst>
            <pc:docMk/>
            <pc:sldMk cId="2793604676" sldId="277"/>
            <ac:spMk id="7" creationId="{F730F81E-FE15-036B-799E-4164065F9994}"/>
          </ac:spMkLst>
        </pc:spChg>
      </pc:sldChg>
      <pc:sldChg chg="new ord">
        <pc:chgData name="Georges MATHIO" userId="1057b68d-d9cf-4cd5-bc4c-3fe68ec33e97" providerId="ADAL" clId="{82C5487D-F4FA-479C-805C-E057908A5989}" dt="2024-09-23T15:04:49.550" v="5369"/>
        <pc:sldMkLst>
          <pc:docMk/>
          <pc:sldMk cId="2511482636" sldId="278"/>
        </pc:sldMkLst>
      </pc:sldChg>
      <pc:sldChg chg="addSp delSp modSp add del mod ord setBg setClrOvrMap delDesignElem">
        <pc:chgData name="Georges MATHIO" userId="1057b68d-d9cf-4cd5-bc4c-3fe68ec33e97" providerId="ADAL" clId="{82C5487D-F4FA-479C-805C-E057908A5989}" dt="2024-09-23T15:06:58.848" v="5408" actId="47"/>
        <pc:sldMkLst>
          <pc:docMk/>
          <pc:sldMk cId="3189954247" sldId="279"/>
        </pc:sldMkLst>
        <pc:spChg chg="mod">
          <ac:chgData name="Georges MATHIO" userId="1057b68d-d9cf-4cd5-bc4c-3fe68ec33e97" providerId="ADAL" clId="{82C5487D-F4FA-479C-805C-E057908A5989}" dt="2024-09-23T15:05:43.943" v="5388" actId="962"/>
          <ac:spMkLst>
            <pc:docMk/>
            <pc:sldMk cId="3189954247" sldId="279"/>
            <ac:spMk id="2" creationId="{18B86DF7-7DA9-32A0-F92E-11F46962454E}"/>
          </ac:spMkLst>
        </pc:spChg>
        <pc:spChg chg="add">
          <ac:chgData name="Georges MATHIO" userId="1057b68d-d9cf-4cd5-bc4c-3fe68ec33e97" providerId="ADAL" clId="{82C5487D-F4FA-479C-805C-E057908A5989}" dt="2024-09-23T15:05:35.289" v="5384" actId="26606"/>
          <ac:spMkLst>
            <pc:docMk/>
            <pc:sldMk cId="3189954247" sldId="279"/>
            <ac:spMk id="11" creationId="{1F94DC1C-47D1-41D7-8B1B-9A036D614027}"/>
          </ac:spMkLst>
        </pc:spChg>
        <pc:spChg chg="add">
          <ac:chgData name="Georges MATHIO" userId="1057b68d-d9cf-4cd5-bc4c-3fe68ec33e97" providerId="ADAL" clId="{82C5487D-F4FA-479C-805C-E057908A5989}" dt="2024-09-23T15:05:35.289" v="5384" actId="26606"/>
          <ac:spMkLst>
            <pc:docMk/>
            <pc:sldMk cId="3189954247" sldId="279"/>
            <ac:spMk id="15" creationId="{AC12A592-C02D-46EF-8E1F-9335DB8D71DF}"/>
          </ac:spMkLst>
        </pc:spChg>
        <pc:spChg chg="add">
          <ac:chgData name="Georges MATHIO" userId="1057b68d-d9cf-4cd5-bc4c-3fe68ec33e97" providerId="ADAL" clId="{82C5487D-F4FA-479C-805C-E057908A5989}" dt="2024-09-23T15:05:35.289" v="5384" actId="26606"/>
          <ac:spMkLst>
            <pc:docMk/>
            <pc:sldMk cId="3189954247" sldId="279"/>
            <ac:spMk id="17" creationId="{24005816-5BCA-4665-8A58-5580F8E9C84A}"/>
          </ac:spMkLst>
        </pc:spChg>
        <pc:spChg chg="del">
          <ac:chgData name="Georges MATHIO" userId="1057b68d-d9cf-4cd5-bc4c-3fe68ec33e97" providerId="ADAL" clId="{82C5487D-F4FA-479C-805C-E057908A5989}" dt="2024-09-23T15:04:44.543" v="5365"/>
          <ac:spMkLst>
            <pc:docMk/>
            <pc:sldMk cId="3189954247" sldId="279"/>
            <ac:spMk id="114" creationId="{1F94DC1C-47D1-41D7-8B1B-9A036D614027}"/>
          </ac:spMkLst>
        </pc:spChg>
        <pc:spChg chg="del">
          <ac:chgData name="Georges MATHIO" userId="1057b68d-d9cf-4cd5-bc4c-3fe68ec33e97" providerId="ADAL" clId="{82C5487D-F4FA-479C-805C-E057908A5989}" dt="2024-09-23T15:04:44.543" v="5365"/>
          <ac:spMkLst>
            <pc:docMk/>
            <pc:sldMk cId="3189954247" sldId="279"/>
            <ac:spMk id="116" creationId="{AC12A592-C02D-46EF-8E1F-9335DB8D71DF}"/>
          </ac:spMkLst>
        </pc:spChg>
        <pc:spChg chg="del">
          <ac:chgData name="Georges MATHIO" userId="1057b68d-d9cf-4cd5-bc4c-3fe68ec33e97" providerId="ADAL" clId="{82C5487D-F4FA-479C-805C-E057908A5989}" dt="2024-09-23T15:04:44.543" v="5365"/>
          <ac:spMkLst>
            <pc:docMk/>
            <pc:sldMk cId="3189954247" sldId="279"/>
            <ac:spMk id="117" creationId="{24005816-5BCA-4665-8A58-5580F8E9C84A}"/>
          </ac:spMkLst>
        </pc:spChg>
        <pc:grpChg chg="add">
          <ac:chgData name="Georges MATHIO" userId="1057b68d-d9cf-4cd5-bc4c-3fe68ec33e97" providerId="ADAL" clId="{82C5487D-F4FA-479C-805C-E057908A5989}" dt="2024-09-23T15:05:35.289" v="5384" actId="26606"/>
          <ac:grpSpMkLst>
            <pc:docMk/>
            <pc:sldMk cId="3189954247" sldId="279"/>
            <ac:grpSpMk id="19" creationId="{BF07F359-8CA3-4854-91E7-EE6004020511}"/>
          </ac:grpSpMkLst>
        </pc:grpChg>
        <pc:grpChg chg="del">
          <ac:chgData name="Georges MATHIO" userId="1057b68d-d9cf-4cd5-bc4c-3fe68ec33e97" providerId="ADAL" clId="{82C5487D-F4FA-479C-805C-E057908A5989}" dt="2024-09-23T15:04:44.543" v="5365"/>
          <ac:grpSpMkLst>
            <pc:docMk/>
            <pc:sldMk cId="3189954247" sldId="279"/>
            <ac:grpSpMk id="118" creationId="{BF07F359-8CA3-4854-91E7-EE6004020511}"/>
          </ac:grpSpMkLst>
        </pc:grpChg>
        <pc:picChg chg="del">
          <ac:chgData name="Georges MATHIO" userId="1057b68d-d9cf-4cd5-bc4c-3fe68ec33e97" providerId="ADAL" clId="{82C5487D-F4FA-479C-805C-E057908A5989}" dt="2024-09-23T15:05:00.862" v="5381" actId="478"/>
          <ac:picMkLst>
            <pc:docMk/>
            <pc:sldMk cId="3189954247" sldId="279"/>
            <ac:picMk id="3" creationId="{D55D7212-76CD-AAF0-0AB7-84B39527D9A6}"/>
          </ac:picMkLst>
        </pc:picChg>
        <pc:picChg chg="add mod">
          <ac:chgData name="Georges MATHIO" userId="1057b68d-d9cf-4cd5-bc4c-3fe68ec33e97" providerId="ADAL" clId="{82C5487D-F4FA-479C-805C-E057908A5989}" dt="2024-09-23T15:05:45.999" v="5389" actId="1076"/>
          <ac:picMkLst>
            <pc:docMk/>
            <pc:sldMk cId="3189954247" sldId="279"/>
            <ac:picMk id="4" creationId="{F47E0E0C-B8B0-82F6-DC93-2846404F2A97}"/>
          </ac:picMkLst>
        </pc:picChg>
        <pc:picChg chg="add">
          <ac:chgData name="Georges MATHIO" userId="1057b68d-d9cf-4cd5-bc4c-3fe68ec33e97" providerId="ADAL" clId="{82C5487D-F4FA-479C-805C-E057908A5989}" dt="2024-09-23T15:05:35.289" v="5384" actId="26606"/>
          <ac:picMkLst>
            <pc:docMk/>
            <pc:sldMk cId="3189954247" sldId="279"/>
            <ac:picMk id="9" creationId="{6AF6706C-CF07-43A1-BCC4-CBA5D33820DA}"/>
          </ac:picMkLst>
        </pc:picChg>
        <pc:picChg chg="add">
          <ac:chgData name="Georges MATHIO" userId="1057b68d-d9cf-4cd5-bc4c-3fe68ec33e97" providerId="ADAL" clId="{82C5487D-F4FA-479C-805C-E057908A5989}" dt="2024-09-23T15:05:35.289" v="5384" actId="26606"/>
          <ac:picMkLst>
            <pc:docMk/>
            <pc:sldMk cId="3189954247" sldId="279"/>
            <ac:picMk id="13" creationId="{811383CE-CE86-4E1C-B289-798EB9E6E0E5}"/>
          </ac:picMkLst>
        </pc:picChg>
        <pc:picChg chg="del">
          <ac:chgData name="Georges MATHIO" userId="1057b68d-d9cf-4cd5-bc4c-3fe68ec33e97" providerId="ADAL" clId="{82C5487D-F4FA-479C-805C-E057908A5989}" dt="2024-09-23T15:04:44.543" v="5365"/>
          <ac:picMkLst>
            <pc:docMk/>
            <pc:sldMk cId="3189954247" sldId="279"/>
            <ac:picMk id="113" creationId="{6AF6706C-CF07-43A1-BCC4-CBA5D33820DA}"/>
          </ac:picMkLst>
        </pc:picChg>
        <pc:picChg chg="del">
          <ac:chgData name="Georges MATHIO" userId="1057b68d-d9cf-4cd5-bc4c-3fe68ec33e97" providerId="ADAL" clId="{82C5487D-F4FA-479C-805C-E057908A5989}" dt="2024-09-23T15:04:44.543" v="5365"/>
          <ac:picMkLst>
            <pc:docMk/>
            <pc:sldMk cId="3189954247" sldId="279"/>
            <ac:picMk id="115" creationId="{811383CE-CE86-4E1C-B289-798EB9E6E0E5}"/>
          </ac:picMkLst>
        </pc:picChg>
      </pc:sldChg>
      <pc:sldChg chg="addSp delSp modSp add mod ord">
        <pc:chgData name="Georges MATHIO" userId="1057b68d-d9cf-4cd5-bc4c-3fe68ec33e97" providerId="ADAL" clId="{82C5487D-F4FA-479C-805C-E057908A5989}" dt="2024-09-23T15:06:54.714" v="5407" actId="1440"/>
        <pc:sldMkLst>
          <pc:docMk/>
          <pc:sldMk cId="1744596131" sldId="280"/>
        </pc:sldMkLst>
        <pc:spChg chg="mod">
          <ac:chgData name="Georges MATHIO" userId="1057b68d-d9cf-4cd5-bc4c-3fe68ec33e97" providerId="ADAL" clId="{82C5487D-F4FA-479C-805C-E057908A5989}" dt="2024-09-23T15:06:25.669" v="5404" actId="113"/>
          <ac:spMkLst>
            <pc:docMk/>
            <pc:sldMk cId="1744596131" sldId="280"/>
            <ac:spMk id="2" creationId="{18B86DF7-7DA9-32A0-F92E-11F46962454E}"/>
          </ac:spMkLst>
        </pc:spChg>
        <pc:picChg chg="del">
          <ac:chgData name="Georges MATHIO" userId="1057b68d-d9cf-4cd5-bc4c-3fe68ec33e97" providerId="ADAL" clId="{82C5487D-F4FA-479C-805C-E057908A5989}" dt="2024-09-23T15:06:31.040" v="5405" actId="478"/>
          <ac:picMkLst>
            <pc:docMk/>
            <pc:sldMk cId="1744596131" sldId="280"/>
            <ac:picMk id="3" creationId="{D55D7212-76CD-AAF0-0AB7-84B39527D9A6}"/>
          </ac:picMkLst>
        </pc:picChg>
        <pc:picChg chg="add mod">
          <ac:chgData name="Georges MATHIO" userId="1057b68d-d9cf-4cd5-bc4c-3fe68ec33e97" providerId="ADAL" clId="{82C5487D-F4FA-479C-805C-E057908A5989}" dt="2024-09-23T15:06:54.714" v="5407" actId="1440"/>
          <ac:picMkLst>
            <pc:docMk/>
            <pc:sldMk cId="1744596131" sldId="280"/>
            <ac:picMk id="4" creationId="{7A3482A5-D921-DF9C-6485-2355D9A50BC9}"/>
          </ac:picMkLst>
        </pc:picChg>
      </pc:sldChg>
      <pc:sldChg chg="addSp delSp add del setBg delDesignElem">
        <pc:chgData name="Georges MATHIO" userId="1057b68d-d9cf-4cd5-bc4c-3fe68ec33e97" providerId="ADAL" clId="{82C5487D-F4FA-479C-805C-E057908A5989}" dt="2024-09-23T15:06:04.794" v="5392"/>
        <pc:sldMkLst>
          <pc:docMk/>
          <pc:sldMk cId="2407784976" sldId="280"/>
        </pc:sldMkLst>
        <pc:spChg chg="add del">
          <ac:chgData name="Georges MATHIO" userId="1057b68d-d9cf-4cd5-bc4c-3fe68ec33e97" providerId="ADAL" clId="{82C5487D-F4FA-479C-805C-E057908A5989}" dt="2024-09-23T15:06:04.794" v="5392"/>
          <ac:spMkLst>
            <pc:docMk/>
            <pc:sldMk cId="2407784976" sldId="280"/>
            <ac:spMk id="114" creationId="{1F94DC1C-47D1-41D7-8B1B-9A036D614027}"/>
          </ac:spMkLst>
        </pc:spChg>
        <pc:spChg chg="add del">
          <ac:chgData name="Georges MATHIO" userId="1057b68d-d9cf-4cd5-bc4c-3fe68ec33e97" providerId="ADAL" clId="{82C5487D-F4FA-479C-805C-E057908A5989}" dt="2024-09-23T15:06:04.794" v="5392"/>
          <ac:spMkLst>
            <pc:docMk/>
            <pc:sldMk cId="2407784976" sldId="280"/>
            <ac:spMk id="116" creationId="{AC12A592-C02D-46EF-8E1F-9335DB8D71DF}"/>
          </ac:spMkLst>
        </pc:spChg>
        <pc:spChg chg="add del">
          <ac:chgData name="Georges MATHIO" userId="1057b68d-d9cf-4cd5-bc4c-3fe68ec33e97" providerId="ADAL" clId="{82C5487D-F4FA-479C-805C-E057908A5989}" dt="2024-09-23T15:06:04.794" v="5392"/>
          <ac:spMkLst>
            <pc:docMk/>
            <pc:sldMk cId="2407784976" sldId="280"/>
            <ac:spMk id="117" creationId="{24005816-5BCA-4665-8A58-5580F8E9C84A}"/>
          </ac:spMkLst>
        </pc:spChg>
        <pc:grpChg chg="add del">
          <ac:chgData name="Georges MATHIO" userId="1057b68d-d9cf-4cd5-bc4c-3fe68ec33e97" providerId="ADAL" clId="{82C5487D-F4FA-479C-805C-E057908A5989}" dt="2024-09-23T15:06:04.794" v="5392"/>
          <ac:grpSpMkLst>
            <pc:docMk/>
            <pc:sldMk cId="2407784976" sldId="280"/>
            <ac:grpSpMk id="118" creationId="{BF07F359-8CA3-4854-91E7-EE6004020511}"/>
          </ac:grpSpMkLst>
        </pc:grpChg>
        <pc:picChg chg="add del">
          <ac:chgData name="Georges MATHIO" userId="1057b68d-d9cf-4cd5-bc4c-3fe68ec33e97" providerId="ADAL" clId="{82C5487D-F4FA-479C-805C-E057908A5989}" dt="2024-09-23T15:06:04.794" v="5392"/>
          <ac:picMkLst>
            <pc:docMk/>
            <pc:sldMk cId="2407784976" sldId="280"/>
            <ac:picMk id="113" creationId="{6AF6706C-CF07-43A1-BCC4-CBA5D33820DA}"/>
          </ac:picMkLst>
        </pc:picChg>
        <pc:picChg chg="add del">
          <ac:chgData name="Georges MATHIO" userId="1057b68d-d9cf-4cd5-bc4c-3fe68ec33e97" providerId="ADAL" clId="{82C5487D-F4FA-479C-805C-E057908A5989}" dt="2024-09-23T15:06:04.794" v="5392"/>
          <ac:picMkLst>
            <pc:docMk/>
            <pc:sldMk cId="2407784976" sldId="280"/>
            <ac:picMk id="115" creationId="{811383CE-CE86-4E1C-B289-798EB9E6E0E5}"/>
          </ac:picMkLst>
        </pc:picChg>
      </pc:sldChg>
      <pc:sldMasterChg chg="modSp mod">
        <pc:chgData name="Georges MATHIO" userId="1057b68d-d9cf-4cd5-bc4c-3fe68ec33e97" providerId="ADAL" clId="{82C5487D-F4FA-479C-805C-E057908A5989}" dt="2024-09-10T14:00:03.743" v="575" actId="242"/>
        <pc:sldMasterMkLst>
          <pc:docMk/>
          <pc:sldMasterMk cId="0" sldId="2147483648"/>
        </pc:sldMasterMkLst>
        <pc:spChg chg="mod">
          <ac:chgData name="Georges MATHIO" userId="1057b68d-d9cf-4cd5-bc4c-3fe68ec33e97" providerId="ADAL" clId="{82C5487D-F4FA-479C-805C-E057908A5989}" dt="2024-09-10T14:00:03.743" v="575" actId="242"/>
          <ac:spMkLst>
            <pc:docMk/>
            <pc:sldMasterMk cId="0" sldId="2147483648"/>
            <ac:spMk id="3" creationId="{00000000-0000-0000-0000-000000000000}"/>
          </ac:spMkLst>
        </pc:spChg>
      </pc:sldMasterChg>
    </pc:docChg>
  </pc:docChgLst>
  <pc:docChgLst>
    <pc:chgData name="Georges MATHIO" userId="1057b68d-d9cf-4cd5-bc4c-3fe68ec33e97" providerId="ADAL" clId="{8BCAAD47-39EC-4A39-A166-8E9777C12AD5}"/>
    <pc:docChg chg="modSld">
      <pc:chgData name="Georges MATHIO" userId="1057b68d-d9cf-4cd5-bc4c-3fe68ec33e97" providerId="ADAL" clId="{8BCAAD47-39EC-4A39-A166-8E9777C12AD5}" dt="2024-07-21T21:01:57.905" v="2" actId="20577"/>
      <pc:docMkLst>
        <pc:docMk/>
      </pc:docMkLst>
      <pc:sldChg chg="modSp mod">
        <pc:chgData name="Georges MATHIO" userId="1057b68d-d9cf-4cd5-bc4c-3fe68ec33e97" providerId="ADAL" clId="{8BCAAD47-39EC-4A39-A166-8E9777C12AD5}" dt="2024-07-21T21:01:45.889" v="0" actId="6549"/>
        <pc:sldMkLst>
          <pc:docMk/>
          <pc:sldMk cId="1554076419" sldId="258"/>
        </pc:sldMkLst>
        <pc:spChg chg="mod">
          <ac:chgData name="Georges MATHIO" userId="1057b68d-d9cf-4cd5-bc4c-3fe68ec33e97" providerId="ADAL" clId="{8BCAAD47-39EC-4A39-A166-8E9777C12AD5}" dt="2024-07-21T21:01:45.889" v="0" actId="6549"/>
          <ac:spMkLst>
            <pc:docMk/>
            <pc:sldMk cId="1554076419" sldId="258"/>
            <ac:spMk id="7" creationId="{D0A8403C-5777-28EF-83D9-19F6822459A6}"/>
          </ac:spMkLst>
        </pc:spChg>
      </pc:sldChg>
      <pc:sldChg chg="modSp mod">
        <pc:chgData name="Georges MATHIO" userId="1057b68d-d9cf-4cd5-bc4c-3fe68ec33e97" providerId="ADAL" clId="{8BCAAD47-39EC-4A39-A166-8E9777C12AD5}" dt="2024-07-21T21:01:57.905" v="2" actId="20577"/>
        <pc:sldMkLst>
          <pc:docMk/>
          <pc:sldMk cId="319033476" sldId="260"/>
        </pc:sldMkLst>
        <pc:spChg chg="mod">
          <ac:chgData name="Georges MATHIO" userId="1057b68d-d9cf-4cd5-bc4c-3fe68ec33e97" providerId="ADAL" clId="{8BCAAD47-39EC-4A39-A166-8E9777C12AD5}" dt="2024-07-21T21:01:57.905" v="2" actId="20577"/>
          <ac:spMkLst>
            <pc:docMk/>
            <pc:sldMk cId="319033476" sldId="260"/>
            <ac:spMk id="11" creationId="{3538C984-96B3-4E9A-E4F7-3FC99AFA0885}"/>
          </ac:spMkLst>
        </pc:spChg>
      </pc:sldChg>
    </pc:docChg>
  </pc:docChgLst>
  <pc:docChgLst>
    <pc:chgData name="Georges MATHIO" userId="S::georges.mathio@estia.fr::1057b68d-d9cf-4cd5-bc4c-3fe68ec33e97" providerId="AD" clId="Web-{D188567B-FEA3-3AFD-7A3D-A0834D404585}"/>
    <pc:docChg chg="modSld">
      <pc:chgData name="Georges MATHIO" userId="S::georges.mathio@estia.fr::1057b68d-d9cf-4cd5-bc4c-3fe68ec33e97" providerId="AD" clId="Web-{D188567B-FEA3-3AFD-7A3D-A0834D404585}" dt="2024-07-18T11:45:28.694" v="5" actId="20577"/>
      <pc:docMkLst>
        <pc:docMk/>
      </pc:docMkLst>
      <pc:sldChg chg="modSp">
        <pc:chgData name="Georges MATHIO" userId="S::georges.mathio@estia.fr::1057b68d-d9cf-4cd5-bc4c-3fe68ec33e97" providerId="AD" clId="Web-{D188567B-FEA3-3AFD-7A3D-A0834D404585}" dt="2024-07-18T11:43:39.533" v="3" actId="1076"/>
        <pc:sldMkLst>
          <pc:docMk/>
          <pc:sldMk cId="2482283123" sldId="259"/>
        </pc:sldMkLst>
        <pc:spChg chg="mod">
          <ac:chgData name="Georges MATHIO" userId="S::georges.mathio@estia.fr::1057b68d-d9cf-4cd5-bc4c-3fe68ec33e97" providerId="AD" clId="Web-{D188567B-FEA3-3AFD-7A3D-A0834D404585}" dt="2024-07-18T11:43:39.533" v="3" actId="1076"/>
          <ac:spMkLst>
            <pc:docMk/>
            <pc:sldMk cId="2482283123" sldId="259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D188567B-FEA3-3AFD-7A3D-A0834D404585}" dt="2024-07-18T11:45:28.694" v="5" actId="20577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D188567B-FEA3-3AFD-7A3D-A0834D404585}" dt="2024-07-18T11:45:28.694" v="5" actId="20577"/>
          <ac:spMkLst>
            <pc:docMk/>
            <pc:sldMk cId="1455700223" sldId="263"/>
            <ac:spMk id="14" creationId="{7E30C4D4-D051-74FE-764D-C642BFBB0D1E}"/>
          </ac:spMkLst>
        </pc:spChg>
      </pc:sldChg>
    </pc:docChg>
  </pc:docChgLst>
  <pc:docChgLst>
    <pc:chgData name="Georges MATHIO" userId="1057b68d-d9cf-4cd5-bc4c-3fe68ec33e97" providerId="ADAL" clId="{82B82AAD-A176-4F9A-88D1-A56861D01535}"/>
    <pc:docChg chg="undo custSel modSld">
      <pc:chgData name="Georges MATHIO" userId="1057b68d-d9cf-4cd5-bc4c-3fe68ec33e97" providerId="ADAL" clId="{82B82AAD-A176-4F9A-88D1-A56861D01535}" dt="2023-11-27T16:09:30.504" v="795" actId="14861"/>
      <pc:docMkLst>
        <pc:docMk/>
      </pc:docMkLst>
      <pc:sldChg chg="addSp delSp modSp mod">
        <pc:chgData name="Georges MATHIO" userId="1057b68d-d9cf-4cd5-bc4c-3fe68ec33e97" providerId="ADAL" clId="{82B82AAD-A176-4F9A-88D1-A56861D01535}" dt="2023-11-27T16:09:30.504" v="795" actId="14861"/>
        <pc:sldMkLst>
          <pc:docMk/>
          <pc:sldMk cId="3870140485" sldId="265"/>
        </pc:sldMkLst>
        <pc:grpChg chg="add mod">
          <ac:chgData name="Georges MATHIO" userId="1057b68d-d9cf-4cd5-bc4c-3fe68ec33e97" providerId="ADAL" clId="{82B82AAD-A176-4F9A-88D1-A56861D01535}" dt="2023-11-13T15:48:14.552" v="447" actId="1076"/>
          <ac:grpSpMkLst>
            <pc:docMk/>
            <pc:sldMk cId="3870140485" sldId="265"/>
            <ac:grpSpMk id="4" creationId="{899778FC-AAC1-FD58-AAC2-EC50C861657E}"/>
          </ac:grpSpMkLst>
        </pc:grpChg>
        <pc:picChg chg="mod">
          <ac:chgData name="Georges MATHIO" userId="1057b68d-d9cf-4cd5-bc4c-3fe68ec33e97" providerId="ADAL" clId="{82B82AAD-A176-4F9A-88D1-A56861D01535}" dt="2023-11-13T15:45:11.247" v="399" actId="164"/>
          <ac:picMkLst>
            <pc:docMk/>
            <pc:sldMk cId="3870140485" sldId="265"/>
            <ac:picMk id="3" creationId="{06F4C4D2-9F1C-CD6B-4B73-EE49A7D3B1D3}"/>
          </ac:picMkLst>
        </pc:picChg>
        <pc:picChg chg="mod">
          <ac:chgData name="Georges MATHIO" userId="1057b68d-d9cf-4cd5-bc4c-3fe68ec33e97" providerId="ADAL" clId="{82B82AAD-A176-4F9A-88D1-A56861D01535}" dt="2023-11-20T12:28:06.621" v="585" actId="14861"/>
          <ac:picMkLst>
            <pc:docMk/>
            <pc:sldMk cId="3870140485" sldId="265"/>
            <ac:picMk id="5" creationId="{6E7B4CB7-1ACC-3B8D-A2AC-67121D2D1D54}"/>
          </ac:picMkLst>
        </pc:picChg>
        <pc:picChg chg="mod">
          <ac:chgData name="Georges MATHIO" userId="1057b68d-d9cf-4cd5-bc4c-3fe68ec33e97" providerId="ADAL" clId="{82B82AAD-A176-4F9A-88D1-A56861D01535}" dt="2023-11-20T12:28:16.900" v="609" actId="14861"/>
          <ac:picMkLst>
            <pc:docMk/>
            <pc:sldMk cId="3870140485" sldId="265"/>
            <ac:picMk id="6" creationId="{AFD1BC7B-0643-7730-87DF-0B267565DBD2}"/>
          </ac:picMkLst>
        </pc:picChg>
        <pc:picChg chg="mod">
          <ac:chgData name="Georges MATHIO" userId="1057b68d-d9cf-4cd5-bc4c-3fe68ec33e97" providerId="ADAL" clId="{82B82AAD-A176-4F9A-88D1-A56861D01535}" dt="2023-11-13T15:45:11.247" v="399" actId="164"/>
          <ac:picMkLst>
            <pc:docMk/>
            <pc:sldMk cId="3870140485" sldId="265"/>
            <ac:picMk id="7" creationId="{ECAA39C2-0BEB-1809-1D54-D866FF0A02B9}"/>
          </ac:picMkLst>
        </pc:picChg>
        <pc:picChg chg="mod">
          <ac:chgData name="Georges MATHIO" userId="1057b68d-d9cf-4cd5-bc4c-3fe68ec33e97" providerId="ADAL" clId="{82B82AAD-A176-4F9A-88D1-A56861D01535}" dt="2023-11-13T15:50:27.134" v="499" actId="1076"/>
          <ac:picMkLst>
            <pc:docMk/>
            <pc:sldMk cId="3870140485" sldId="265"/>
            <ac:picMk id="8" creationId="{9C7D0E36-32F1-F957-95DA-9343A920E6F0}"/>
          </ac:picMkLst>
        </pc:picChg>
        <pc:picChg chg="mod">
          <ac:chgData name="Georges MATHIO" userId="1057b68d-d9cf-4cd5-bc4c-3fe68ec33e97" providerId="ADAL" clId="{82B82AAD-A176-4F9A-88D1-A56861D01535}" dt="2023-11-27T16:09:30.504" v="795" actId="14861"/>
          <ac:picMkLst>
            <pc:docMk/>
            <pc:sldMk cId="3870140485" sldId="265"/>
            <ac:picMk id="9" creationId="{658CB9B6-DEB4-E9E0-5341-E2CDB7731147}"/>
          </ac:picMkLst>
        </pc:picChg>
        <pc:picChg chg="mod">
          <ac:chgData name="Georges MATHIO" userId="1057b68d-d9cf-4cd5-bc4c-3fe68ec33e97" providerId="ADAL" clId="{82B82AAD-A176-4F9A-88D1-A56861D01535}" dt="2023-11-13T15:50:16.549" v="495" actId="1076"/>
          <ac:picMkLst>
            <pc:docMk/>
            <pc:sldMk cId="3870140485" sldId="265"/>
            <ac:picMk id="10" creationId="{1D0F61AE-DBDD-6F2E-B2C2-F6D92DB5AFF5}"/>
          </ac:picMkLst>
        </pc:picChg>
        <pc:picChg chg="mod">
          <ac:chgData name="Georges MATHIO" userId="1057b68d-d9cf-4cd5-bc4c-3fe68ec33e97" providerId="ADAL" clId="{82B82AAD-A176-4F9A-88D1-A56861D01535}" dt="2023-11-13T15:45:01.004" v="398" actId="1440"/>
          <ac:picMkLst>
            <pc:docMk/>
            <pc:sldMk cId="3870140485" sldId="265"/>
            <ac:picMk id="11" creationId="{3E316FDB-D3A3-36F9-21BC-7A3D45C8C097}"/>
          </ac:picMkLst>
        </pc:picChg>
        <pc:picChg chg="add del mod">
          <ac:chgData name="Georges MATHIO" userId="1057b68d-d9cf-4cd5-bc4c-3fe68ec33e97" providerId="ADAL" clId="{82B82AAD-A176-4F9A-88D1-A56861D01535}" dt="2023-11-13T15:46:27.408" v="431"/>
          <ac:picMkLst>
            <pc:docMk/>
            <pc:sldMk cId="3870140485" sldId="265"/>
            <ac:picMk id="12" creationId="{720EEAD9-416F-2F55-286F-394FA280AC9C}"/>
          </ac:picMkLst>
        </pc:picChg>
        <pc:picChg chg="add mod">
          <ac:chgData name="Georges MATHIO" userId="1057b68d-d9cf-4cd5-bc4c-3fe68ec33e97" providerId="ADAL" clId="{82B82AAD-A176-4F9A-88D1-A56861D01535}" dt="2023-11-13T15:50:05.580" v="491" actId="1076"/>
          <ac:picMkLst>
            <pc:docMk/>
            <pc:sldMk cId="3870140485" sldId="265"/>
            <ac:picMk id="14" creationId="{FB23B469-3A5C-FB39-6A03-2461C6CC9EA3}"/>
          </ac:picMkLst>
        </pc:picChg>
        <pc:picChg chg="add mod">
          <ac:chgData name="Georges MATHIO" userId="1057b68d-d9cf-4cd5-bc4c-3fe68ec33e97" providerId="ADAL" clId="{82B82AAD-A176-4F9A-88D1-A56861D01535}" dt="2023-11-13T15:50:29.818" v="500" actId="1076"/>
          <ac:picMkLst>
            <pc:docMk/>
            <pc:sldMk cId="3870140485" sldId="265"/>
            <ac:picMk id="16" creationId="{7A31B893-5213-8984-13B7-F1DA243904C8}"/>
          </ac:picMkLst>
        </pc:picChg>
        <pc:picChg chg="add del mod">
          <ac:chgData name="Georges MATHIO" userId="1057b68d-d9cf-4cd5-bc4c-3fe68ec33e97" providerId="ADAL" clId="{82B82AAD-A176-4F9A-88D1-A56861D01535}" dt="2023-11-13T15:49:51.633" v="483"/>
          <ac:picMkLst>
            <pc:docMk/>
            <pc:sldMk cId="3870140485" sldId="265"/>
            <ac:picMk id="18" creationId="{50A60511-D9C2-DAF0-E96D-6DBD6373C7B7}"/>
          </ac:picMkLst>
        </pc:picChg>
        <pc:picChg chg="add mod">
          <ac:chgData name="Georges MATHIO" userId="1057b68d-d9cf-4cd5-bc4c-3fe68ec33e97" providerId="ADAL" clId="{82B82AAD-A176-4F9A-88D1-A56861D01535}" dt="2023-11-13T15:50:37.357" v="501" actId="1076"/>
          <ac:picMkLst>
            <pc:docMk/>
            <pc:sldMk cId="3870140485" sldId="265"/>
            <ac:picMk id="20" creationId="{37E546AF-B41D-4472-1647-46B7FAC2932A}"/>
          </ac:picMkLst>
        </pc:picChg>
        <pc:picChg chg="add mod">
          <ac:chgData name="Georges MATHIO" userId="1057b68d-d9cf-4cd5-bc4c-3fe68ec33e97" providerId="ADAL" clId="{82B82AAD-A176-4F9A-88D1-A56861D01535}" dt="2023-11-20T12:27:54.868" v="567" actId="14861"/>
          <ac:picMkLst>
            <pc:docMk/>
            <pc:sldMk cId="3870140485" sldId="265"/>
            <ac:picMk id="1026" creationId="{410E1A72-1BF0-FBAC-7E2C-D3E17A67B227}"/>
          </ac:picMkLst>
        </pc:picChg>
      </pc:sldChg>
    </pc:docChg>
  </pc:docChgLst>
  <pc:docChgLst>
    <pc:chgData name="Georges MATHIO" userId="1057b68d-d9cf-4cd5-bc4c-3fe68ec33e97" providerId="ADAL" clId="{7AAA15A0-340B-49C7-AFBC-B0ACA4018A2F}"/>
    <pc:docChg chg="undo redo custSel addSld delSld modSld">
      <pc:chgData name="Georges MATHIO" userId="1057b68d-d9cf-4cd5-bc4c-3fe68ec33e97" providerId="ADAL" clId="{7AAA15A0-340B-49C7-AFBC-B0ACA4018A2F}" dt="2024-09-26T09:55:16.647" v="312" actId="6549"/>
      <pc:docMkLst>
        <pc:docMk/>
      </pc:docMkLst>
      <pc:sldChg chg="delSp modSp mod">
        <pc:chgData name="Georges MATHIO" userId="1057b68d-d9cf-4cd5-bc4c-3fe68ec33e97" providerId="ADAL" clId="{7AAA15A0-340B-49C7-AFBC-B0ACA4018A2F}" dt="2024-09-26T08:46:12.897" v="8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7AAA15A0-340B-49C7-AFBC-B0ACA4018A2F}" dt="2024-09-26T08:46:12.897" v="8" actId="20577"/>
          <ac:spMkLst>
            <pc:docMk/>
            <pc:sldMk cId="2526593619" sldId="256"/>
            <ac:spMk id="3" creationId="{00000000-0000-0000-0000-000000000000}"/>
          </ac:spMkLst>
        </pc:spChg>
        <pc:picChg chg="del">
          <ac:chgData name="Georges MATHIO" userId="1057b68d-d9cf-4cd5-bc4c-3fe68ec33e97" providerId="ADAL" clId="{7AAA15A0-340B-49C7-AFBC-B0ACA4018A2F}" dt="2024-09-26T08:46:09.138" v="1" actId="478"/>
          <ac:picMkLst>
            <pc:docMk/>
            <pc:sldMk cId="2526593619" sldId="256"/>
            <ac:picMk id="1026" creationId="{0894DCDB-9EDC-5DED-31AC-01B7CFC04937}"/>
          </ac:picMkLst>
        </pc:picChg>
      </pc:sldChg>
      <pc:sldChg chg="addSp delSp modSp new mod">
        <pc:chgData name="Georges MATHIO" userId="1057b68d-d9cf-4cd5-bc4c-3fe68ec33e97" providerId="ADAL" clId="{7AAA15A0-340B-49C7-AFBC-B0ACA4018A2F}" dt="2024-09-26T09:55:16.647" v="312" actId="6549"/>
        <pc:sldMkLst>
          <pc:docMk/>
          <pc:sldMk cId="1824297136" sldId="257"/>
        </pc:sldMkLst>
        <pc:spChg chg="mod">
          <ac:chgData name="Georges MATHIO" userId="1057b68d-d9cf-4cd5-bc4c-3fe68ec33e97" providerId="ADAL" clId="{7AAA15A0-340B-49C7-AFBC-B0ACA4018A2F}" dt="2024-09-26T09:55:09.401" v="308" actId="20577"/>
          <ac:spMkLst>
            <pc:docMk/>
            <pc:sldMk cId="1824297136" sldId="257"/>
            <ac:spMk id="2" creationId="{33E5B4A0-32B4-A6AE-6210-CF9464C80564}"/>
          </ac:spMkLst>
        </pc:spChg>
        <pc:spChg chg="add mod">
          <ac:chgData name="Georges MATHIO" userId="1057b68d-d9cf-4cd5-bc4c-3fe68ec33e97" providerId="ADAL" clId="{7AAA15A0-340B-49C7-AFBC-B0ACA4018A2F}" dt="2024-09-26T09:55:16.647" v="312" actId="6549"/>
          <ac:spMkLst>
            <pc:docMk/>
            <pc:sldMk cId="1824297136" sldId="257"/>
            <ac:spMk id="3" creationId="{F877468A-C6BD-DFB1-948A-75293497D502}"/>
          </ac:spMkLst>
        </pc:spChg>
        <pc:spChg chg="add mod">
          <ac:chgData name="Georges MATHIO" userId="1057b68d-d9cf-4cd5-bc4c-3fe68ec33e97" providerId="ADAL" clId="{7AAA15A0-340B-49C7-AFBC-B0ACA4018A2F}" dt="2024-09-26T09:06:28.512" v="65" actId="14100"/>
          <ac:spMkLst>
            <pc:docMk/>
            <pc:sldMk cId="1824297136" sldId="257"/>
            <ac:spMk id="10" creationId="{9743D097-CC0D-F6F7-BA08-3BDBD61FA7C8}"/>
          </ac:spMkLst>
        </pc:spChg>
        <pc:picChg chg="add del mod">
          <ac:chgData name="Georges MATHIO" userId="1057b68d-d9cf-4cd5-bc4c-3fe68ec33e97" providerId="ADAL" clId="{7AAA15A0-340B-49C7-AFBC-B0ACA4018A2F}" dt="2024-09-26T08:55:23.641" v="55" actId="478"/>
          <ac:picMkLst>
            <pc:docMk/>
            <pc:sldMk cId="1824297136" sldId="257"/>
            <ac:picMk id="5" creationId="{FE735D51-E85C-E8FD-9627-31C6C8AA9A28}"/>
          </ac:picMkLst>
        </pc:picChg>
        <pc:picChg chg="add mod">
          <ac:chgData name="Georges MATHIO" userId="1057b68d-d9cf-4cd5-bc4c-3fe68ec33e97" providerId="ADAL" clId="{7AAA15A0-340B-49C7-AFBC-B0ACA4018A2F}" dt="2024-09-26T08:55:47.487" v="58" actId="1076"/>
          <ac:picMkLst>
            <pc:docMk/>
            <pc:sldMk cId="1824297136" sldId="257"/>
            <ac:picMk id="7" creationId="{C7D81A7E-7B33-5937-6838-D7CC8AD6CA2B}"/>
          </ac:picMkLst>
        </pc:picChg>
        <pc:picChg chg="add mod">
          <ac:chgData name="Georges MATHIO" userId="1057b68d-d9cf-4cd5-bc4c-3fe68ec33e97" providerId="ADAL" clId="{7AAA15A0-340B-49C7-AFBC-B0ACA4018A2F}" dt="2024-09-26T09:04:00.448" v="62" actId="1076"/>
          <ac:picMkLst>
            <pc:docMk/>
            <pc:sldMk cId="1824297136" sldId="257"/>
            <ac:picMk id="9" creationId="{59CADDEB-7579-FE28-281D-0238BE80DCD4}"/>
          </ac:picMkLst>
        </pc:pic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554076419" sldId="258"/>
        </pc:sldMkLst>
      </pc:sldChg>
      <pc:sldChg chg="addSp modSp new mod">
        <pc:chgData name="Georges MATHIO" userId="1057b68d-d9cf-4cd5-bc4c-3fe68ec33e97" providerId="ADAL" clId="{7AAA15A0-340B-49C7-AFBC-B0ACA4018A2F}" dt="2024-09-26T09:19:47.289" v="128"/>
        <pc:sldMkLst>
          <pc:docMk/>
          <pc:sldMk cId="2846849086" sldId="258"/>
        </pc:sldMkLst>
        <pc:spChg chg="add mod">
          <ac:chgData name="Georges MATHIO" userId="1057b68d-d9cf-4cd5-bc4c-3fe68ec33e97" providerId="ADAL" clId="{7AAA15A0-340B-49C7-AFBC-B0ACA4018A2F}" dt="2024-09-26T09:19:47.289" v="128"/>
          <ac:spMkLst>
            <pc:docMk/>
            <pc:sldMk cId="2846849086" sldId="258"/>
            <ac:spMk id="3" creationId="{589CD09B-464B-F46A-E68B-6D148F6FC0FD}"/>
          </ac:spMkLst>
        </pc:sp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26811849" sldId="259"/>
        </pc:sldMkLst>
      </pc:sldChg>
      <pc:sldChg chg="addSp modSp new mod">
        <pc:chgData name="Georges MATHIO" userId="1057b68d-d9cf-4cd5-bc4c-3fe68ec33e97" providerId="ADAL" clId="{7AAA15A0-340B-49C7-AFBC-B0ACA4018A2F}" dt="2024-09-26T09:24:06.340" v="158"/>
        <pc:sldMkLst>
          <pc:docMk/>
          <pc:sldMk cId="283063719" sldId="259"/>
        </pc:sldMkLst>
        <pc:spChg chg="mod">
          <ac:chgData name="Georges MATHIO" userId="1057b68d-d9cf-4cd5-bc4c-3fe68ec33e97" providerId="ADAL" clId="{7AAA15A0-340B-49C7-AFBC-B0ACA4018A2F}" dt="2024-09-26T09:23:56.549" v="156" actId="20577"/>
          <ac:spMkLst>
            <pc:docMk/>
            <pc:sldMk cId="283063719" sldId="259"/>
            <ac:spMk id="2" creationId="{152FE92A-A634-DACF-7636-D1B81B10EC73}"/>
          </ac:spMkLst>
        </pc:spChg>
        <pc:spChg chg="add mod">
          <ac:chgData name="Georges MATHIO" userId="1057b68d-d9cf-4cd5-bc4c-3fe68ec33e97" providerId="ADAL" clId="{7AAA15A0-340B-49C7-AFBC-B0ACA4018A2F}" dt="2024-09-26T09:24:06.340" v="158"/>
          <ac:spMkLst>
            <pc:docMk/>
            <pc:sldMk cId="283063719" sldId="259"/>
            <ac:spMk id="3" creationId="{19A65D58-BFCF-E801-1825-C2357BBE48AE}"/>
          </ac:spMkLst>
        </pc:sp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559389067" sldId="260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390649631" sldId="262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462972198" sldId="263"/>
        </pc:sldMkLst>
      </pc:sldChg>
      <pc:sldChg chg="modSp add mod">
        <pc:chgData name="Georges MATHIO" userId="1057b68d-d9cf-4cd5-bc4c-3fe68ec33e97" providerId="ADAL" clId="{7AAA15A0-340B-49C7-AFBC-B0ACA4018A2F}" dt="2024-09-26T09:27:15.774" v="271" actId="20577"/>
        <pc:sldMkLst>
          <pc:docMk/>
          <pc:sldMk cId="2592200161" sldId="264"/>
        </pc:sldMkLst>
        <pc:spChg chg="mod">
          <ac:chgData name="Georges MATHIO" userId="1057b68d-d9cf-4cd5-bc4c-3fe68ec33e97" providerId="ADAL" clId="{7AAA15A0-340B-49C7-AFBC-B0ACA4018A2F}" dt="2024-09-26T09:26:36.686" v="181" actId="20577"/>
          <ac:spMkLst>
            <pc:docMk/>
            <pc:sldMk cId="2592200161" sldId="264"/>
            <ac:spMk id="2" creationId="{8AE1D70E-C040-1542-B36E-7DDF82084F61}"/>
          </ac:spMkLst>
        </pc:spChg>
        <pc:spChg chg="mod">
          <ac:chgData name="Georges MATHIO" userId="1057b68d-d9cf-4cd5-bc4c-3fe68ec33e97" providerId="ADAL" clId="{7AAA15A0-340B-49C7-AFBC-B0ACA4018A2F}" dt="2024-09-26T09:27:15.774" v="271" actId="20577"/>
          <ac:spMkLst>
            <pc:docMk/>
            <pc:sldMk cId="2592200161" sldId="264"/>
            <ac:spMk id="6" creationId="{37E68E50-1F8D-C6EF-3F0A-17CAC14C946D}"/>
          </ac:spMkLst>
        </pc:sp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235624482" sldId="264"/>
        </pc:sldMkLst>
      </pc:sldChg>
      <pc:sldChg chg="modSp add del mod">
        <pc:chgData name="Georges MATHIO" userId="1057b68d-d9cf-4cd5-bc4c-3fe68ec33e97" providerId="ADAL" clId="{7AAA15A0-340B-49C7-AFBC-B0ACA4018A2F}" dt="2024-09-26T09:20:40.644" v="134" actId="20577"/>
        <pc:sldMkLst>
          <pc:docMk/>
          <pc:sldMk cId="2843119897" sldId="265"/>
        </pc:sldMkLst>
        <pc:spChg chg="mod">
          <ac:chgData name="Georges MATHIO" userId="1057b68d-d9cf-4cd5-bc4c-3fe68ec33e97" providerId="ADAL" clId="{7AAA15A0-340B-49C7-AFBC-B0ACA4018A2F}" dt="2024-09-26T09:20:27.625" v="132"/>
          <ac:spMkLst>
            <pc:docMk/>
            <pc:sldMk cId="2843119897" sldId="265"/>
            <ac:spMk id="19" creationId="{FC05DE6C-0B46-E626-BF36-F3DE11496887}"/>
          </ac:spMkLst>
        </pc:spChg>
        <pc:spChg chg="mod">
          <ac:chgData name="Georges MATHIO" userId="1057b68d-d9cf-4cd5-bc4c-3fe68ec33e97" providerId="ADAL" clId="{7AAA15A0-340B-49C7-AFBC-B0ACA4018A2F}" dt="2024-09-26T09:20:40.644" v="134" actId="20577"/>
          <ac:spMkLst>
            <pc:docMk/>
            <pc:sldMk cId="2843119897" sldId="265"/>
            <ac:spMk id="20" creationId="{364FFAB6-3B2B-94EE-7B53-08EA73C3479C}"/>
          </ac:spMkLst>
        </pc:spChg>
        <pc:spChg chg="mod">
          <ac:chgData name="Georges MATHIO" userId="1057b68d-d9cf-4cd5-bc4c-3fe68ec33e97" providerId="ADAL" clId="{7AAA15A0-340B-49C7-AFBC-B0ACA4018A2F}" dt="2024-09-26T09:20:38.286" v="133" actId="20577"/>
          <ac:spMkLst>
            <pc:docMk/>
            <pc:sldMk cId="2843119897" sldId="265"/>
            <ac:spMk id="21" creationId="{0B1D064C-D614-8D39-D338-FF3DA04CEC49}"/>
          </ac:spMkLst>
        </pc:spChg>
      </pc:sldChg>
      <pc:sldChg chg="add del">
        <pc:chgData name="Georges MATHIO" userId="1057b68d-d9cf-4cd5-bc4c-3fe68ec33e97" providerId="ADAL" clId="{7AAA15A0-340B-49C7-AFBC-B0ACA4018A2F}" dt="2024-09-26T09:20:21.491" v="131"/>
        <pc:sldMkLst>
          <pc:docMk/>
          <pc:sldMk cId="1583129312" sldId="266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284228860" sldId="266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104381753" sldId="267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13480732" sldId="271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284553537" sldId="272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300471138" sldId="273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4205069961" sldId="274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236964428" sldId="275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244614476" sldId="276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793604676" sldId="277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511482636" sldId="278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744596131" sldId="280"/>
        </pc:sldMkLst>
      </pc:sldChg>
    </pc:docChg>
  </pc:docChgLst>
  <pc:docChgLst>
    <pc:chgData name="Georges MATHIO" userId="1057b68d-d9cf-4cd5-bc4c-3fe68ec33e97" providerId="ADAL" clId="{C4F20E0D-2BB1-4FFB-A1E5-62428237D7FB}"/>
    <pc:docChg chg="custSel addSld delSld modSld sldOrd">
      <pc:chgData name="Georges MATHIO" userId="1057b68d-d9cf-4cd5-bc4c-3fe68ec33e97" providerId="ADAL" clId="{C4F20E0D-2BB1-4FFB-A1E5-62428237D7FB}" dt="2024-09-26T10:07:52.778" v="261" actId="20577"/>
      <pc:docMkLst>
        <pc:docMk/>
      </pc:docMkLst>
      <pc:sldChg chg="modSp mod">
        <pc:chgData name="Georges MATHIO" userId="1057b68d-d9cf-4cd5-bc4c-3fe68ec33e97" providerId="ADAL" clId="{C4F20E0D-2BB1-4FFB-A1E5-62428237D7FB}" dt="2024-09-26T09:56:39.587" v="23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C4F20E0D-2BB1-4FFB-A1E5-62428237D7FB}" dt="2024-09-26T09:56:39.587" v="23" actId="20577"/>
          <ac:spMkLst>
            <pc:docMk/>
            <pc:sldMk cId="2526593619" sldId="256"/>
            <ac:spMk id="3" creationId="{00000000-0000-0000-0000-000000000000}"/>
          </ac:spMkLst>
        </pc:spChg>
      </pc:sldChg>
      <pc:sldChg chg="addSp modSp mod">
        <pc:chgData name="Georges MATHIO" userId="1057b68d-d9cf-4cd5-bc4c-3fe68ec33e97" providerId="ADAL" clId="{C4F20E0D-2BB1-4FFB-A1E5-62428237D7FB}" dt="2024-09-26T10:00:17.282" v="203" actId="20577"/>
        <pc:sldMkLst>
          <pc:docMk/>
          <pc:sldMk cId="1824297136" sldId="257"/>
        </pc:sldMkLst>
        <pc:spChg chg="mod">
          <ac:chgData name="Georges MATHIO" userId="1057b68d-d9cf-4cd5-bc4c-3fe68ec33e97" providerId="ADAL" clId="{C4F20E0D-2BB1-4FFB-A1E5-62428237D7FB}" dt="2024-09-26T10:00:17.282" v="203" actId="20577"/>
          <ac:spMkLst>
            <pc:docMk/>
            <pc:sldMk cId="1824297136" sldId="257"/>
            <ac:spMk id="3" creationId="{F877468A-C6BD-DFB1-948A-75293497D502}"/>
          </ac:spMkLst>
        </pc:spChg>
        <pc:spChg chg="add mod">
          <ac:chgData name="Georges MATHIO" userId="1057b68d-d9cf-4cd5-bc4c-3fe68ec33e97" providerId="ADAL" clId="{C4F20E0D-2BB1-4FFB-A1E5-62428237D7FB}" dt="2024-09-26T09:56:49.202" v="25" actId="1076"/>
          <ac:spMkLst>
            <pc:docMk/>
            <pc:sldMk cId="1824297136" sldId="257"/>
            <ac:spMk id="4" creationId="{279A6B06-12BF-FCC1-2101-B0F5F7F2818D}"/>
          </ac:spMkLst>
        </pc:spChg>
        <pc:spChg chg="add mod">
          <ac:chgData name="Georges MATHIO" userId="1057b68d-d9cf-4cd5-bc4c-3fe68ec33e97" providerId="ADAL" clId="{C4F20E0D-2BB1-4FFB-A1E5-62428237D7FB}" dt="2024-09-26T09:57:03.419" v="30" actId="1076"/>
          <ac:spMkLst>
            <pc:docMk/>
            <pc:sldMk cId="1824297136" sldId="257"/>
            <ac:spMk id="5" creationId="{CE27A112-7FC1-A1B5-6D89-D81AB3205368}"/>
          </ac:spMkLst>
        </pc:spChg>
        <pc:spChg chg="mod">
          <ac:chgData name="Georges MATHIO" userId="1057b68d-d9cf-4cd5-bc4c-3fe68ec33e97" providerId="ADAL" clId="{C4F20E0D-2BB1-4FFB-A1E5-62428237D7FB}" dt="2024-09-26T09:56:59.985" v="28" actId="1076"/>
          <ac:spMkLst>
            <pc:docMk/>
            <pc:sldMk cId="1824297136" sldId="257"/>
            <ac:spMk id="10" creationId="{9743D097-CC0D-F6F7-BA08-3BDBD61FA7C8}"/>
          </ac:spMkLst>
        </pc:spChg>
      </pc:sldChg>
      <pc:sldChg chg="del">
        <pc:chgData name="Georges MATHIO" userId="1057b68d-d9cf-4cd5-bc4c-3fe68ec33e97" providerId="ADAL" clId="{C4F20E0D-2BB1-4FFB-A1E5-62428237D7FB}" dt="2024-09-26T09:56:28.519" v="1" actId="47"/>
        <pc:sldMkLst>
          <pc:docMk/>
          <pc:sldMk cId="2846849086" sldId="258"/>
        </pc:sldMkLst>
      </pc:sldChg>
      <pc:sldChg chg="del">
        <pc:chgData name="Georges MATHIO" userId="1057b68d-d9cf-4cd5-bc4c-3fe68ec33e97" providerId="ADAL" clId="{C4F20E0D-2BB1-4FFB-A1E5-62428237D7FB}" dt="2024-09-26T09:56:26.743" v="0" actId="47"/>
        <pc:sldMkLst>
          <pc:docMk/>
          <pc:sldMk cId="283063719" sldId="259"/>
        </pc:sldMkLst>
      </pc:sldChg>
      <pc:sldChg chg="modSp mod">
        <pc:chgData name="Georges MATHIO" userId="1057b68d-d9cf-4cd5-bc4c-3fe68ec33e97" providerId="ADAL" clId="{C4F20E0D-2BB1-4FFB-A1E5-62428237D7FB}" dt="2024-09-26T10:07:21.753" v="246" actId="20577"/>
        <pc:sldMkLst>
          <pc:docMk/>
          <pc:sldMk cId="2592200161" sldId="264"/>
        </pc:sldMkLst>
        <pc:spChg chg="mod">
          <ac:chgData name="Georges MATHIO" userId="1057b68d-d9cf-4cd5-bc4c-3fe68ec33e97" providerId="ADAL" clId="{C4F20E0D-2BB1-4FFB-A1E5-62428237D7FB}" dt="2024-09-26T10:06:41.451" v="204" actId="20577"/>
          <ac:spMkLst>
            <pc:docMk/>
            <pc:sldMk cId="2592200161" sldId="264"/>
            <ac:spMk id="2" creationId="{8AE1D70E-C040-1542-B36E-7DDF82084F61}"/>
          </ac:spMkLst>
        </pc:spChg>
        <pc:spChg chg="mod">
          <ac:chgData name="Georges MATHIO" userId="1057b68d-d9cf-4cd5-bc4c-3fe68ec33e97" providerId="ADAL" clId="{C4F20E0D-2BB1-4FFB-A1E5-62428237D7FB}" dt="2024-09-26T10:07:21.753" v="246" actId="20577"/>
          <ac:spMkLst>
            <pc:docMk/>
            <pc:sldMk cId="2592200161" sldId="264"/>
            <ac:spMk id="6" creationId="{37E68E50-1F8D-C6EF-3F0A-17CAC14C946D}"/>
          </ac:spMkLst>
        </pc:spChg>
      </pc:sldChg>
      <pc:sldChg chg="modSp mod ord">
        <pc:chgData name="Georges MATHIO" userId="1057b68d-d9cf-4cd5-bc4c-3fe68ec33e97" providerId="ADAL" clId="{C4F20E0D-2BB1-4FFB-A1E5-62428237D7FB}" dt="2024-09-26T10:07:52.778" v="261" actId="20577"/>
        <pc:sldMkLst>
          <pc:docMk/>
          <pc:sldMk cId="2843119897" sldId="265"/>
        </pc:sldMkLst>
        <pc:spChg chg="mod">
          <ac:chgData name="Georges MATHIO" userId="1057b68d-d9cf-4cd5-bc4c-3fe68ec33e97" providerId="ADAL" clId="{C4F20E0D-2BB1-4FFB-A1E5-62428237D7FB}" dt="2024-09-26T10:07:52.778" v="261" actId="20577"/>
          <ac:spMkLst>
            <pc:docMk/>
            <pc:sldMk cId="2843119897" sldId="265"/>
            <ac:spMk id="19" creationId="{FC05DE6C-0B46-E626-BF36-F3DE11496887}"/>
          </ac:spMkLst>
        </pc:spChg>
      </pc:sldChg>
      <pc:sldChg chg="new">
        <pc:chgData name="Georges MATHIO" userId="1057b68d-d9cf-4cd5-bc4c-3fe68ec33e97" providerId="ADAL" clId="{C4F20E0D-2BB1-4FFB-A1E5-62428237D7FB}" dt="2024-09-26T09:57:15.980" v="31" actId="680"/>
        <pc:sldMkLst>
          <pc:docMk/>
          <pc:sldMk cId="2592076184" sldId="266"/>
        </pc:sldMkLst>
      </pc:sldChg>
      <pc:sldChg chg="modSp new mod ord">
        <pc:chgData name="Georges MATHIO" userId="1057b68d-d9cf-4cd5-bc4c-3fe68ec33e97" providerId="ADAL" clId="{C4F20E0D-2BB1-4FFB-A1E5-62428237D7FB}" dt="2024-09-26T09:59:56.892" v="185" actId="20577"/>
        <pc:sldMkLst>
          <pc:docMk/>
          <pc:sldMk cId="821531331" sldId="267"/>
        </pc:sldMkLst>
        <pc:spChg chg="mod">
          <ac:chgData name="Georges MATHIO" userId="1057b68d-d9cf-4cd5-bc4c-3fe68ec33e97" providerId="ADAL" clId="{C4F20E0D-2BB1-4FFB-A1E5-62428237D7FB}" dt="2024-09-26T09:59:38.109" v="146" actId="20577"/>
          <ac:spMkLst>
            <pc:docMk/>
            <pc:sldMk cId="821531331" sldId="267"/>
            <ac:spMk id="2" creationId="{BF6AEF50-33CA-A849-5F4C-03B6819882F7}"/>
          </ac:spMkLst>
        </pc:spChg>
        <pc:spChg chg="mod">
          <ac:chgData name="Georges MATHIO" userId="1057b68d-d9cf-4cd5-bc4c-3fe68ec33e97" providerId="ADAL" clId="{C4F20E0D-2BB1-4FFB-A1E5-62428237D7FB}" dt="2024-09-26T09:59:56.892" v="185" actId="20577"/>
          <ac:spMkLst>
            <pc:docMk/>
            <pc:sldMk cId="821531331" sldId="267"/>
            <ac:spMk id="3" creationId="{DF6805A2-C862-D56C-CDDA-CCB60B9A21FF}"/>
          </ac:spMkLst>
        </pc:spChg>
      </pc:sldChg>
    </pc:docChg>
  </pc:docChgLst>
  <pc:docChgLst>
    <pc:chgData name="Georges MATHIO" userId="S::georges.mathio@estia.fr::1057b68d-d9cf-4cd5-bc4c-3fe68ec33e97" providerId="AD" clId="Web-{36ED8768-8026-1B55-FA1B-B63F3BAF7377}"/>
    <pc:docChg chg="modSld">
      <pc:chgData name="Georges MATHIO" userId="S::georges.mathio@estia.fr::1057b68d-d9cf-4cd5-bc4c-3fe68ec33e97" providerId="AD" clId="Web-{36ED8768-8026-1B55-FA1B-B63F3BAF7377}" dt="2023-11-27T16:15:30.705" v="2" actId="20577"/>
      <pc:docMkLst>
        <pc:docMk/>
      </pc:docMkLst>
      <pc:sldChg chg="modSp">
        <pc:chgData name="Georges MATHIO" userId="S::georges.mathio@estia.fr::1057b68d-d9cf-4cd5-bc4c-3fe68ec33e97" providerId="AD" clId="Web-{36ED8768-8026-1B55-FA1B-B63F3BAF7377}" dt="2023-11-27T16:15:30.705" v="2" actId="20577"/>
        <pc:sldMkLst>
          <pc:docMk/>
          <pc:sldMk cId="2482283123" sldId="259"/>
        </pc:sldMkLst>
        <pc:spChg chg="mod">
          <ac:chgData name="Georges MATHIO" userId="S::georges.mathio@estia.fr::1057b68d-d9cf-4cd5-bc4c-3fe68ec33e97" providerId="AD" clId="Web-{36ED8768-8026-1B55-FA1B-B63F3BAF7377}" dt="2023-11-27T16:15:30.705" v="2" actId="20577"/>
          <ac:spMkLst>
            <pc:docMk/>
            <pc:sldMk cId="2482283123" sldId="259"/>
            <ac:spMk id="3" creationId="{B5620FEA-FA3C-B3F6-C2FC-F9D51C3D46CB}"/>
          </ac:spMkLst>
        </pc:spChg>
      </pc:sldChg>
    </pc:docChg>
  </pc:docChgLst>
  <pc:docChgLst>
    <pc:chgData name="Georges MATHIO" userId="1057b68d-d9cf-4cd5-bc4c-3fe68ec33e97" providerId="ADAL" clId="{424CC4A3-94C0-43E4-A801-8F92997663E9}"/>
    <pc:docChg chg="undo redo custSel addSld delSld modSld modMainMaster">
      <pc:chgData name="Georges MATHIO" userId="1057b68d-d9cf-4cd5-bc4c-3fe68ec33e97" providerId="ADAL" clId="{424CC4A3-94C0-43E4-A801-8F92997663E9}" dt="2024-08-27T07:03:38.654" v="2504" actId="20577"/>
      <pc:docMkLst>
        <pc:docMk/>
      </pc:docMkLst>
      <pc:sldChg chg="modSp mod">
        <pc:chgData name="Georges MATHIO" userId="1057b68d-d9cf-4cd5-bc4c-3fe68ec33e97" providerId="ADAL" clId="{424CC4A3-94C0-43E4-A801-8F92997663E9}" dt="2024-08-23T08:57:08.107" v="241" actId="14100"/>
        <pc:sldMkLst>
          <pc:docMk/>
          <pc:sldMk cId="2526593619" sldId="256"/>
        </pc:sldMkLst>
        <pc:spChg chg="mod">
          <ac:chgData name="Georges MATHIO" userId="1057b68d-d9cf-4cd5-bc4c-3fe68ec33e97" providerId="ADAL" clId="{424CC4A3-94C0-43E4-A801-8F92997663E9}" dt="2024-08-23T08:46:41.980" v="40" actId="20577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424CC4A3-94C0-43E4-A801-8F92997663E9}" dt="2024-08-23T08:57:08.107" v="241" actId="14100"/>
          <ac:spMkLst>
            <pc:docMk/>
            <pc:sldMk cId="2526593619" sldId="256"/>
            <ac:spMk id="3" creationId="{00000000-0000-0000-0000-000000000000}"/>
          </ac:spMkLst>
        </pc:spChg>
      </pc:sldChg>
      <pc:sldChg chg="addSp delSp modSp mod">
        <pc:chgData name="Georges MATHIO" userId="1057b68d-d9cf-4cd5-bc4c-3fe68ec33e97" providerId="ADAL" clId="{424CC4A3-94C0-43E4-A801-8F92997663E9}" dt="2024-08-26T14:55:14.249" v="1701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424CC4A3-94C0-43E4-A801-8F92997663E9}" dt="2024-08-26T13:27:37.973" v="256" actId="20577"/>
          <ac:spMkLst>
            <pc:docMk/>
            <pc:sldMk cId="1554076419" sldId="258"/>
            <ac:spMk id="2" creationId="{8AE1D70E-C040-1542-B36E-7DDF82084F61}"/>
          </ac:spMkLst>
        </pc:spChg>
        <pc:spChg chg="add mod">
          <ac:chgData name="Georges MATHIO" userId="1057b68d-d9cf-4cd5-bc4c-3fe68ec33e97" providerId="ADAL" clId="{424CC4A3-94C0-43E4-A801-8F92997663E9}" dt="2024-08-26T14:54:46.291" v="1629"/>
          <ac:spMkLst>
            <pc:docMk/>
            <pc:sldMk cId="1554076419" sldId="258"/>
            <ac:spMk id="3" creationId="{28C0A9F3-C74E-8D4C-12C9-FC5B0E07D0F8}"/>
          </ac:spMkLst>
        </pc:spChg>
        <pc:spChg chg="del">
          <ac:chgData name="Georges MATHIO" userId="1057b68d-d9cf-4cd5-bc4c-3fe68ec33e97" providerId="ADAL" clId="{424CC4A3-94C0-43E4-A801-8F92997663E9}" dt="2024-08-23T08:45:57.784" v="1" actId="478"/>
          <ac:spMkLst>
            <pc:docMk/>
            <pc:sldMk cId="1554076419" sldId="258"/>
            <ac:spMk id="4" creationId="{5185E7B7-BF77-8FA5-F450-22EF6CADB3AF}"/>
          </ac:spMkLst>
        </pc:spChg>
        <pc:spChg chg="del">
          <ac:chgData name="Georges MATHIO" userId="1057b68d-d9cf-4cd5-bc4c-3fe68ec33e97" providerId="ADAL" clId="{424CC4A3-94C0-43E4-A801-8F92997663E9}" dt="2024-08-23T08:46:06.806" v="8" actId="478"/>
          <ac:spMkLst>
            <pc:docMk/>
            <pc:sldMk cId="1554076419" sldId="258"/>
            <ac:spMk id="5" creationId="{EBC66D41-2824-5251-9360-B8C227F88DA6}"/>
          </ac:spMkLst>
        </pc:spChg>
        <pc:spChg chg="del">
          <ac:chgData name="Georges MATHIO" userId="1057b68d-d9cf-4cd5-bc4c-3fe68ec33e97" providerId="ADAL" clId="{424CC4A3-94C0-43E4-A801-8F92997663E9}" dt="2024-08-23T08:46:03.881" v="6" actId="478"/>
          <ac:spMkLst>
            <pc:docMk/>
            <pc:sldMk cId="1554076419" sldId="258"/>
            <ac:spMk id="6" creationId="{35FC96DA-A44D-A097-BC28-168510AB2271}"/>
          </ac:spMkLst>
        </pc:spChg>
        <pc:spChg chg="del">
          <ac:chgData name="Georges MATHIO" userId="1057b68d-d9cf-4cd5-bc4c-3fe68ec33e97" providerId="ADAL" clId="{424CC4A3-94C0-43E4-A801-8F92997663E9}" dt="2024-08-23T08:46:05.568" v="7" actId="478"/>
          <ac:spMkLst>
            <pc:docMk/>
            <pc:sldMk cId="1554076419" sldId="258"/>
            <ac:spMk id="7" creationId="{D0A8403C-5777-28EF-83D9-19F6822459A6}"/>
          </ac:spMkLst>
        </pc:spChg>
        <pc:spChg chg="mod">
          <ac:chgData name="Georges MATHIO" userId="1057b68d-d9cf-4cd5-bc4c-3fe68ec33e97" providerId="ADAL" clId="{424CC4A3-94C0-43E4-A801-8F92997663E9}" dt="2024-08-26T14:55:14.249" v="1701" actId="20577"/>
          <ac:spMkLst>
            <pc:docMk/>
            <pc:sldMk cId="1554076419" sldId="258"/>
            <ac:spMk id="8" creationId="{8C1BBF7E-EA70-9FE6-C90F-A1284432D1C6}"/>
          </ac:spMkLst>
        </pc:spChg>
        <pc:spChg chg="del">
          <ac:chgData name="Georges MATHIO" userId="1057b68d-d9cf-4cd5-bc4c-3fe68ec33e97" providerId="ADAL" clId="{424CC4A3-94C0-43E4-A801-8F92997663E9}" dt="2024-08-23T08:46:13.219" v="10" actId="478"/>
          <ac:spMkLst>
            <pc:docMk/>
            <pc:sldMk cId="1554076419" sldId="258"/>
            <ac:spMk id="11" creationId="{3538C984-96B3-4E9A-E4F7-3FC99AFA0885}"/>
          </ac:spMkLst>
        </pc:spChg>
        <pc:spChg chg="del mod">
          <ac:chgData name="Georges MATHIO" userId="1057b68d-d9cf-4cd5-bc4c-3fe68ec33e97" providerId="ADAL" clId="{424CC4A3-94C0-43E4-A801-8F92997663E9}" dt="2024-08-23T08:46:02.352" v="5" actId="478"/>
          <ac:spMkLst>
            <pc:docMk/>
            <pc:sldMk cId="1554076419" sldId="258"/>
            <ac:spMk id="15" creationId="{1685C597-34CB-D272-A180-F815DAC2AE2C}"/>
          </ac:spMkLst>
        </pc:spChg>
        <pc:spChg chg="del">
          <ac:chgData name="Georges MATHIO" userId="1057b68d-d9cf-4cd5-bc4c-3fe68ec33e97" providerId="ADAL" clId="{424CC4A3-94C0-43E4-A801-8F92997663E9}" dt="2024-08-23T08:46:11.891" v="9" actId="478"/>
          <ac:spMkLst>
            <pc:docMk/>
            <pc:sldMk cId="1554076419" sldId="258"/>
            <ac:spMk id="20" creationId="{39F9D3FD-D936-8011-4FE9-236D6D545DC8}"/>
          </ac:spMkLst>
        </pc:spChg>
        <pc:picChg chg="del">
          <ac:chgData name="Georges MATHIO" userId="1057b68d-d9cf-4cd5-bc4c-3fe68ec33e97" providerId="ADAL" clId="{424CC4A3-94C0-43E4-A801-8F92997663E9}" dt="2024-08-23T08:46:00.910" v="3" actId="478"/>
          <ac:picMkLst>
            <pc:docMk/>
            <pc:sldMk cId="1554076419" sldId="258"/>
            <ac:picMk id="14" creationId="{DCF32F33-6E31-C54F-B79D-7B935267ADE7}"/>
          </ac:picMkLst>
        </pc:picChg>
        <pc:picChg chg="del">
          <ac:chgData name="Georges MATHIO" userId="1057b68d-d9cf-4cd5-bc4c-3fe68ec33e97" providerId="ADAL" clId="{424CC4A3-94C0-43E4-A801-8F92997663E9}" dt="2024-08-23T08:45:58.392" v="2" actId="478"/>
          <ac:picMkLst>
            <pc:docMk/>
            <pc:sldMk cId="1554076419" sldId="258"/>
            <ac:picMk id="19" creationId="{532C8E65-911C-75A2-6761-FDED691BB28F}"/>
          </ac:picMkLst>
        </pc:picChg>
      </pc:sldChg>
      <pc:sldChg chg="modSp add mod">
        <pc:chgData name="Georges MATHIO" userId="1057b68d-d9cf-4cd5-bc4c-3fe68ec33e97" providerId="ADAL" clId="{424CC4A3-94C0-43E4-A801-8F92997663E9}" dt="2024-08-26T13:28:11.160" v="288" actId="20577"/>
        <pc:sldMkLst>
          <pc:docMk/>
          <pc:sldMk cId="698645210" sldId="259"/>
        </pc:sldMkLst>
        <pc:spChg chg="mod">
          <ac:chgData name="Georges MATHIO" userId="1057b68d-d9cf-4cd5-bc4c-3fe68ec33e97" providerId="ADAL" clId="{424CC4A3-94C0-43E4-A801-8F92997663E9}" dt="2024-08-26T13:28:11.160" v="288" actId="20577"/>
          <ac:spMkLst>
            <pc:docMk/>
            <pc:sldMk cId="698645210" sldId="259"/>
            <ac:spMk id="2" creationId="{8AE1D70E-C040-1542-B36E-7DDF82084F61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2482283123" sldId="259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19033476" sldId="260"/>
        </pc:sldMkLst>
      </pc:sldChg>
      <pc:sldChg chg="add del">
        <pc:chgData name="Georges MATHIO" userId="1057b68d-d9cf-4cd5-bc4c-3fe68ec33e97" providerId="ADAL" clId="{424CC4A3-94C0-43E4-A801-8F92997663E9}" dt="2024-08-26T13:28:20.346" v="290"/>
        <pc:sldMkLst>
          <pc:docMk/>
          <pc:sldMk cId="1988650519" sldId="260"/>
        </pc:sldMkLst>
      </pc:sldChg>
      <pc:sldChg chg="addSp modSp add mod">
        <pc:chgData name="Georges MATHIO" userId="1057b68d-d9cf-4cd5-bc4c-3fe68ec33e97" providerId="ADAL" clId="{424CC4A3-94C0-43E4-A801-8F92997663E9}" dt="2024-08-26T14:43:27.977" v="1001" actId="404"/>
        <pc:sldMkLst>
          <pc:docMk/>
          <pc:sldMk cId="2019018920" sldId="260"/>
        </pc:sldMkLst>
        <pc:spChg chg="mod">
          <ac:chgData name="Georges MATHIO" userId="1057b68d-d9cf-4cd5-bc4c-3fe68ec33e97" providerId="ADAL" clId="{424CC4A3-94C0-43E4-A801-8F92997663E9}" dt="2024-08-26T13:28:38.706" v="305" actId="20577"/>
          <ac:spMkLst>
            <pc:docMk/>
            <pc:sldMk cId="2019018920" sldId="260"/>
            <ac:spMk id="2" creationId="{8AE1D70E-C040-1542-B36E-7DDF82084F61}"/>
          </ac:spMkLst>
        </pc:spChg>
        <pc:spChg chg="add mod">
          <ac:chgData name="Georges MATHIO" userId="1057b68d-d9cf-4cd5-bc4c-3fe68ec33e97" providerId="ADAL" clId="{424CC4A3-94C0-43E4-A801-8F92997663E9}" dt="2024-08-26T14:43:27.977" v="1001" actId="404"/>
          <ac:spMkLst>
            <pc:docMk/>
            <pc:sldMk cId="2019018920" sldId="260"/>
            <ac:spMk id="4" creationId="{1B592B4A-DDE3-D9B2-8B96-0E6FC72E6FB2}"/>
          </ac:spMkLst>
        </pc:spChg>
        <pc:spChg chg="mod">
          <ac:chgData name="Georges MATHIO" userId="1057b68d-d9cf-4cd5-bc4c-3fe68ec33e97" providerId="ADAL" clId="{424CC4A3-94C0-43E4-A801-8F92997663E9}" dt="2024-08-26T13:47:33.411" v="513" actId="20577"/>
          <ac:spMkLst>
            <pc:docMk/>
            <pc:sldMk cId="2019018920" sldId="260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018468898" sldId="261"/>
        </pc:sldMkLst>
      </pc:sldChg>
      <pc:sldChg chg="modSp add mod">
        <pc:chgData name="Georges MATHIO" userId="1057b68d-d9cf-4cd5-bc4c-3fe68ec33e97" providerId="ADAL" clId="{424CC4A3-94C0-43E4-A801-8F92997663E9}" dt="2024-08-26T14:45:53.593" v="1249" actId="20577"/>
        <pc:sldMkLst>
          <pc:docMk/>
          <pc:sldMk cId="4161449416" sldId="261"/>
        </pc:sldMkLst>
        <pc:spChg chg="mod">
          <ac:chgData name="Georges MATHIO" userId="1057b68d-d9cf-4cd5-bc4c-3fe68ec33e97" providerId="ADAL" clId="{424CC4A3-94C0-43E4-A801-8F92997663E9}" dt="2024-08-26T13:48:18.155" v="552" actId="14100"/>
          <ac:spMkLst>
            <pc:docMk/>
            <pc:sldMk cId="4161449416" sldId="261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43:20.246" v="1000" actId="404"/>
          <ac:spMkLst>
            <pc:docMk/>
            <pc:sldMk cId="4161449416" sldId="261"/>
            <ac:spMk id="4" creationId="{1B592B4A-DDE3-D9B2-8B96-0E6FC72E6FB2}"/>
          </ac:spMkLst>
        </pc:spChg>
        <pc:spChg chg="mod">
          <ac:chgData name="Georges MATHIO" userId="1057b68d-d9cf-4cd5-bc4c-3fe68ec33e97" providerId="ADAL" clId="{424CC4A3-94C0-43E4-A801-8F92997663E9}" dt="2024-08-26T14:45:53.593" v="1249" actId="20577"/>
          <ac:spMkLst>
            <pc:docMk/>
            <pc:sldMk cId="4161449416" sldId="261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40622423" sldId="262"/>
        </pc:sldMkLst>
      </pc:sldChg>
      <pc:sldChg chg="modSp add mod">
        <pc:chgData name="Georges MATHIO" userId="1057b68d-d9cf-4cd5-bc4c-3fe68ec33e97" providerId="ADAL" clId="{424CC4A3-94C0-43E4-A801-8F92997663E9}" dt="2024-08-26T14:49:38.158" v="1525" actId="20577"/>
        <pc:sldMkLst>
          <pc:docMk/>
          <pc:sldMk cId="3587356529" sldId="262"/>
        </pc:sldMkLst>
        <pc:spChg chg="mod">
          <ac:chgData name="Georges MATHIO" userId="1057b68d-d9cf-4cd5-bc4c-3fe68ec33e97" providerId="ADAL" clId="{424CC4A3-94C0-43E4-A801-8F92997663E9}" dt="2024-08-26T14:46:57.592" v="1300" actId="20577"/>
          <ac:spMkLst>
            <pc:docMk/>
            <pc:sldMk cId="3587356529" sldId="262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49:38.158" v="1525" actId="20577"/>
          <ac:spMkLst>
            <pc:docMk/>
            <pc:sldMk cId="3587356529" sldId="262"/>
            <ac:spMk id="8" creationId="{8C1BBF7E-EA70-9FE6-C90F-A1284432D1C6}"/>
          </ac:spMkLst>
        </pc:spChg>
      </pc:sldChg>
      <pc:sldChg chg="modSp add mod">
        <pc:chgData name="Georges MATHIO" userId="1057b68d-d9cf-4cd5-bc4c-3fe68ec33e97" providerId="ADAL" clId="{424CC4A3-94C0-43E4-A801-8F92997663E9}" dt="2024-08-26T14:57:04.050" v="1875" actId="20577"/>
        <pc:sldMkLst>
          <pc:docMk/>
          <pc:sldMk cId="631768457" sldId="263"/>
        </pc:sldMkLst>
        <pc:spChg chg="mod">
          <ac:chgData name="Georges MATHIO" userId="1057b68d-d9cf-4cd5-bc4c-3fe68ec33e97" providerId="ADAL" clId="{424CC4A3-94C0-43E4-A801-8F92997663E9}" dt="2024-08-26T14:53:57.023" v="1552" actId="20577"/>
          <ac:spMkLst>
            <pc:docMk/>
            <pc:sldMk cId="631768457" sldId="263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57:04.050" v="1875" actId="20577"/>
          <ac:spMkLst>
            <pc:docMk/>
            <pc:sldMk cId="631768457" sldId="263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55700223" sldId="263"/>
        </pc:sldMkLst>
      </pc:sldChg>
      <pc:sldChg chg="modSp new mod">
        <pc:chgData name="Georges MATHIO" userId="1057b68d-d9cf-4cd5-bc4c-3fe68ec33e97" providerId="ADAL" clId="{424CC4A3-94C0-43E4-A801-8F92997663E9}" dt="2024-08-26T15:03:26.142" v="1990" actId="20577"/>
        <pc:sldMkLst>
          <pc:docMk/>
          <pc:sldMk cId="3585669407" sldId="264"/>
        </pc:sldMkLst>
        <pc:spChg chg="mod">
          <ac:chgData name="Georges MATHIO" userId="1057b68d-d9cf-4cd5-bc4c-3fe68ec33e97" providerId="ADAL" clId="{424CC4A3-94C0-43E4-A801-8F92997663E9}" dt="2024-08-26T15:02:42.067" v="1900" actId="20577"/>
          <ac:spMkLst>
            <pc:docMk/>
            <pc:sldMk cId="3585669407" sldId="264"/>
            <ac:spMk id="2" creationId="{4B9CE9B4-22C2-D0D1-22E3-996C300FC99A}"/>
          </ac:spMkLst>
        </pc:spChg>
        <pc:spChg chg="mod">
          <ac:chgData name="Georges MATHIO" userId="1057b68d-d9cf-4cd5-bc4c-3fe68ec33e97" providerId="ADAL" clId="{424CC4A3-94C0-43E4-A801-8F92997663E9}" dt="2024-08-26T15:03:26.142" v="1990" actId="20577"/>
          <ac:spMkLst>
            <pc:docMk/>
            <pc:sldMk cId="3585669407" sldId="264"/>
            <ac:spMk id="3" creationId="{562509FB-3375-6A4D-FF92-5EB987E5EE04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4167943880" sldId="264"/>
        </pc:sldMkLst>
      </pc:sldChg>
      <pc:sldChg chg="modSp add mod">
        <pc:chgData name="Georges MATHIO" userId="1057b68d-d9cf-4cd5-bc4c-3fe68ec33e97" providerId="ADAL" clId="{424CC4A3-94C0-43E4-A801-8F92997663E9}" dt="2024-08-26T15:11:40.995" v="2295" actId="5793"/>
        <pc:sldMkLst>
          <pc:docMk/>
          <pc:sldMk cId="2440634833" sldId="265"/>
        </pc:sldMkLst>
        <pc:spChg chg="mod">
          <ac:chgData name="Georges MATHIO" userId="1057b68d-d9cf-4cd5-bc4c-3fe68ec33e97" providerId="ADAL" clId="{424CC4A3-94C0-43E4-A801-8F92997663E9}" dt="2024-08-26T15:03:48.845" v="2009" actId="20577"/>
          <ac:spMkLst>
            <pc:docMk/>
            <pc:sldMk cId="2440634833" sldId="265"/>
            <ac:spMk id="2" creationId="{4B9CE9B4-22C2-D0D1-22E3-996C300FC99A}"/>
          </ac:spMkLst>
        </pc:spChg>
        <pc:spChg chg="mod">
          <ac:chgData name="Georges MATHIO" userId="1057b68d-d9cf-4cd5-bc4c-3fe68ec33e97" providerId="ADAL" clId="{424CC4A3-94C0-43E4-A801-8F92997663E9}" dt="2024-08-26T15:11:40.995" v="2295" actId="5793"/>
          <ac:spMkLst>
            <pc:docMk/>
            <pc:sldMk cId="2440634833" sldId="265"/>
            <ac:spMk id="3" creationId="{562509FB-3375-6A4D-FF92-5EB987E5EE04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870140485" sldId="265"/>
        </pc:sldMkLst>
      </pc:sldChg>
      <pc:sldChg chg="modSp new mod">
        <pc:chgData name="Georges MATHIO" userId="1057b68d-d9cf-4cd5-bc4c-3fe68ec33e97" providerId="ADAL" clId="{424CC4A3-94C0-43E4-A801-8F92997663E9}" dt="2024-08-26T15:12:55.657" v="2414" actId="20577"/>
        <pc:sldMkLst>
          <pc:docMk/>
          <pc:sldMk cId="1447089258" sldId="266"/>
        </pc:sldMkLst>
        <pc:spChg chg="mod">
          <ac:chgData name="Georges MATHIO" userId="1057b68d-d9cf-4cd5-bc4c-3fe68ec33e97" providerId="ADAL" clId="{424CC4A3-94C0-43E4-A801-8F92997663E9}" dt="2024-08-26T15:11:55.873" v="2319" actId="20577"/>
          <ac:spMkLst>
            <pc:docMk/>
            <pc:sldMk cId="1447089258" sldId="266"/>
            <ac:spMk id="2" creationId="{682D4D2C-FCC1-E2D0-433D-C04CA78A746B}"/>
          </ac:spMkLst>
        </pc:spChg>
        <pc:spChg chg="mod">
          <ac:chgData name="Georges MATHIO" userId="1057b68d-d9cf-4cd5-bc4c-3fe68ec33e97" providerId="ADAL" clId="{424CC4A3-94C0-43E4-A801-8F92997663E9}" dt="2024-08-26T15:12:55.657" v="2414" actId="20577"/>
          <ac:spMkLst>
            <pc:docMk/>
            <pc:sldMk cId="1447089258" sldId="266"/>
            <ac:spMk id="3" creationId="{5545E4FC-79EF-1577-7D6D-21CFB511159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87403360" sldId="266"/>
        </pc:sldMkLst>
      </pc:sldChg>
      <pc:sldChg chg="modSp new mod">
        <pc:chgData name="Georges MATHIO" userId="1057b68d-d9cf-4cd5-bc4c-3fe68ec33e97" providerId="ADAL" clId="{424CC4A3-94C0-43E4-A801-8F92997663E9}" dt="2024-08-27T07:03:38.654" v="2504" actId="20577"/>
        <pc:sldMkLst>
          <pc:docMk/>
          <pc:sldMk cId="3988114519" sldId="267"/>
        </pc:sldMkLst>
        <pc:spChg chg="mod">
          <ac:chgData name="Georges MATHIO" userId="1057b68d-d9cf-4cd5-bc4c-3fe68ec33e97" providerId="ADAL" clId="{424CC4A3-94C0-43E4-A801-8F92997663E9}" dt="2024-08-26T15:13:46.344" v="2494" actId="20577"/>
          <ac:spMkLst>
            <pc:docMk/>
            <pc:sldMk cId="3988114519" sldId="267"/>
            <ac:spMk id="2" creationId="{B51FBBAB-DC1E-B2C0-C211-2F7122862320}"/>
          </ac:spMkLst>
        </pc:spChg>
        <pc:spChg chg="mod">
          <ac:chgData name="Georges MATHIO" userId="1057b68d-d9cf-4cd5-bc4c-3fe68ec33e97" providerId="ADAL" clId="{424CC4A3-94C0-43E4-A801-8F92997663E9}" dt="2024-08-27T07:03:38.654" v="2504" actId="20577"/>
          <ac:spMkLst>
            <pc:docMk/>
            <pc:sldMk cId="3988114519" sldId="267"/>
            <ac:spMk id="3" creationId="{EE484CE1-CF8F-90DE-E23F-C3FC92DA6BE9}"/>
          </ac:spMkLst>
        </pc:spChg>
      </pc:sldChg>
      <pc:sldMasterChg chg="addSp delSp modSp mod modSldLayout">
        <pc:chgData name="Georges MATHIO" userId="1057b68d-d9cf-4cd5-bc4c-3fe68ec33e97" providerId="ADAL" clId="{424CC4A3-94C0-43E4-A801-8F92997663E9}" dt="2024-08-23T08:56:45.269" v="239"/>
        <pc:sldMasterMkLst>
          <pc:docMk/>
          <pc:sldMasterMk cId="0" sldId="2147483648"/>
        </pc:sldMasterMkLst>
        <pc:spChg chg="mod">
          <ac:chgData name="Georges MATHIO" userId="1057b68d-d9cf-4cd5-bc4c-3fe68ec33e97" providerId="ADAL" clId="{424CC4A3-94C0-43E4-A801-8F92997663E9}" dt="2024-08-23T08:48:36.644" v="89" actId="14100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Georges MATHIO" userId="1057b68d-d9cf-4cd5-bc4c-3fe68ec33e97" providerId="ADAL" clId="{424CC4A3-94C0-43E4-A801-8F92997663E9}" dt="2024-08-23T08:52:49.362" v="111" actId="242"/>
          <ac:spMkLst>
            <pc:docMk/>
            <pc:sldMasterMk cId="0" sldId="2147483648"/>
            <ac:spMk id="3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4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5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6" creationId="{00000000-0000-0000-0000-000000000000}"/>
          </ac:spMkLst>
        </pc:spChg>
        <pc:picChg chg="add del mod">
          <ac:chgData name="Georges MATHIO" userId="1057b68d-d9cf-4cd5-bc4c-3fe68ec33e97" providerId="ADAL" clId="{424CC4A3-94C0-43E4-A801-8F92997663E9}" dt="2024-08-23T08:53:53.387" v="168" actId="478"/>
          <ac:picMkLst>
            <pc:docMk/>
            <pc:sldMasterMk cId="0" sldId="2147483648"/>
            <ac:picMk id="8" creationId="{0F51C33F-AA97-9554-C008-370ACF36E71F}"/>
          </ac:picMkLst>
        </pc:picChg>
        <pc:picChg chg="add del mod">
          <ac:chgData name="Georges MATHIO" userId="1057b68d-d9cf-4cd5-bc4c-3fe68ec33e97" providerId="ADAL" clId="{424CC4A3-94C0-43E4-A801-8F92997663E9}" dt="2024-08-23T08:53:52.669" v="167" actId="478"/>
          <ac:picMkLst>
            <pc:docMk/>
            <pc:sldMasterMk cId="0" sldId="2147483648"/>
            <ac:picMk id="10" creationId="{E064BDF9-A4F4-E395-C863-B08AC5761598}"/>
          </ac:picMkLst>
        </pc:picChg>
        <pc:picChg chg="add del mod">
          <ac:chgData name="Georges MATHIO" userId="1057b68d-d9cf-4cd5-bc4c-3fe68ec33e97" providerId="ADAL" clId="{424CC4A3-94C0-43E4-A801-8F92997663E9}" dt="2024-08-23T08:53:54.062" v="169" actId="478"/>
          <ac:picMkLst>
            <pc:docMk/>
            <pc:sldMasterMk cId="0" sldId="2147483648"/>
            <ac:picMk id="11" creationId="{154E8207-70F1-A47D-4832-0363BB96D820}"/>
          </ac:picMkLst>
        </pc:picChg>
        <pc:picChg chg="add del mod">
          <ac:chgData name="Georges MATHIO" userId="1057b68d-d9cf-4cd5-bc4c-3fe68ec33e97" providerId="ADAL" clId="{424CC4A3-94C0-43E4-A801-8F92997663E9}" dt="2024-08-23T08:54:00.618" v="185" actId="478"/>
          <ac:picMkLst>
            <pc:docMk/>
            <pc:sldMasterMk cId="0" sldId="2147483648"/>
            <ac:picMk id="12" creationId="{6BEE9CDA-72BD-2F9C-5B70-1E0E9D709902}"/>
          </ac:picMkLst>
        </pc:picChg>
        <pc:picChg chg="add del mod">
          <ac:chgData name="Georges MATHIO" userId="1057b68d-d9cf-4cd5-bc4c-3fe68ec33e97" providerId="ADAL" clId="{424CC4A3-94C0-43E4-A801-8F92997663E9}" dt="2024-08-23T08:54:00.367" v="184" actId="478"/>
          <ac:picMkLst>
            <pc:docMk/>
            <pc:sldMasterMk cId="0" sldId="2147483648"/>
            <ac:picMk id="13" creationId="{C4F116F8-1C5F-2478-CF28-0D3810A2C0BF}"/>
          </ac:picMkLst>
        </pc:picChg>
        <pc:picChg chg="add del mod">
          <ac:chgData name="Georges MATHIO" userId="1057b68d-d9cf-4cd5-bc4c-3fe68ec33e97" providerId="ADAL" clId="{424CC4A3-94C0-43E4-A801-8F92997663E9}" dt="2024-08-23T08:54:00.115" v="183" actId="478"/>
          <ac:picMkLst>
            <pc:docMk/>
            <pc:sldMasterMk cId="0" sldId="2147483648"/>
            <ac:picMk id="14" creationId="{3B315E94-0EE6-264A-0C80-15892819303C}"/>
          </ac:picMkLst>
        </pc:picChg>
        <pc:picChg chg="add del mod">
          <ac:chgData name="Georges MATHIO" userId="1057b68d-d9cf-4cd5-bc4c-3fe68ec33e97" providerId="ADAL" clId="{424CC4A3-94C0-43E4-A801-8F92997663E9}" dt="2024-08-23T08:53:59.872" v="182" actId="478"/>
          <ac:picMkLst>
            <pc:docMk/>
            <pc:sldMasterMk cId="0" sldId="2147483648"/>
            <ac:picMk id="15" creationId="{C7BE079D-D6E8-D758-B4D8-609C8926028F}"/>
          </ac:picMkLst>
        </pc:picChg>
        <pc:picChg chg="add del mod">
          <ac:chgData name="Georges MATHIO" userId="1057b68d-d9cf-4cd5-bc4c-3fe68ec33e97" providerId="ADAL" clId="{424CC4A3-94C0-43E4-A801-8F92997663E9}" dt="2024-08-23T08:53:59.620" v="181" actId="478"/>
          <ac:picMkLst>
            <pc:docMk/>
            <pc:sldMasterMk cId="0" sldId="2147483648"/>
            <ac:picMk id="16" creationId="{9D10609D-E47A-E211-4A44-1BD9C19420F3}"/>
          </ac:picMkLst>
        </pc:picChg>
        <pc:picChg chg="add del mod">
          <ac:chgData name="Georges MATHIO" userId="1057b68d-d9cf-4cd5-bc4c-3fe68ec33e97" providerId="ADAL" clId="{424CC4A3-94C0-43E4-A801-8F92997663E9}" dt="2024-08-23T08:53:59.361" v="180" actId="478"/>
          <ac:picMkLst>
            <pc:docMk/>
            <pc:sldMasterMk cId="0" sldId="2147483648"/>
            <ac:picMk id="17" creationId="{9848AACD-3448-AA2C-D3B6-D19CD662C1C5}"/>
          </ac:picMkLst>
        </pc:picChg>
        <pc:picChg chg="add del mod">
          <ac:chgData name="Georges MATHIO" userId="1057b68d-d9cf-4cd5-bc4c-3fe68ec33e97" providerId="ADAL" clId="{424CC4A3-94C0-43E4-A801-8F92997663E9}" dt="2024-08-23T08:53:59.086" v="179" actId="478"/>
          <ac:picMkLst>
            <pc:docMk/>
            <pc:sldMasterMk cId="0" sldId="2147483648"/>
            <ac:picMk id="18" creationId="{CD9274E4-FE25-816F-EF9C-8F159E4B7A06}"/>
          </ac:picMkLst>
        </pc:picChg>
        <pc:picChg chg="add del mod">
          <ac:chgData name="Georges MATHIO" userId="1057b68d-d9cf-4cd5-bc4c-3fe68ec33e97" providerId="ADAL" clId="{424CC4A3-94C0-43E4-A801-8F92997663E9}" dt="2024-08-23T08:53:58.811" v="178" actId="478"/>
          <ac:picMkLst>
            <pc:docMk/>
            <pc:sldMasterMk cId="0" sldId="2147483648"/>
            <ac:picMk id="19" creationId="{211322F9-76E5-3C52-5BBB-06779E1281BA}"/>
          </ac:picMkLst>
        </pc:picChg>
        <pc:picChg chg="add del mod">
          <ac:chgData name="Georges MATHIO" userId="1057b68d-d9cf-4cd5-bc4c-3fe68ec33e97" providerId="ADAL" clId="{424CC4A3-94C0-43E4-A801-8F92997663E9}" dt="2024-08-23T08:53:58.565" v="177" actId="478"/>
          <ac:picMkLst>
            <pc:docMk/>
            <pc:sldMasterMk cId="0" sldId="2147483648"/>
            <ac:picMk id="20" creationId="{67FBDBD6-A2EE-714F-E67B-EBB279EAAB6B}"/>
          </ac:picMkLst>
        </pc:picChg>
        <pc:picChg chg="add del mod">
          <ac:chgData name="Georges MATHIO" userId="1057b68d-d9cf-4cd5-bc4c-3fe68ec33e97" providerId="ADAL" clId="{424CC4A3-94C0-43E4-A801-8F92997663E9}" dt="2024-08-23T08:53:58.270" v="176" actId="478"/>
          <ac:picMkLst>
            <pc:docMk/>
            <pc:sldMasterMk cId="0" sldId="2147483648"/>
            <ac:picMk id="21" creationId="{42AD6290-1316-6813-34FF-E1C9D9077900}"/>
          </ac:picMkLst>
        </pc:picChg>
        <pc:picChg chg="add del mod">
          <ac:chgData name="Georges MATHIO" userId="1057b68d-d9cf-4cd5-bc4c-3fe68ec33e97" providerId="ADAL" clId="{424CC4A3-94C0-43E4-A801-8F92997663E9}" dt="2024-08-23T08:53:58.040" v="175" actId="478"/>
          <ac:picMkLst>
            <pc:docMk/>
            <pc:sldMasterMk cId="0" sldId="2147483648"/>
            <ac:picMk id="22" creationId="{5A50F741-28CB-9C4D-B5EB-773CFF34A906}"/>
          </ac:picMkLst>
        </pc:picChg>
        <pc:picChg chg="add del mod">
          <ac:chgData name="Georges MATHIO" userId="1057b68d-d9cf-4cd5-bc4c-3fe68ec33e97" providerId="ADAL" clId="{424CC4A3-94C0-43E4-A801-8F92997663E9}" dt="2024-08-23T08:53:55.122" v="170" actId="478"/>
          <ac:picMkLst>
            <pc:docMk/>
            <pc:sldMasterMk cId="0" sldId="2147483648"/>
            <ac:picMk id="23" creationId="{46561F19-5383-6157-7D81-19F51E506E53}"/>
          </ac:picMkLst>
        </pc:picChg>
        <pc:picChg chg="add del mod">
          <ac:chgData name="Georges MATHIO" userId="1057b68d-d9cf-4cd5-bc4c-3fe68ec33e97" providerId="ADAL" clId="{424CC4A3-94C0-43E4-A801-8F92997663E9}" dt="2024-08-23T08:53:57.732" v="174" actId="478"/>
          <ac:picMkLst>
            <pc:docMk/>
            <pc:sldMasterMk cId="0" sldId="2147483648"/>
            <ac:picMk id="24" creationId="{CB54F99D-DB95-38D6-F8D7-D3BB9F681E53}"/>
          </ac:picMkLst>
        </pc:picChg>
        <pc:picChg chg="add del mod">
          <ac:chgData name="Georges MATHIO" userId="1057b68d-d9cf-4cd5-bc4c-3fe68ec33e97" providerId="ADAL" clId="{424CC4A3-94C0-43E4-A801-8F92997663E9}" dt="2024-08-23T08:53:57.446" v="173" actId="478"/>
          <ac:picMkLst>
            <pc:docMk/>
            <pc:sldMasterMk cId="0" sldId="2147483648"/>
            <ac:picMk id="25" creationId="{09D11005-3436-9F92-91A1-159495BD09EA}"/>
          </ac:picMkLst>
        </pc:picChg>
        <pc:picChg chg="add del mod">
          <ac:chgData name="Georges MATHIO" userId="1057b68d-d9cf-4cd5-bc4c-3fe68ec33e97" providerId="ADAL" clId="{424CC4A3-94C0-43E4-A801-8F92997663E9}" dt="2024-08-23T08:53:57.076" v="172" actId="478"/>
          <ac:picMkLst>
            <pc:docMk/>
            <pc:sldMasterMk cId="0" sldId="2147483648"/>
            <ac:picMk id="26" creationId="{026A7858-07DF-3C22-305B-D9020CC4D0D0}"/>
          </ac:picMkLst>
        </pc:picChg>
        <pc:picChg chg="add del mod">
          <ac:chgData name="Georges MATHIO" userId="1057b68d-d9cf-4cd5-bc4c-3fe68ec33e97" providerId="ADAL" clId="{424CC4A3-94C0-43E4-A801-8F92997663E9}" dt="2024-08-23T08:53:56.606" v="171" actId="478"/>
          <ac:picMkLst>
            <pc:docMk/>
            <pc:sldMasterMk cId="0" sldId="2147483648"/>
            <ac:picMk id="27" creationId="{67E9D7AA-9F28-70C0-63EF-6A7FA42295F3}"/>
          </ac:picMkLst>
        </pc:picChg>
        <pc:picChg chg="add del mod">
          <ac:chgData name="Georges MATHIO" userId="1057b68d-d9cf-4cd5-bc4c-3fe68ec33e97" providerId="ADAL" clId="{424CC4A3-94C0-43E4-A801-8F92997663E9}" dt="2024-08-23T08:54:07.272" v="201" actId="478"/>
          <ac:picMkLst>
            <pc:docMk/>
            <pc:sldMasterMk cId="0" sldId="2147483648"/>
            <ac:picMk id="28" creationId="{B67C7EC4-0E3D-EE58-E079-688E10495508}"/>
          </ac:picMkLst>
        </pc:picChg>
        <pc:picChg chg="add del mod">
          <ac:chgData name="Georges MATHIO" userId="1057b68d-d9cf-4cd5-bc4c-3fe68ec33e97" providerId="ADAL" clId="{424CC4A3-94C0-43E4-A801-8F92997663E9}" dt="2024-08-23T08:54:06.979" v="200" actId="478"/>
          <ac:picMkLst>
            <pc:docMk/>
            <pc:sldMasterMk cId="0" sldId="2147483648"/>
            <ac:picMk id="29" creationId="{5F051A44-0031-11D9-3A39-7C72B34CDFF0}"/>
          </ac:picMkLst>
        </pc:picChg>
        <pc:picChg chg="add del mod">
          <ac:chgData name="Georges MATHIO" userId="1057b68d-d9cf-4cd5-bc4c-3fe68ec33e97" providerId="ADAL" clId="{424CC4A3-94C0-43E4-A801-8F92997663E9}" dt="2024-08-23T08:54:06.732" v="199" actId="478"/>
          <ac:picMkLst>
            <pc:docMk/>
            <pc:sldMasterMk cId="0" sldId="2147483648"/>
            <ac:picMk id="30" creationId="{4283C224-2784-07AD-3A22-F367ED1D6D28}"/>
          </ac:picMkLst>
        </pc:picChg>
        <pc:picChg chg="add del mod">
          <ac:chgData name="Georges MATHIO" userId="1057b68d-d9cf-4cd5-bc4c-3fe68ec33e97" providerId="ADAL" clId="{424CC4A3-94C0-43E4-A801-8F92997663E9}" dt="2024-08-23T08:54:06.461" v="198" actId="478"/>
          <ac:picMkLst>
            <pc:docMk/>
            <pc:sldMasterMk cId="0" sldId="2147483648"/>
            <ac:picMk id="31" creationId="{274C6931-467F-A9B2-C382-BF8027150F50}"/>
          </ac:picMkLst>
        </pc:picChg>
        <pc:picChg chg="add del mod">
          <ac:chgData name="Georges MATHIO" userId="1057b68d-d9cf-4cd5-bc4c-3fe68ec33e97" providerId="ADAL" clId="{424CC4A3-94C0-43E4-A801-8F92997663E9}" dt="2024-08-23T08:54:06.190" v="197" actId="478"/>
          <ac:picMkLst>
            <pc:docMk/>
            <pc:sldMasterMk cId="0" sldId="2147483648"/>
            <ac:picMk id="32" creationId="{94EA0710-D4C3-1277-8988-5F65B803C00F}"/>
          </ac:picMkLst>
        </pc:picChg>
        <pc:picChg chg="add del mod">
          <ac:chgData name="Georges MATHIO" userId="1057b68d-d9cf-4cd5-bc4c-3fe68ec33e97" providerId="ADAL" clId="{424CC4A3-94C0-43E4-A801-8F92997663E9}" dt="2024-08-23T08:54:05.919" v="196" actId="478"/>
          <ac:picMkLst>
            <pc:docMk/>
            <pc:sldMasterMk cId="0" sldId="2147483648"/>
            <ac:picMk id="33" creationId="{6CA6952E-BA27-529B-B34B-0EF9917416B8}"/>
          </ac:picMkLst>
        </pc:picChg>
        <pc:picChg chg="add del mod">
          <ac:chgData name="Georges MATHIO" userId="1057b68d-d9cf-4cd5-bc4c-3fe68ec33e97" providerId="ADAL" clId="{424CC4A3-94C0-43E4-A801-8F92997663E9}" dt="2024-08-23T08:54:05.648" v="195" actId="478"/>
          <ac:picMkLst>
            <pc:docMk/>
            <pc:sldMasterMk cId="0" sldId="2147483648"/>
            <ac:picMk id="34" creationId="{88F17029-6F81-AAD7-06B7-664D92F0F2CE}"/>
          </ac:picMkLst>
        </pc:picChg>
        <pc:picChg chg="add del mod">
          <ac:chgData name="Georges MATHIO" userId="1057b68d-d9cf-4cd5-bc4c-3fe68ec33e97" providerId="ADAL" clId="{424CC4A3-94C0-43E4-A801-8F92997663E9}" dt="2024-08-23T08:54:05.358" v="194" actId="478"/>
          <ac:picMkLst>
            <pc:docMk/>
            <pc:sldMasterMk cId="0" sldId="2147483648"/>
            <ac:picMk id="35" creationId="{1E1B1913-FF9A-4DA3-A5E0-7F8C663045C5}"/>
          </ac:picMkLst>
        </pc:picChg>
        <pc:picChg chg="add del mod">
          <ac:chgData name="Georges MATHIO" userId="1057b68d-d9cf-4cd5-bc4c-3fe68ec33e97" providerId="ADAL" clId="{424CC4A3-94C0-43E4-A801-8F92997663E9}" dt="2024-08-23T08:54:04.977" v="193" actId="478"/>
          <ac:picMkLst>
            <pc:docMk/>
            <pc:sldMasterMk cId="0" sldId="2147483648"/>
            <ac:picMk id="36" creationId="{2ED2B59A-2077-4BC7-11E2-4C338F5FC8FA}"/>
          </ac:picMkLst>
        </pc:picChg>
        <pc:picChg chg="add del mod">
          <ac:chgData name="Georges MATHIO" userId="1057b68d-d9cf-4cd5-bc4c-3fe68ec33e97" providerId="ADAL" clId="{424CC4A3-94C0-43E4-A801-8F92997663E9}" dt="2024-08-23T08:54:04.164" v="192" actId="478"/>
          <ac:picMkLst>
            <pc:docMk/>
            <pc:sldMasterMk cId="0" sldId="2147483648"/>
            <ac:picMk id="37" creationId="{0E98A1CE-E44A-861C-A80C-F29DBC0824D3}"/>
          </ac:picMkLst>
        </pc:picChg>
        <pc:picChg chg="add del mod">
          <ac:chgData name="Georges MATHIO" userId="1057b68d-d9cf-4cd5-bc4c-3fe68ec33e97" providerId="ADAL" clId="{424CC4A3-94C0-43E4-A801-8F92997663E9}" dt="2024-08-23T08:54:03.828" v="191" actId="478"/>
          <ac:picMkLst>
            <pc:docMk/>
            <pc:sldMasterMk cId="0" sldId="2147483648"/>
            <ac:picMk id="38" creationId="{3CD13574-17EE-A682-2644-0972E83B1515}"/>
          </ac:picMkLst>
        </pc:picChg>
        <pc:picChg chg="add del mod">
          <ac:chgData name="Georges MATHIO" userId="1057b68d-d9cf-4cd5-bc4c-3fe68ec33e97" providerId="ADAL" clId="{424CC4A3-94C0-43E4-A801-8F92997663E9}" dt="2024-08-23T08:54:03.580" v="190" actId="478"/>
          <ac:picMkLst>
            <pc:docMk/>
            <pc:sldMasterMk cId="0" sldId="2147483648"/>
            <ac:picMk id="39" creationId="{7CAABB4E-3A63-6357-C264-2473528BF185}"/>
          </ac:picMkLst>
        </pc:picChg>
        <pc:picChg chg="add del mod">
          <ac:chgData name="Georges MATHIO" userId="1057b68d-d9cf-4cd5-bc4c-3fe68ec33e97" providerId="ADAL" clId="{424CC4A3-94C0-43E4-A801-8F92997663E9}" dt="2024-08-23T08:54:03.332" v="189" actId="478"/>
          <ac:picMkLst>
            <pc:docMk/>
            <pc:sldMasterMk cId="0" sldId="2147483648"/>
            <ac:picMk id="40" creationId="{07ACCEDF-F56D-1F67-B1E4-83ED2BAADE31}"/>
          </ac:picMkLst>
        </pc:picChg>
        <pc:picChg chg="add del mod">
          <ac:chgData name="Georges MATHIO" userId="1057b68d-d9cf-4cd5-bc4c-3fe68ec33e97" providerId="ADAL" clId="{424CC4A3-94C0-43E4-A801-8F92997663E9}" dt="2024-08-23T08:54:03.089" v="188" actId="478"/>
          <ac:picMkLst>
            <pc:docMk/>
            <pc:sldMasterMk cId="0" sldId="2147483648"/>
            <ac:picMk id="41" creationId="{3D50217C-35C2-8309-4957-0EACABFD3767}"/>
          </ac:picMkLst>
        </pc:picChg>
        <pc:picChg chg="add del mod">
          <ac:chgData name="Georges MATHIO" userId="1057b68d-d9cf-4cd5-bc4c-3fe68ec33e97" providerId="ADAL" clId="{424CC4A3-94C0-43E4-A801-8F92997663E9}" dt="2024-08-23T08:54:02.837" v="187" actId="478"/>
          <ac:picMkLst>
            <pc:docMk/>
            <pc:sldMasterMk cId="0" sldId="2147483648"/>
            <ac:picMk id="42" creationId="{AAE4F9C7-009E-C5B0-C595-F669719749D3}"/>
          </ac:picMkLst>
        </pc:picChg>
        <pc:picChg chg="add del mod">
          <ac:chgData name="Georges MATHIO" userId="1057b68d-d9cf-4cd5-bc4c-3fe68ec33e97" providerId="ADAL" clId="{424CC4A3-94C0-43E4-A801-8F92997663E9}" dt="2024-08-23T08:54:02.502" v="186" actId="478"/>
          <ac:picMkLst>
            <pc:docMk/>
            <pc:sldMasterMk cId="0" sldId="2147483648"/>
            <ac:picMk id="43" creationId="{8CA3CD9D-4B55-DFFA-FB64-A225DEFE5AAA}"/>
          </ac:picMkLst>
        </pc:picChg>
        <pc:picChg chg="add del mod">
          <ac:chgData name="Georges MATHIO" userId="1057b68d-d9cf-4cd5-bc4c-3fe68ec33e97" providerId="ADAL" clId="{424CC4A3-94C0-43E4-A801-8F92997663E9}" dt="2024-08-23T08:54:20.481" v="203" actId="478"/>
          <ac:picMkLst>
            <pc:docMk/>
            <pc:sldMasterMk cId="0" sldId="2147483648"/>
            <ac:picMk id="44" creationId="{76F20058-CB51-9BCF-66D8-A69D0CBA05A1}"/>
          </ac:picMkLst>
        </pc:picChg>
        <pc:picChg chg="add del mod">
          <ac:chgData name="Georges MATHIO" userId="1057b68d-d9cf-4cd5-bc4c-3fe68ec33e97" providerId="ADAL" clId="{424CC4A3-94C0-43E4-A801-8F92997663E9}" dt="2024-08-23T08:54:52.855" v="208" actId="478"/>
          <ac:picMkLst>
            <pc:docMk/>
            <pc:sldMasterMk cId="0" sldId="2147483648"/>
            <ac:picMk id="45" creationId="{29CC7BCC-8F9F-1BF5-23DC-3A37AC4A54C0}"/>
          </ac:picMkLst>
        </pc:picChg>
        <pc:sldLayoutChg chg="addSp delSp modSp mod">
          <pc:chgData name="Georges MATHIO" userId="1057b68d-d9cf-4cd5-bc4c-3fe68ec33e97" providerId="ADAL" clId="{424CC4A3-94C0-43E4-A801-8F92997663E9}" dt="2024-08-23T08:56:34.014" v="236" actId="478"/>
          <pc:sldLayoutMkLst>
            <pc:docMk/>
            <pc:sldMasterMk cId="0" sldId="2147483648"/>
            <pc:sldLayoutMk cId="0" sldId="2147483649"/>
          </pc:sldLayoutMkLst>
          <pc:spChg chg="add del">
            <ac:chgData name="Georges MATHIO" userId="1057b68d-d9cf-4cd5-bc4c-3fe68ec33e97" providerId="ADAL" clId="{424CC4A3-94C0-43E4-A801-8F92997663E9}" dt="2024-08-23T08:52:58.450" v="127" actId="478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2:52.399" v="116" actId="478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793" v="235" actId="478"/>
            <ac:spMkLst>
              <pc:docMk/>
              <pc:sldMasterMk cId="0" sldId="2147483648"/>
              <pc:sldLayoutMk cId="0" sldId="2147483649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589" v="234" actId="478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  <pc:spChg chg="add del mod">
            <ac:chgData name="Georges MATHIO" userId="1057b68d-d9cf-4cd5-bc4c-3fe68ec33e97" providerId="ADAL" clId="{424CC4A3-94C0-43E4-A801-8F92997663E9}" dt="2024-08-23T08:56:34.014" v="236" actId="478"/>
            <ac:spMkLst>
              <pc:docMk/>
              <pc:sldMasterMk cId="0" sldId="2147483648"/>
              <pc:sldLayoutMk cId="0" sldId="2147483649"/>
              <ac:spMk id="6" creationId="{00000000-0000-0000-0000-000000000000}"/>
            </ac:spMkLst>
          </pc:spChg>
          <pc:picChg chg="add del">
            <ac:chgData name="Georges MATHIO" userId="1057b68d-d9cf-4cd5-bc4c-3fe68ec33e97" providerId="ADAL" clId="{424CC4A3-94C0-43E4-A801-8F92997663E9}" dt="2024-08-23T08:53:44.237" v="166" actId="478"/>
            <ac:picMkLst>
              <pc:docMk/>
              <pc:sldMasterMk cId="0" sldId="2147483648"/>
              <pc:sldLayoutMk cId="0" sldId="2147483649"/>
              <ac:picMk id="7" creationId="{00000000-0000-0000-0000-000000000000}"/>
            </ac:picMkLst>
          </pc:picChg>
          <pc:picChg chg="add mod ord">
            <ac:chgData name="Georges MATHIO" userId="1057b68d-d9cf-4cd5-bc4c-3fe68ec33e97" providerId="ADAL" clId="{424CC4A3-94C0-43E4-A801-8F92997663E9}" dt="2024-08-23T08:56:33.184" v="232" actId="167"/>
            <ac:picMkLst>
              <pc:docMk/>
              <pc:sldMasterMk cId="0" sldId="2147483648"/>
              <pc:sldLayoutMk cId="0" sldId="2147483649"/>
              <ac:picMk id="8" creationId="{6E3A0FE5-C39A-1C49-86B6-D92A234AE4B7}"/>
            </ac:picMkLst>
          </pc:picChg>
          <pc:picChg chg="add mod">
            <ac:chgData name="Georges MATHIO" userId="1057b68d-d9cf-4cd5-bc4c-3fe68ec33e97" providerId="ADAL" clId="{424CC4A3-94C0-43E4-A801-8F92997663E9}" dt="2024-08-23T08:54:41.138" v="206"/>
            <ac:picMkLst>
              <pc:docMk/>
              <pc:sldMasterMk cId="0" sldId="2147483648"/>
              <pc:sldLayoutMk cId="0" sldId="2147483649"/>
              <ac:picMk id="9" creationId="{3F729055-8133-87FB-66B4-579C0EA28CF3}"/>
            </ac:picMkLst>
          </pc:picChg>
        </pc:sldLayoutChg>
        <pc:sldLayoutChg chg="addSp delSp modSp mod">
          <pc:chgData name="Georges MATHIO" userId="1057b68d-d9cf-4cd5-bc4c-3fe68ec33e97" providerId="ADAL" clId="{424CC4A3-94C0-43E4-A801-8F92997663E9}" dt="2024-08-23T08:56:45.269" v="239"/>
          <pc:sldLayoutMkLst>
            <pc:docMk/>
            <pc:sldMasterMk cId="0" sldId="2147483648"/>
            <pc:sldLayoutMk cId="0" sldId="2147483650"/>
          </pc:sldLayoutMkLst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  <pc:picChg chg="add del">
            <ac:chgData name="Georges MATHIO" userId="1057b68d-d9cf-4cd5-bc4c-3fe68ec33e97" providerId="ADAL" clId="{424CC4A3-94C0-43E4-A801-8F92997663E9}" dt="2024-08-23T08:54:33.462" v="205" actId="478"/>
            <ac:picMkLst>
              <pc:docMk/>
              <pc:sldMasterMk cId="0" sldId="2147483648"/>
              <pc:sldLayoutMk cId="0" sldId="2147483650"/>
              <ac:picMk id="7" creationId="{00000000-0000-0000-0000-000000000000}"/>
            </ac:picMkLst>
          </pc:picChg>
          <pc:picChg chg="add mod">
            <ac:chgData name="Georges MATHIO" userId="1057b68d-d9cf-4cd5-bc4c-3fe68ec33e97" providerId="ADAL" clId="{424CC4A3-94C0-43E4-A801-8F92997663E9}" dt="2024-08-23T08:56:45.269" v="239"/>
            <ac:picMkLst>
              <pc:docMk/>
              <pc:sldMasterMk cId="0" sldId="2147483648"/>
              <pc:sldLayoutMk cId="0" sldId="2147483650"/>
              <ac:picMk id="8" creationId="{C0E4D736-DF0E-6FFB-D4A2-46F677BC3666}"/>
            </ac:picMkLst>
          </pc:picChg>
        </pc:sldLayoutChg>
        <pc:sldLayoutChg chg="addSp delSp modSp mod">
          <pc:chgData name="Georges MATHIO" userId="1057b68d-d9cf-4cd5-bc4c-3fe68ec33e97" providerId="ADAL" clId="{424CC4A3-94C0-43E4-A801-8F92997663E9}" dt="2024-08-23T08:56:42.345" v="238" actId="167"/>
          <pc:sldLayoutMkLst>
            <pc:docMk/>
            <pc:sldMasterMk cId="0" sldId="2147483648"/>
            <pc:sldLayoutMk cId="0" sldId="2147483654"/>
          </pc:sldLayoutMkLst>
          <pc:spChg chg="add del mod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3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  <pc:picChg chg="add del mod">
            <ac:chgData name="Georges MATHIO" userId="1057b68d-d9cf-4cd5-bc4c-3fe68ec33e97" providerId="ADAL" clId="{424CC4A3-94C0-43E4-A801-8F92997663E9}" dt="2024-08-23T08:56:32.443" v="229" actId="478"/>
            <ac:picMkLst>
              <pc:docMk/>
              <pc:sldMasterMk cId="0" sldId="2147483648"/>
              <pc:sldLayoutMk cId="0" sldId="2147483654"/>
              <ac:picMk id="6" creationId="{00000000-0000-0000-0000-000000000000}"/>
            </ac:picMkLst>
          </pc:picChg>
          <pc:picChg chg="add mod ord">
            <ac:chgData name="Georges MATHIO" userId="1057b68d-d9cf-4cd5-bc4c-3fe68ec33e97" providerId="ADAL" clId="{424CC4A3-94C0-43E4-A801-8F92997663E9}" dt="2024-08-23T08:56:42.345" v="238" actId="167"/>
            <ac:picMkLst>
              <pc:docMk/>
              <pc:sldMasterMk cId="0" sldId="2147483648"/>
              <pc:sldLayoutMk cId="0" sldId="2147483654"/>
              <ac:picMk id="7" creationId="{91C81237-E8B3-96FF-4819-AA9DE4BC9394}"/>
            </ac:picMkLst>
          </pc:picChg>
        </pc:sldLayoutChg>
      </pc:sldMasterChg>
    </pc:docChg>
  </pc:docChgLst>
  <pc:docChgLst>
    <pc:chgData name="Georges MATHIO" userId="1057b68d-d9cf-4cd5-bc4c-3fe68ec33e97" providerId="ADAL" clId="{C7549606-A5F3-423B-AD39-8A4C31AD62F0}"/>
    <pc:docChg chg="undo redo custSel addSld delSld modSld sldOrd modMainMaster">
      <pc:chgData name="Georges MATHIO" userId="1057b68d-d9cf-4cd5-bc4c-3fe68ec33e97" providerId="ADAL" clId="{C7549606-A5F3-423B-AD39-8A4C31AD62F0}" dt="2024-12-05T17:14:13.972" v="6546" actId="1038"/>
      <pc:docMkLst>
        <pc:docMk/>
      </pc:docMkLst>
      <pc:sldChg chg="addSp delSp modSp mod setBg addAnim delAnim">
        <pc:chgData name="Georges MATHIO" userId="1057b68d-d9cf-4cd5-bc4c-3fe68ec33e97" providerId="ADAL" clId="{C7549606-A5F3-423B-AD39-8A4C31AD62F0}" dt="2024-11-05T16:09:33.622" v="2702" actId="1076"/>
        <pc:sldMkLst>
          <pc:docMk/>
          <pc:sldMk cId="2526593619" sldId="256"/>
        </pc:sldMkLst>
        <pc:spChg chg="mod">
          <ac:chgData name="Georges MATHIO" userId="1057b68d-d9cf-4cd5-bc4c-3fe68ec33e97" providerId="ADAL" clId="{C7549606-A5F3-423B-AD39-8A4C31AD62F0}" dt="2024-10-15T13:44:01.120" v="130" actId="2660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C7549606-A5F3-423B-AD39-8A4C31AD62F0}" dt="2024-10-15T13:44:01.120" v="130" actId="26606"/>
          <ac:spMkLst>
            <pc:docMk/>
            <pc:sldMk cId="2526593619" sldId="256"/>
            <ac:spMk id="3" creationId="{00000000-0000-0000-0000-000000000000}"/>
          </ac:spMkLst>
        </pc:spChg>
        <pc:spChg chg="add del">
          <ac:chgData name="Georges MATHIO" userId="1057b68d-d9cf-4cd5-bc4c-3fe68ec33e97" providerId="ADAL" clId="{C7549606-A5F3-423B-AD39-8A4C31AD62F0}" dt="2024-10-15T13:41:57.546" v="13" actId="26606"/>
          <ac:spMkLst>
            <pc:docMk/>
            <pc:sldMk cId="2526593619" sldId="256"/>
            <ac:spMk id="14" creationId="{DE6F2CF7-0423-4CC7-90FD-1FEBA0CA5B4D}"/>
          </ac:spMkLst>
        </pc:spChg>
        <pc:spChg chg="add del">
          <ac:chgData name="Georges MATHIO" userId="1057b68d-d9cf-4cd5-bc4c-3fe68ec33e97" providerId="ADAL" clId="{C7549606-A5F3-423B-AD39-8A4C31AD62F0}" dt="2024-10-15T13:42:07.068" v="15" actId="26606"/>
          <ac:spMkLst>
            <pc:docMk/>
            <pc:sldMk cId="2526593619" sldId="256"/>
            <ac:spMk id="17" creationId="{0DC895F7-4E59-40FB-87DD-ACE47F94C143}"/>
          </ac:spMkLst>
        </pc:spChg>
        <pc:spChg chg="add del">
          <ac:chgData name="Georges MATHIO" userId="1057b68d-d9cf-4cd5-bc4c-3fe68ec33e97" providerId="ADAL" clId="{C7549606-A5F3-423B-AD39-8A4C31AD62F0}" dt="2024-10-15T13:44:01.120" v="130" actId="26606"/>
          <ac:spMkLst>
            <pc:docMk/>
            <pc:sldMk cId="2526593619" sldId="256"/>
            <ac:spMk id="22" creationId="{DE6F2CF7-0423-4CC7-90FD-1FEBA0CA5B4D}"/>
          </ac:spMkLst>
        </pc:spChg>
        <pc:picChg chg="add del mod ord">
          <ac:chgData name="Georges MATHIO" userId="1057b68d-d9cf-4cd5-bc4c-3fe68ec33e97" providerId="ADAL" clId="{C7549606-A5F3-423B-AD39-8A4C31AD62F0}" dt="2024-11-05T16:09:33.622" v="2702" actId="1076"/>
          <ac:picMkLst>
            <pc:docMk/>
            <pc:sldMk cId="2526593619" sldId="256"/>
            <ac:picMk id="5" creationId="{F73F8FC2-5B6F-E10C-9677-54E44621F570}"/>
          </ac:picMkLst>
        </pc:picChg>
        <pc:picChg chg="add mod ord">
          <ac:chgData name="Georges MATHIO" userId="1057b68d-d9cf-4cd5-bc4c-3fe68ec33e97" providerId="ADAL" clId="{C7549606-A5F3-423B-AD39-8A4C31AD62F0}" dt="2024-10-15T13:43:58.106" v="127"/>
          <ac:picMkLst>
            <pc:docMk/>
            <pc:sldMk cId="2526593619" sldId="256"/>
            <ac:picMk id="7" creationId="{87133CE7-77B7-F5E2-A33F-819AE42BE67E}"/>
          </ac:picMkLst>
        </pc:picChg>
        <pc:picChg chg="add del">
          <ac:chgData name="Georges MATHIO" userId="1057b68d-d9cf-4cd5-bc4c-3fe68ec33e97" providerId="ADAL" clId="{C7549606-A5F3-423B-AD39-8A4C31AD62F0}" dt="2024-10-15T13:41:57.546" v="13" actId="26606"/>
          <ac:picMkLst>
            <pc:docMk/>
            <pc:sldMk cId="2526593619" sldId="256"/>
            <ac:picMk id="10" creationId="{CBECFFDC-94DB-4DA3-94FE-22FEDDA8FA30}"/>
          </ac:picMkLst>
        </pc:picChg>
        <pc:picChg chg="add del">
          <ac:chgData name="Georges MATHIO" userId="1057b68d-d9cf-4cd5-bc4c-3fe68ec33e97" providerId="ADAL" clId="{C7549606-A5F3-423B-AD39-8A4C31AD62F0}" dt="2024-10-15T13:41:57.546" v="13" actId="26606"/>
          <ac:picMkLst>
            <pc:docMk/>
            <pc:sldMk cId="2526593619" sldId="256"/>
            <ac:picMk id="12" creationId="{F28C5E77-0080-4457-B42A-3E5420A7C8DC}"/>
          </ac:picMkLst>
        </pc:picChg>
        <pc:picChg chg="add del">
          <ac:chgData name="Georges MATHIO" userId="1057b68d-d9cf-4cd5-bc4c-3fe68ec33e97" providerId="ADAL" clId="{C7549606-A5F3-423B-AD39-8A4C31AD62F0}" dt="2024-10-15T13:42:07.068" v="15" actId="26606"/>
          <ac:picMkLst>
            <pc:docMk/>
            <pc:sldMk cId="2526593619" sldId="256"/>
            <ac:picMk id="16" creationId="{CBECFFDC-94DB-4DA3-94FE-22FEDDA8FA30}"/>
          </ac:picMkLst>
        </pc:picChg>
        <pc:picChg chg="add del">
          <ac:chgData name="Georges MATHIO" userId="1057b68d-d9cf-4cd5-bc4c-3fe68ec33e97" providerId="ADAL" clId="{C7549606-A5F3-423B-AD39-8A4C31AD62F0}" dt="2024-10-15T13:42:07.068" v="15" actId="26606"/>
          <ac:picMkLst>
            <pc:docMk/>
            <pc:sldMk cId="2526593619" sldId="256"/>
            <ac:picMk id="18" creationId="{1A4C720E-710D-44F8-A8D7-2BAA61E1814B}"/>
          </ac:picMkLst>
        </pc:picChg>
        <pc:picChg chg="add del">
          <ac:chgData name="Georges MATHIO" userId="1057b68d-d9cf-4cd5-bc4c-3fe68ec33e97" providerId="ADAL" clId="{C7549606-A5F3-423B-AD39-8A4C31AD62F0}" dt="2024-10-15T13:44:01.120" v="130" actId="26606"/>
          <ac:picMkLst>
            <pc:docMk/>
            <pc:sldMk cId="2526593619" sldId="256"/>
            <ac:picMk id="20" creationId="{CBECFFDC-94DB-4DA3-94FE-22FEDDA8FA30}"/>
          </ac:picMkLst>
        </pc:picChg>
        <pc:picChg chg="add del">
          <ac:chgData name="Georges MATHIO" userId="1057b68d-d9cf-4cd5-bc4c-3fe68ec33e97" providerId="ADAL" clId="{C7549606-A5F3-423B-AD39-8A4C31AD62F0}" dt="2024-10-15T13:44:01.120" v="130" actId="26606"/>
          <ac:picMkLst>
            <pc:docMk/>
            <pc:sldMk cId="2526593619" sldId="256"/>
            <ac:picMk id="21" creationId="{F28C5E77-0080-4457-B42A-3E5420A7C8DC}"/>
          </ac:picMkLst>
        </pc:picChg>
      </pc:sldChg>
      <pc:sldChg chg="addSp delSp modSp mod">
        <pc:chgData name="Georges MATHIO" userId="1057b68d-d9cf-4cd5-bc4c-3fe68ec33e97" providerId="ADAL" clId="{C7549606-A5F3-423B-AD39-8A4C31AD62F0}" dt="2024-12-05T17:03:52.662" v="6470" actId="20577"/>
        <pc:sldMkLst>
          <pc:docMk/>
          <pc:sldMk cId="1824297136" sldId="257"/>
        </pc:sldMkLst>
        <pc:spChg chg="mod">
          <ac:chgData name="Georges MATHIO" userId="1057b68d-d9cf-4cd5-bc4c-3fe68ec33e97" providerId="ADAL" clId="{C7549606-A5F3-423B-AD39-8A4C31AD62F0}" dt="2024-12-05T17:03:52.662" v="6470" actId="20577"/>
          <ac:spMkLst>
            <pc:docMk/>
            <pc:sldMk cId="1824297136" sldId="257"/>
            <ac:spMk id="3" creationId="{F877468A-C6BD-DFB1-948A-75293497D502}"/>
          </ac:spMkLst>
        </pc:spChg>
        <pc:spChg chg="add mod">
          <ac:chgData name="Georges MATHIO" userId="1057b68d-d9cf-4cd5-bc4c-3fe68ec33e97" providerId="ADAL" clId="{C7549606-A5F3-423B-AD39-8A4C31AD62F0}" dt="2024-11-08T12:48:39.013" v="2909" actId="1076"/>
          <ac:spMkLst>
            <pc:docMk/>
            <pc:sldMk cId="1824297136" sldId="257"/>
            <ac:spMk id="7" creationId="{4B5DD85E-1457-49FA-9F18-CA17878D5EC4}"/>
          </ac:spMkLst>
        </pc:spChg>
        <pc:picChg chg="add del mod ord">
          <ac:chgData name="Georges MATHIO" userId="1057b68d-d9cf-4cd5-bc4c-3fe68ec33e97" providerId="ADAL" clId="{C7549606-A5F3-423B-AD39-8A4C31AD62F0}" dt="2024-11-13T08:49:05.857" v="2913" actId="478"/>
          <ac:picMkLst>
            <pc:docMk/>
            <pc:sldMk cId="1824297136" sldId="257"/>
            <ac:picMk id="6" creationId="{437EF4D4-DC79-41FE-F9D6-94D42BF233CD}"/>
          </ac:picMkLst>
        </pc:picChg>
        <pc:picChg chg="add mod ord">
          <ac:chgData name="Georges MATHIO" userId="1057b68d-d9cf-4cd5-bc4c-3fe68ec33e97" providerId="ADAL" clId="{C7549606-A5F3-423B-AD39-8A4C31AD62F0}" dt="2024-11-13T08:49:03.589" v="2912" actId="167"/>
          <ac:picMkLst>
            <pc:docMk/>
            <pc:sldMk cId="1824297136" sldId="257"/>
            <ac:picMk id="8" creationId="{C27A55DA-082D-1494-4B75-D8416BCDC7FA}"/>
          </ac:picMkLst>
        </pc:picChg>
        <pc:picChg chg="del">
          <ac:chgData name="Georges MATHIO" userId="1057b68d-d9cf-4cd5-bc4c-3fe68ec33e97" providerId="ADAL" clId="{C7549606-A5F3-423B-AD39-8A4C31AD62F0}" dt="2024-11-08T12:48:12.130" v="2901" actId="478"/>
          <ac:picMkLst>
            <pc:docMk/>
            <pc:sldMk cId="1824297136" sldId="257"/>
            <ac:picMk id="9" creationId="{59CADDEB-7579-FE28-281D-0238BE80DCD4}"/>
          </ac:picMkLst>
        </pc:picChg>
      </pc:sldChg>
      <pc:sldChg chg="addSp delSp modSp add mod">
        <pc:chgData name="Georges MATHIO" userId="1057b68d-d9cf-4cd5-bc4c-3fe68ec33e97" providerId="ADAL" clId="{C7549606-A5F3-423B-AD39-8A4C31AD62F0}" dt="2024-12-05T17:14:13.972" v="6546" actId="1038"/>
        <pc:sldMkLst>
          <pc:docMk/>
          <pc:sldMk cId="470571952" sldId="260"/>
        </pc:sldMkLst>
        <pc:spChg chg="mod">
          <ac:chgData name="Georges MATHIO" userId="1057b68d-d9cf-4cd5-bc4c-3fe68ec33e97" providerId="ADAL" clId="{C7549606-A5F3-423B-AD39-8A4C31AD62F0}" dt="2024-12-05T17:14:13.972" v="6546" actId="1038"/>
          <ac:spMkLst>
            <pc:docMk/>
            <pc:sldMk cId="470571952" sldId="260"/>
            <ac:spMk id="3" creationId="{ABD57341-8934-612B-DC1B-C154530EBBD4}"/>
          </ac:spMkLst>
        </pc:spChg>
        <pc:spChg chg="del mod">
          <ac:chgData name="Georges MATHIO" userId="1057b68d-d9cf-4cd5-bc4c-3fe68ec33e97" providerId="ADAL" clId="{C7549606-A5F3-423B-AD39-8A4C31AD62F0}" dt="2024-11-20T17:26:29.372" v="5111" actId="478"/>
          <ac:spMkLst>
            <pc:docMk/>
            <pc:sldMk cId="470571952" sldId="260"/>
            <ac:spMk id="5" creationId="{B0ACDF16-1DA2-EB5E-841B-4AB8BB64B030}"/>
          </ac:spMkLst>
        </pc:spChg>
        <pc:spChg chg="add mod">
          <ac:chgData name="Georges MATHIO" userId="1057b68d-d9cf-4cd5-bc4c-3fe68ec33e97" providerId="ADAL" clId="{C7549606-A5F3-423B-AD39-8A4C31AD62F0}" dt="2024-11-20T17:08:43.905" v="4709" actId="20577"/>
          <ac:spMkLst>
            <pc:docMk/>
            <pc:sldMk cId="470571952" sldId="260"/>
            <ac:spMk id="10" creationId="{6EFF477B-0289-9426-BA6B-D7B474D6C5C2}"/>
          </ac:spMkLst>
        </pc:spChg>
        <pc:picChg chg="del">
          <ac:chgData name="Georges MATHIO" userId="1057b68d-d9cf-4cd5-bc4c-3fe68ec33e97" providerId="ADAL" clId="{C7549606-A5F3-423B-AD39-8A4C31AD62F0}" dt="2024-11-20T16:57:30.895" v="4672" actId="478"/>
          <ac:picMkLst>
            <pc:docMk/>
            <pc:sldMk cId="470571952" sldId="260"/>
            <ac:picMk id="4" creationId="{4B41AF0F-D0DB-7EA6-0E1C-042AF06AC496}"/>
          </ac:picMkLst>
        </pc:picChg>
        <pc:picChg chg="del">
          <ac:chgData name="Georges MATHIO" userId="1057b68d-d9cf-4cd5-bc4c-3fe68ec33e97" providerId="ADAL" clId="{C7549606-A5F3-423B-AD39-8A4C31AD62F0}" dt="2024-11-20T16:57:30.895" v="4672" actId="478"/>
          <ac:picMkLst>
            <pc:docMk/>
            <pc:sldMk cId="470571952" sldId="260"/>
            <ac:picMk id="6" creationId="{53D643FE-72F6-1EA5-CF11-16995134FFED}"/>
          </ac:picMkLst>
        </pc:picChg>
        <pc:picChg chg="del">
          <ac:chgData name="Georges MATHIO" userId="1057b68d-d9cf-4cd5-bc4c-3fe68ec33e97" providerId="ADAL" clId="{C7549606-A5F3-423B-AD39-8A4C31AD62F0}" dt="2024-11-20T16:57:30.895" v="4672" actId="478"/>
          <ac:picMkLst>
            <pc:docMk/>
            <pc:sldMk cId="470571952" sldId="260"/>
            <ac:picMk id="7" creationId="{74FEB858-C34C-0B95-6FAE-B51FE197AB95}"/>
          </ac:picMkLst>
        </pc:picChg>
        <pc:picChg chg="del">
          <ac:chgData name="Georges MATHIO" userId="1057b68d-d9cf-4cd5-bc4c-3fe68ec33e97" providerId="ADAL" clId="{C7549606-A5F3-423B-AD39-8A4C31AD62F0}" dt="2024-11-20T16:57:30.895" v="4672" actId="478"/>
          <ac:picMkLst>
            <pc:docMk/>
            <pc:sldMk cId="470571952" sldId="260"/>
            <ac:picMk id="8" creationId="{C0F37B43-C962-4F92-9205-AAA2ECCC346D}"/>
          </ac:picMkLst>
        </pc:picChg>
        <pc:picChg chg="del">
          <ac:chgData name="Georges MATHIO" userId="1057b68d-d9cf-4cd5-bc4c-3fe68ec33e97" providerId="ADAL" clId="{C7549606-A5F3-423B-AD39-8A4C31AD62F0}" dt="2024-11-20T16:57:30.895" v="4672" actId="478"/>
          <ac:picMkLst>
            <pc:docMk/>
            <pc:sldMk cId="470571952" sldId="260"/>
            <ac:picMk id="9" creationId="{2B8A11DF-830F-7C87-C9FA-6C724169145C}"/>
          </ac:picMkLst>
        </pc:picChg>
        <pc:picChg chg="del">
          <ac:chgData name="Georges MATHIO" userId="1057b68d-d9cf-4cd5-bc4c-3fe68ec33e97" providerId="ADAL" clId="{C7549606-A5F3-423B-AD39-8A4C31AD62F0}" dt="2024-11-20T16:57:30.895" v="4672" actId="478"/>
          <ac:picMkLst>
            <pc:docMk/>
            <pc:sldMk cId="470571952" sldId="260"/>
            <ac:picMk id="11" creationId="{0CD0FD92-73EC-E5A5-E19E-4D8CEF42A137}"/>
          </ac:picMkLst>
        </pc:picChg>
        <pc:picChg chg="del">
          <ac:chgData name="Georges MATHIO" userId="1057b68d-d9cf-4cd5-bc4c-3fe68ec33e97" providerId="ADAL" clId="{C7549606-A5F3-423B-AD39-8A4C31AD62F0}" dt="2024-11-20T16:57:23.055" v="4671" actId="478"/>
          <ac:picMkLst>
            <pc:docMk/>
            <pc:sldMk cId="470571952" sldId="260"/>
            <ac:picMk id="1026" creationId="{9DE16ECB-77BB-8E99-D170-DA458FA057B1}"/>
          </ac:picMkLst>
        </pc:picChg>
      </pc:sldChg>
      <pc:sldChg chg="addSp delSp modSp mod">
        <pc:chgData name="Georges MATHIO" userId="1057b68d-d9cf-4cd5-bc4c-3fe68ec33e97" providerId="ADAL" clId="{C7549606-A5F3-423B-AD39-8A4C31AD62F0}" dt="2024-11-20T14:54:27.162" v="4668" actId="1038"/>
        <pc:sldMkLst>
          <pc:docMk/>
          <pc:sldMk cId="2592200161" sldId="264"/>
        </pc:sldMkLst>
        <pc:spChg chg="mod">
          <ac:chgData name="Georges MATHIO" userId="1057b68d-d9cf-4cd5-bc4c-3fe68ec33e97" providerId="ADAL" clId="{C7549606-A5F3-423B-AD39-8A4C31AD62F0}" dt="2024-11-05T16:25:20.382" v="2897" actId="113"/>
          <ac:spMkLst>
            <pc:docMk/>
            <pc:sldMk cId="2592200161" sldId="264"/>
            <ac:spMk id="2" creationId="{8AE1D70E-C040-1542-B36E-7DDF82084F61}"/>
          </ac:spMkLst>
        </pc:spChg>
        <pc:spChg chg="mod">
          <ac:chgData name="Georges MATHIO" userId="1057b68d-d9cf-4cd5-bc4c-3fe68ec33e97" providerId="ADAL" clId="{C7549606-A5F3-423B-AD39-8A4C31AD62F0}" dt="2024-11-20T14:54:27.162" v="4668" actId="1038"/>
          <ac:spMkLst>
            <pc:docMk/>
            <pc:sldMk cId="2592200161" sldId="264"/>
            <ac:spMk id="6" creationId="{37E68E50-1F8D-C6EF-3F0A-17CAC14C946D}"/>
          </ac:spMkLst>
        </pc:spChg>
        <pc:spChg chg="add mod">
          <ac:chgData name="Georges MATHIO" userId="1057b68d-d9cf-4cd5-bc4c-3fe68ec33e97" providerId="ADAL" clId="{C7549606-A5F3-423B-AD39-8A4C31AD62F0}" dt="2024-11-20T14:54:19.787" v="4653" actId="1076"/>
          <ac:spMkLst>
            <pc:docMk/>
            <pc:sldMk cId="2592200161" sldId="264"/>
            <ac:spMk id="7" creationId="{ECC6D8AB-1EA1-2CCD-35A5-3B771CA7B22E}"/>
          </ac:spMkLst>
        </pc:spChg>
        <pc:spChg chg="add mod">
          <ac:chgData name="Georges MATHIO" userId="1057b68d-d9cf-4cd5-bc4c-3fe68ec33e97" providerId="ADAL" clId="{C7549606-A5F3-423B-AD39-8A4C31AD62F0}" dt="2024-11-20T14:54:14.890" v="4652" actId="1037"/>
          <ac:spMkLst>
            <pc:docMk/>
            <pc:sldMk cId="2592200161" sldId="264"/>
            <ac:spMk id="12" creationId="{64E13E93-A11B-2219-7B42-A2221DBF679A}"/>
          </ac:spMkLst>
        </pc:spChg>
        <pc:spChg chg="add mod">
          <ac:chgData name="Georges MATHIO" userId="1057b68d-d9cf-4cd5-bc4c-3fe68ec33e97" providerId="ADAL" clId="{C7549606-A5F3-423B-AD39-8A4C31AD62F0}" dt="2024-11-20T14:54:14.890" v="4652" actId="1037"/>
          <ac:spMkLst>
            <pc:docMk/>
            <pc:sldMk cId="2592200161" sldId="264"/>
            <ac:spMk id="13" creationId="{3810D785-5FE0-56E7-AABD-0705F63F2B96}"/>
          </ac:spMkLst>
        </pc:spChg>
        <pc:spChg chg="add mod">
          <ac:chgData name="Georges MATHIO" userId="1057b68d-d9cf-4cd5-bc4c-3fe68ec33e97" providerId="ADAL" clId="{C7549606-A5F3-423B-AD39-8A4C31AD62F0}" dt="2024-11-20T14:54:14.890" v="4652" actId="1037"/>
          <ac:spMkLst>
            <pc:docMk/>
            <pc:sldMk cId="2592200161" sldId="264"/>
            <ac:spMk id="14" creationId="{6459737F-8E98-E601-F059-307E32CED26E}"/>
          </ac:spMkLst>
        </pc:spChg>
        <pc:graphicFrameChg chg="add mod">
          <ac:chgData name="Georges MATHIO" userId="1057b68d-d9cf-4cd5-bc4c-3fe68ec33e97" providerId="ADAL" clId="{C7549606-A5F3-423B-AD39-8A4C31AD62F0}" dt="2024-10-17T09:41:45.917" v="2204"/>
          <ac:graphicFrameMkLst>
            <pc:docMk/>
            <pc:sldMk cId="2592200161" sldId="264"/>
            <ac:graphicFrameMk id="3" creationId="{04E922AE-BAB8-8C75-733F-012787D16EEB}"/>
          </ac:graphicFrameMkLst>
        </pc:graphicFrameChg>
        <pc:graphicFrameChg chg="add mod">
          <ac:chgData name="Georges MATHIO" userId="1057b68d-d9cf-4cd5-bc4c-3fe68ec33e97" providerId="ADAL" clId="{C7549606-A5F3-423B-AD39-8A4C31AD62F0}" dt="2024-10-17T09:41:45.917" v="2204"/>
          <ac:graphicFrameMkLst>
            <pc:docMk/>
            <pc:sldMk cId="2592200161" sldId="264"/>
            <ac:graphicFrameMk id="5" creationId="{E916F29B-89DC-641F-21B2-41219A35A012}"/>
          </ac:graphicFrameMkLst>
        </pc:graphicFrameChg>
        <pc:picChg chg="add del">
          <ac:chgData name="Georges MATHIO" userId="1057b68d-d9cf-4cd5-bc4c-3fe68ec33e97" providerId="ADAL" clId="{C7549606-A5F3-423B-AD39-8A4C31AD62F0}" dt="2024-10-17T09:38:46.857" v="2064" actId="478"/>
          <ac:picMkLst>
            <pc:docMk/>
            <pc:sldMk cId="2592200161" sldId="264"/>
            <ac:picMk id="4" creationId="{5EE02515-351D-DD2F-53B3-98765C2605D9}"/>
          </ac:picMkLst>
        </pc:picChg>
        <pc:picChg chg="add mod">
          <ac:chgData name="Georges MATHIO" userId="1057b68d-d9cf-4cd5-bc4c-3fe68ec33e97" providerId="ADAL" clId="{C7549606-A5F3-423B-AD39-8A4C31AD62F0}" dt="2024-11-20T14:54:14.890" v="4652" actId="1037"/>
          <ac:picMkLst>
            <pc:docMk/>
            <pc:sldMk cId="2592200161" sldId="264"/>
            <ac:picMk id="3074" creationId="{D7FC9109-CF4F-ED48-0278-2C6A64E9791D}"/>
          </ac:picMkLst>
        </pc:picChg>
        <pc:cxnChg chg="add mod">
          <ac:chgData name="Georges MATHIO" userId="1057b68d-d9cf-4cd5-bc4c-3fe68ec33e97" providerId="ADAL" clId="{C7549606-A5F3-423B-AD39-8A4C31AD62F0}" dt="2024-11-20T14:54:14.890" v="4652" actId="1037"/>
          <ac:cxnSpMkLst>
            <pc:docMk/>
            <pc:sldMk cId="2592200161" sldId="264"/>
            <ac:cxnSpMk id="3" creationId="{8E73F94E-3274-00E8-5AC4-E238F40A5516}"/>
          </ac:cxnSpMkLst>
        </pc:cxnChg>
        <pc:cxnChg chg="add mod">
          <ac:chgData name="Georges MATHIO" userId="1057b68d-d9cf-4cd5-bc4c-3fe68ec33e97" providerId="ADAL" clId="{C7549606-A5F3-423B-AD39-8A4C31AD62F0}" dt="2024-11-20T14:25:03.744" v="4353"/>
          <ac:cxnSpMkLst>
            <pc:docMk/>
            <pc:sldMk cId="2592200161" sldId="264"/>
            <ac:cxnSpMk id="9" creationId="{7AE0F12B-4416-F445-4093-D8E202C5D2B1}"/>
          </ac:cxnSpMkLst>
        </pc:cxnChg>
        <pc:cxnChg chg="add mod">
          <ac:chgData name="Georges MATHIO" userId="1057b68d-d9cf-4cd5-bc4c-3fe68ec33e97" providerId="ADAL" clId="{C7549606-A5F3-423B-AD39-8A4C31AD62F0}" dt="2024-11-20T14:54:14.890" v="4652" actId="1037"/>
          <ac:cxnSpMkLst>
            <pc:docMk/>
            <pc:sldMk cId="2592200161" sldId="264"/>
            <ac:cxnSpMk id="10" creationId="{A408F055-6E34-F9D0-4EC7-9C4FFA37CEFE}"/>
          </ac:cxnSpMkLst>
        </pc:cxnChg>
      </pc:sldChg>
      <pc:sldChg chg="addSp delSp modSp mod">
        <pc:chgData name="Georges MATHIO" userId="1057b68d-d9cf-4cd5-bc4c-3fe68ec33e97" providerId="ADAL" clId="{C7549606-A5F3-423B-AD39-8A4C31AD62F0}" dt="2024-12-05T17:13:27.181" v="6525" actId="14100"/>
        <pc:sldMkLst>
          <pc:docMk/>
          <pc:sldMk cId="2843119897" sldId="265"/>
        </pc:sldMkLst>
        <pc:spChg chg="add mod">
          <ac:chgData name="Georges MATHIO" userId="1057b68d-d9cf-4cd5-bc4c-3fe68ec33e97" providerId="ADAL" clId="{C7549606-A5F3-423B-AD39-8A4C31AD62F0}" dt="2024-12-05T17:13:27.181" v="6525" actId="14100"/>
          <ac:spMkLst>
            <pc:docMk/>
            <pc:sldMk cId="2843119897" sldId="265"/>
            <ac:spMk id="2" creationId="{B7665BD8-6BFD-23E6-0696-55126C40D9F6}"/>
          </ac:spMkLst>
        </pc:spChg>
        <pc:spChg chg="del mod">
          <ac:chgData name="Georges MATHIO" userId="1057b68d-d9cf-4cd5-bc4c-3fe68ec33e97" providerId="ADAL" clId="{C7549606-A5F3-423B-AD39-8A4C31AD62F0}" dt="2024-11-13T10:54:15.516" v="2918" actId="478"/>
          <ac:spMkLst>
            <pc:docMk/>
            <pc:sldMk cId="2843119897" sldId="265"/>
            <ac:spMk id="2" creationId="{CB737089-8812-04A5-7B93-1AB5EDC6C0EC}"/>
          </ac:spMkLst>
        </pc:spChg>
        <pc:spChg chg="add mod">
          <ac:chgData name="Georges MATHIO" userId="1057b68d-d9cf-4cd5-bc4c-3fe68ec33e97" providerId="ADAL" clId="{C7549606-A5F3-423B-AD39-8A4C31AD62F0}" dt="2024-11-13T10:54:37.734" v="2926" actId="20577"/>
          <ac:spMkLst>
            <pc:docMk/>
            <pc:sldMk cId="2843119897" sldId="265"/>
            <ac:spMk id="4" creationId="{F8ADE284-37CA-AE06-1C8C-C14DC95A4292}"/>
          </ac:spMkLst>
        </pc:spChg>
        <pc:spChg chg="del">
          <ac:chgData name="Georges MATHIO" userId="1057b68d-d9cf-4cd5-bc4c-3fe68ec33e97" providerId="ADAL" clId="{C7549606-A5F3-423B-AD39-8A4C31AD62F0}" dt="2024-11-13T10:54:15.516" v="2918" actId="478"/>
          <ac:spMkLst>
            <pc:docMk/>
            <pc:sldMk cId="2843119897" sldId="265"/>
            <ac:spMk id="14" creationId="{18A743E6-2E5B-7BB2-938A-EADF43D9DA53}"/>
          </ac:spMkLst>
        </pc:spChg>
        <pc:spChg chg="del">
          <ac:chgData name="Georges MATHIO" userId="1057b68d-d9cf-4cd5-bc4c-3fe68ec33e97" providerId="ADAL" clId="{C7549606-A5F3-423B-AD39-8A4C31AD62F0}" dt="2024-11-13T10:54:15.516" v="2918" actId="478"/>
          <ac:spMkLst>
            <pc:docMk/>
            <pc:sldMk cId="2843119897" sldId="265"/>
            <ac:spMk id="17" creationId="{08FBC12F-337E-E89E-55FA-399221144F12}"/>
          </ac:spMkLst>
        </pc:spChg>
        <pc:spChg chg="del">
          <ac:chgData name="Georges MATHIO" userId="1057b68d-d9cf-4cd5-bc4c-3fe68ec33e97" providerId="ADAL" clId="{C7549606-A5F3-423B-AD39-8A4C31AD62F0}" dt="2024-11-13T10:54:15.516" v="2918" actId="478"/>
          <ac:spMkLst>
            <pc:docMk/>
            <pc:sldMk cId="2843119897" sldId="265"/>
            <ac:spMk id="18" creationId="{776D6E20-3491-2DBC-081A-F6F4AA18D872}"/>
          </ac:spMkLst>
        </pc:spChg>
        <pc:spChg chg="mod">
          <ac:chgData name="Georges MATHIO" userId="1057b68d-d9cf-4cd5-bc4c-3fe68ec33e97" providerId="ADAL" clId="{C7549606-A5F3-423B-AD39-8A4C31AD62F0}" dt="2024-12-03T12:54:30.036" v="5994" actId="20577"/>
          <ac:spMkLst>
            <pc:docMk/>
            <pc:sldMk cId="2843119897" sldId="265"/>
            <ac:spMk id="19" creationId="{FC05DE6C-0B46-E626-BF36-F3DE11496887}"/>
          </ac:spMkLst>
        </pc:spChg>
        <pc:spChg chg="del">
          <ac:chgData name="Georges MATHIO" userId="1057b68d-d9cf-4cd5-bc4c-3fe68ec33e97" providerId="ADAL" clId="{C7549606-A5F3-423B-AD39-8A4C31AD62F0}" dt="2024-11-13T10:54:29.064" v="2922" actId="478"/>
          <ac:spMkLst>
            <pc:docMk/>
            <pc:sldMk cId="2843119897" sldId="265"/>
            <ac:spMk id="20" creationId="{364FFAB6-3B2B-94EE-7B53-08EA73C3479C}"/>
          </ac:spMkLst>
        </pc:spChg>
        <pc:spChg chg="del mod">
          <ac:chgData name="Georges MATHIO" userId="1057b68d-d9cf-4cd5-bc4c-3fe68ec33e97" providerId="ADAL" clId="{C7549606-A5F3-423B-AD39-8A4C31AD62F0}" dt="2024-11-13T10:54:26.562" v="2921" actId="478"/>
          <ac:spMkLst>
            <pc:docMk/>
            <pc:sldMk cId="2843119897" sldId="265"/>
            <ac:spMk id="21" creationId="{0B1D064C-D614-8D39-D338-FF3DA04CEC49}"/>
          </ac:spMkLst>
        </pc:spChg>
        <pc:picChg chg="add del mod">
          <ac:chgData name="Georges MATHIO" userId="1057b68d-d9cf-4cd5-bc4c-3fe68ec33e97" providerId="ADAL" clId="{C7549606-A5F3-423B-AD39-8A4C31AD62F0}" dt="2024-11-18T10:50:14.803" v="3140" actId="478"/>
          <ac:picMkLst>
            <pc:docMk/>
            <pc:sldMk cId="2843119897" sldId="265"/>
            <ac:picMk id="3" creationId="{038AB479-E070-6CB6-91C3-1A8984C552CA}"/>
          </ac:picMkLst>
        </pc:picChg>
        <pc:picChg chg="del">
          <ac:chgData name="Georges MATHIO" userId="1057b68d-d9cf-4cd5-bc4c-3fe68ec33e97" providerId="ADAL" clId="{C7549606-A5F3-423B-AD39-8A4C31AD62F0}" dt="2024-11-13T10:54:20.962" v="2919" actId="478"/>
          <ac:picMkLst>
            <pc:docMk/>
            <pc:sldMk cId="2843119897" sldId="265"/>
            <ac:picMk id="11" creationId="{4C6F3A78-E144-15DD-B7FD-4BB3C5912799}"/>
          </ac:picMkLst>
        </pc:picChg>
        <pc:picChg chg="del">
          <ac:chgData name="Georges MATHIO" userId="1057b68d-d9cf-4cd5-bc4c-3fe68ec33e97" providerId="ADAL" clId="{C7549606-A5F3-423B-AD39-8A4C31AD62F0}" dt="2024-11-13T10:54:20.962" v="2919" actId="478"/>
          <ac:picMkLst>
            <pc:docMk/>
            <pc:sldMk cId="2843119897" sldId="265"/>
            <ac:picMk id="13" creationId="{5DCACF9F-D521-647F-F91C-5CDCBB6CE316}"/>
          </ac:picMkLst>
        </pc:picChg>
        <pc:picChg chg="del">
          <ac:chgData name="Georges MATHIO" userId="1057b68d-d9cf-4cd5-bc4c-3fe68ec33e97" providerId="ADAL" clId="{C7549606-A5F3-423B-AD39-8A4C31AD62F0}" dt="2024-11-13T10:54:20.962" v="2919" actId="478"/>
          <ac:picMkLst>
            <pc:docMk/>
            <pc:sldMk cId="2843119897" sldId="265"/>
            <ac:picMk id="16" creationId="{DCF59688-78C3-4A9D-07BC-80A8491DDC70}"/>
          </ac:picMkLst>
        </pc:picChg>
        <pc:picChg chg="add mod">
          <ac:chgData name="Georges MATHIO" userId="1057b68d-d9cf-4cd5-bc4c-3fe68ec33e97" providerId="ADAL" clId="{C7549606-A5F3-423B-AD39-8A4C31AD62F0}" dt="2024-11-18T10:50:27.626" v="3143" actId="1076"/>
          <ac:picMkLst>
            <pc:docMk/>
            <pc:sldMk cId="2843119897" sldId="265"/>
            <ac:picMk id="1026" creationId="{FDE27541-F173-4BCD-244F-6FEE7E24AA5B}"/>
          </ac:picMkLst>
        </pc:picChg>
      </pc:sldChg>
      <pc:sldChg chg="addSp delSp modSp add mod">
        <pc:chgData name="Georges MATHIO" userId="1057b68d-d9cf-4cd5-bc4c-3fe68ec33e97" providerId="ADAL" clId="{C7549606-A5F3-423B-AD39-8A4C31AD62F0}" dt="2024-12-04T14:31:07.543" v="6056" actId="20577"/>
        <pc:sldMkLst>
          <pc:docMk/>
          <pc:sldMk cId="2373733268" sldId="266"/>
        </pc:sldMkLst>
        <pc:spChg chg="mod">
          <ac:chgData name="Georges MATHIO" userId="1057b68d-d9cf-4cd5-bc4c-3fe68ec33e97" providerId="ADAL" clId="{C7549606-A5F3-423B-AD39-8A4C31AD62F0}" dt="2024-10-15T14:40:37.655" v="614" actId="2711"/>
          <ac:spMkLst>
            <pc:docMk/>
            <pc:sldMk cId="2373733268" sldId="266"/>
            <ac:spMk id="2" creationId="{8AE1D70E-C040-1542-B36E-7DDF82084F61}"/>
          </ac:spMkLst>
        </pc:spChg>
        <pc:spChg chg="add mod">
          <ac:chgData name="Georges MATHIO" userId="1057b68d-d9cf-4cd5-bc4c-3fe68ec33e97" providerId="ADAL" clId="{C7549606-A5F3-423B-AD39-8A4C31AD62F0}" dt="2024-10-15T14:25:22.547" v="550"/>
          <ac:spMkLst>
            <pc:docMk/>
            <pc:sldMk cId="2373733268" sldId="266"/>
            <ac:spMk id="3" creationId="{76E50288-DF52-CAE0-528A-E1CAAE0AB61C}"/>
          </ac:spMkLst>
        </pc:spChg>
        <pc:spChg chg="mod">
          <ac:chgData name="Georges MATHIO" userId="1057b68d-d9cf-4cd5-bc4c-3fe68ec33e97" providerId="ADAL" clId="{C7549606-A5F3-423B-AD39-8A4C31AD62F0}" dt="2024-12-04T14:31:07.543" v="6056" actId="20577"/>
          <ac:spMkLst>
            <pc:docMk/>
            <pc:sldMk cId="2373733268" sldId="266"/>
            <ac:spMk id="14" creationId="{7E30C4D4-D051-74FE-764D-C642BFBB0D1E}"/>
          </ac:spMkLst>
        </pc:spChg>
        <pc:picChg chg="add mod">
          <ac:chgData name="Georges MATHIO" userId="1057b68d-d9cf-4cd5-bc4c-3fe68ec33e97" providerId="ADAL" clId="{C7549606-A5F3-423B-AD39-8A4C31AD62F0}" dt="2024-11-05T16:15:56.687" v="2759" actId="1076"/>
          <ac:picMkLst>
            <pc:docMk/>
            <pc:sldMk cId="2373733268" sldId="266"/>
            <ac:picMk id="4" creationId="{F4FA5112-2506-C317-1FD7-60692D8D1144}"/>
          </ac:picMkLst>
        </pc:picChg>
        <pc:picChg chg="del">
          <ac:chgData name="Georges MATHIO" userId="1057b68d-d9cf-4cd5-bc4c-3fe68ec33e97" providerId="ADAL" clId="{C7549606-A5F3-423B-AD39-8A4C31AD62F0}" dt="2024-10-15T14:38:34.257" v="581" actId="478"/>
          <ac:picMkLst>
            <pc:docMk/>
            <pc:sldMk cId="2373733268" sldId="266"/>
            <ac:picMk id="1026" creationId="{6AB5E897-9C77-3A7E-A193-131F290D5E86}"/>
          </ac:picMkLst>
        </pc:picChg>
      </pc:sldChg>
      <pc:sldChg chg="del">
        <pc:chgData name="Georges MATHIO" userId="1057b68d-d9cf-4cd5-bc4c-3fe68ec33e97" providerId="ADAL" clId="{C7549606-A5F3-423B-AD39-8A4C31AD62F0}" dt="2024-10-10T12:31:29.647" v="0" actId="47"/>
        <pc:sldMkLst>
          <pc:docMk/>
          <pc:sldMk cId="2592076184" sldId="266"/>
        </pc:sldMkLst>
      </pc:sldChg>
      <pc:sldChg chg="del">
        <pc:chgData name="Georges MATHIO" userId="1057b68d-d9cf-4cd5-bc4c-3fe68ec33e97" providerId="ADAL" clId="{C7549606-A5F3-423B-AD39-8A4C31AD62F0}" dt="2024-10-15T16:19:40.222" v="1519" actId="47"/>
        <pc:sldMkLst>
          <pc:docMk/>
          <pc:sldMk cId="821531331" sldId="267"/>
        </pc:sldMkLst>
      </pc:sldChg>
      <pc:sldChg chg="addSp delSp modSp add mod ord">
        <pc:chgData name="Georges MATHIO" userId="1057b68d-d9cf-4cd5-bc4c-3fe68ec33e97" providerId="ADAL" clId="{C7549606-A5F3-423B-AD39-8A4C31AD62F0}" dt="2024-12-05T17:12:27.016" v="6522" actId="113"/>
        <pc:sldMkLst>
          <pc:docMk/>
          <pc:sldMk cId="2720580075" sldId="268"/>
        </pc:sldMkLst>
        <pc:spChg chg="mod">
          <ac:chgData name="Georges MATHIO" userId="1057b68d-d9cf-4cd5-bc4c-3fe68ec33e97" providerId="ADAL" clId="{C7549606-A5F3-423B-AD39-8A4C31AD62F0}" dt="2024-10-17T09:46:38.292" v="2311" actId="20577"/>
          <ac:spMkLst>
            <pc:docMk/>
            <pc:sldMk cId="2720580075" sldId="268"/>
            <ac:spMk id="2" creationId="{521691BE-6EC8-BF75-3914-D98606A66AD8}"/>
          </ac:spMkLst>
        </pc:spChg>
        <pc:spChg chg="mod">
          <ac:chgData name="Georges MATHIO" userId="1057b68d-d9cf-4cd5-bc4c-3fe68ec33e97" providerId="ADAL" clId="{C7549606-A5F3-423B-AD39-8A4C31AD62F0}" dt="2024-12-05T17:12:08.370" v="6508" actId="1076"/>
          <ac:spMkLst>
            <pc:docMk/>
            <pc:sldMk cId="2720580075" sldId="268"/>
            <ac:spMk id="3" creationId="{358B5B4E-FECE-91B9-16D2-BE0574206569}"/>
          </ac:spMkLst>
        </pc:spChg>
        <pc:spChg chg="add mod">
          <ac:chgData name="Georges MATHIO" userId="1057b68d-d9cf-4cd5-bc4c-3fe68ec33e97" providerId="ADAL" clId="{C7549606-A5F3-423B-AD39-8A4C31AD62F0}" dt="2024-10-17T09:46:26.912" v="2303" actId="242"/>
          <ac:spMkLst>
            <pc:docMk/>
            <pc:sldMk cId="2720580075" sldId="268"/>
            <ac:spMk id="4" creationId="{F8D7975F-067E-DAD7-CFBE-AE54CF7B2478}"/>
          </ac:spMkLst>
        </pc:spChg>
        <pc:spChg chg="add del mod">
          <ac:chgData name="Georges MATHIO" userId="1057b68d-d9cf-4cd5-bc4c-3fe68ec33e97" providerId="ADAL" clId="{C7549606-A5F3-423B-AD39-8A4C31AD62F0}" dt="2024-10-17T09:44:19.685" v="2266" actId="478"/>
          <ac:spMkLst>
            <pc:docMk/>
            <pc:sldMk cId="2720580075" sldId="268"/>
            <ac:spMk id="5" creationId="{E7E0732E-674A-E322-0778-07E1DD306125}"/>
          </ac:spMkLst>
        </pc:spChg>
        <pc:spChg chg="add del mod">
          <ac:chgData name="Georges MATHIO" userId="1057b68d-d9cf-4cd5-bc4c-3fe68ec33e97" providerId="ADAL" clId="{C7549606-A5F3-423B-AD39-8A4C31AD62F0}" dt="2024-10-17T09:44:20.937" v="2267" actId="478"/>
          <ac:spMkLst>
            <pc:docMk/>
            <pc:sldMk cId="2720580075" sldId="268"/>
            <ac:spMk id="6" creationId="{76F079CD-6575-C3D6-22BC-53D372B93226}"/>
          </ac:spMkLst>
        </pc:spChg>
        <pc:spChg chg="add mod">
          <ac:chgData name="Georges MATHIO" userId="1057b68d-d9cf-4cd5-bc4c-3fe68ec33e97" providerId="ADAL" clId="{C7549606-A5F3-423B-AD39-8A4C31AD62F0}" dt="2024-10-17T09:45:12.522" v="2286" actId="20577"/>
          <ac:spMkLst>
            <pc:docMk/>
            <pc:sldMk cId="2720580075" sldId="268"/>
            <ac:spMk id="7" creationId="{641679F8-DC1B-5F1C-A344-36EE6DC5D0F3}"/>
          </ac:spMkLst>
        </pc:spChg>
        <pc:spChg chg="add mod">
          <ac:chgData name="Georges MATHIO" userId="1057b68d-d9cf-4cd5-bc4c-3fe68ec33e97" providerId="ADAL" clId="{C7549606-A5F3-423B-AD39-8A4C31AD62F0}" dt="2024-10-17T09:46:06.937" v="2302" actId="13822"/>
          <ac:spMkLst>
            <pc:docMk/>
            <pc:sldMk cId="2720580075" sldId="268"/>
            <ac:spMk id="8" creationId="{99562559-E1B8-30FC-05E9-1F23EE2FA604}"/>
          </ac:spMkLst>
        </pc:spChg>
        <pc:spChg chg="add mod">
          <ac:chgData name="Georges MATHIO" userId="1057b68d-d9cf-4cd5-bc4c-3fe68ec33e97" providerId="ADAL" clId="{C7549606-A5F3-423B-AD39-8A4C31AD62F0}" dt="2024-10-17T10:03:32.242" v="2681" actId="1076"/>
          <ac:spMkLst>
            <pc:docMk/>
            <pc:sldMk cId="2720580075" sldId="268"/>
            <ac:spMk id="9" creationId="{381C9A3E-D497-E23A-F69B-8349791DD7EB}"/>
          </ac:spMkLst>
        </pc:spChg>
        <pc:spChg chg="add mod">
          <ac:chgData name="Georges MATHIO" userId="1057b68d-d9cf-4cd5-bc4c-3fe68ec33e97" providerId="ADAL" clId="{C7549606-A5F3-423B-AD39-8A4C31AD62F0}" dt="2024-12-05T17:12:19.224" v="6521" actId="1038"/>
          <ac:spMkLst>
            <pc:docMk/>
            <pc:sldMk cId="2720580075" sldId="268"/>
            <ac:spMk id="13" creationId="{BF53908F-289E-5D7D-F307-B07D08730C89}"/>
          </ac:spMkLst>
        </pc:spChg>
        <pc:spChg chg="add mod">
          <ac:chgData name="Georges MATHIO" userId="1057b68d-d9cf-4cd5-bc4c-3fe68ec33e97" providerId="ADAL" clId="{C7549606-A5F3-423B-AD39-8A4C31AD62F0}" dt="2024-12-05T17:12:27.016" v="6522" actId="113"/>
          <ac:spMkLst>
            <pc:docMk/>
            <pc:sldMk cId="2720580075" sldId="268"/>
            <ac:spMk id="14" creationId="{6923E2D9-92EB-3EDE-1916-FD6EDDC668D5}"/>
          </ac:spMkLst>
        </pc:spChg>
        <pc:spChg chg="add mod">
          <ac:chgData name="Georges MATHIO" userId="1057b68d-d9cf-4cd5-bc4c-3fe68ec33e97" providerId="ADAL" clId="{C7549606-A5F3-423B-AD39-8A4C31AD62F0}" dt="2024-10-17T09:49:16.068" v="2363" actId="1076"/>
          <ac:spMkLst>
            <pc:docMk/>
            <pc:sldMk cId="2720580075" sldId="268"/>
            <ac:spMk id="17" creationId="{CB74BBA3-E596-628A-CAB6-3D1312B09F47}"/>
          </ac:spMkLst>
        </pc:spChg>
        <pc:spChg chg="add mod">
          <ac:chgData name="Georges MATHIO" userId="1057b68d-d9cf-4cd5-bc4c-3fe68ec33e97" providerId="ADAL" clId="{C7549606-A5F3-423B-AD39-8A4C31AD62F0}" dt="2024-10-17T09:49:23.223" v="2365" actId="1076"/>
          <ac:spMkLst>
            <pc:docMk/>
            <pc:sldMk cId="2720580075" sldId="268"/>
            <ac:spMk id="18" creationId="{2F2B86F0-0DB9-1A2F-9E00-1E563A3E85A2}"/>
          </ac:spMkLst>
        </pc:spChg>
        <pc:cxnChg chg="add mod">
          <ac:chgData name="Georges MATHIO" userId="1057b68d-d9cf-4cd5-bc4c-3fe68ec33e97" providerId="ADAL" clId="{C7549606-A5F3-423B-AD39-8A4C31AD62F0}" dt="2024-12-05T17:12:19.224" v="6521" actId="1038"/>
          <ac:cxnSpMkLst>
            <pc:docMk/>
            <pc:sldMk cId="2720580075" sldId="268"/>
            <ac:cxnSpMk id="11" creationId="{7FB373A0-4FEE-29DC-A82B-E6121CC2A121}"/>
          </ac:cxnSpMkLst>
        </pc:cxnChg>
        <pc:cxnChg chg="add mod">
          <ac:chgData name="Georges MATHIO" userId="1057b68d-d9cf-4cd5-bc4c-3fe68ec33e97" providerId="ADAL" clId="{C7549606-A5F3-423B-AD39-8A4C31AD62F0}" dt="2024-10-17T09:48:39.479" v="2356" actId="1076"/>
          <ac:cxnSpMkLst>
            <pc:docMk/>
            <pc:sldMk cId="2720580075" sldId="268"/>
            <ac:cxnSpMk id="15" creationId="{A24A0DE3-C987-9E56-EF4B-E09602BE50C5}"/>
          </ac:cxnSpMkLst>
        </pc:cxnChg>
      </pc:sldChg>
      <pc:sldChg chg="add del">
        <pc:chgData name="Georges MATHIO" userId="1057b68d-d9cf-4cd5-bc4c-3fe68ec33e97" providerId="ADAL" clId="{C7549606-A5F3-423B-AD39-8A4C31AD62F0}" dt="2024-10-15T13:52:01.046" v="182"/>
        <pc:sldMkLst>
          <pc:docMk/>
          <pc:sldMk cId="711435609" sldId="269"/>
        </pc:sldMkLst>
      </pc:sldChg>
      <pc:sldChg chg="addSp modSp add mod">
        <pc:chgData name="Georges MATHIO" userId="1057b68d-d9cf-4cd5-bc4c-3fe68ec33e97" providerId="ADAL" clId="{C7549606-A5F3-423B-AD39-8A4C31AD62F0}" dt="2024-11-05T16:14:03.853" v="2739" actId="732"/>
        <pc:sldMkLst>
          <pc:docMk/>
          <pc:sldMk cId="4167943880" sldId="269"/>
        </pc:sldMkLst>
        <pc:spChg chg="add mod">
          <ac:chgData name="Georges MATHIO" userId="1057b68d-d9cf-4cd5-bc4c-3fe68ec33e97" providerId="ADAL" clId="{C7549606-A5F3-423B-AD39-8A4C31AD62F0}" dt="2024-10-15T14:25:19.435" v="549" actId="1076"/>
          <ac:spMkLst>
            <pc:docMk/>
            <pc:sldMk cId="4167943880" sldId="269"/>
            <ac:spMk id="3" creationId="{98952CC7-9AEA-C25B-B92F-1832EAF3091B}"/>
          </ac:spMkLst>
        </pc:spChg>
        <pc:spChg chg="add mod">
          <ac:chgData name="Georges MATHIO" userId="1057b68d-d9cf-4cd5-bc4c-3fe68ec33e97" providerId="ADAL" clId="{C7549606-A5F3-423B-AD39-8A4C31AD62F0}" dt="2024-10-15T15:44:18.379" v="867" actId="114"/>
          <ac:spMkLst>
            <pc:docMk/>
            <pc:sldMk cId="4167943880" sldId="269"/>
            <ac:spMk id="4" creationId="{557515A8-67B1-65E7-3AF9-B54876C4D9AC}"/>
          </ac:spMkLst>
        </pc:spChg>
        <pc:spChg chg="mod">
          <ac:chgData name="Georges MATHIO" userId="1057b68d-d9cf-4cd5-bc4c-3fe68ec33e97" providerId="ADAL" clId="{C7549606-A5F3-423B-AD39-8A4C31AD62F0}" dt="2024-10-15T15:43:24.171" v="796" actId="20577"/>
          <ac:spMkLst>
            <pc:docMk/>
            <pc:sldMk cId="4167943880" sldId="269"/>
            <ac:spMk id="14" creationId="{7E30C4D4-D051-74FE-764D-C642BFBB0D1E}"/>
          </ac:spMkLst>
        </pc:spChg>
        <pc:picChg chg="mod">
          <ac:chgData name="Georges MATHIO" userId="1057b68d-d9cf-4cd5-bc4c-3fe68ec33e97" providerId="ADAL" clId="{C7549606-A5F3-423B-AD39-8A4C31AD62F0}" dt="2024-11-05T16:14:03.853" v="2739" actId="732"/>
          <ac:picMkLst>
            <pc:docMk/>
            <pc:sldMk cId="4167943880" sldId="269"/>
            <ac:picMk id="2050" creationId="{A3AD40DE-A3C2-7659-7357-CE3758AC60EB}"/>
          </ac:picMkLst>
        </pc:picChg>
      </pc:sldChg>
      <pc:sldChg chg="addSp delSp modSp add mod">
        <pc:chgData name="Georges MATHIO" userId="1057b68d-d9cf-4cd5-bc4c-3fe68ec33e97" providerId="ADAL" clId="{C7549606-A5F3-423B-AD39-8A4C31AD62F0}" dt="2024-12-05T17:09:01.827" v="6484" actId="20577"/>
        <pc:sldMkLst>
          <pc:docMk/>
          <pc:sldMk cId="4025307010" sldId="270"/>
        </pc:sldMkLst>
        <pc:spChg chg="mod">
          <ac:chgData name="Georges MATHIO" userId="1057b68d-d9cf-4cd5-bc4c-3fe68ec33e97" providerId="ADAL" clId="{C7549606-A5F3-423B-AD39-8A4C31AD62F0}" dt="2024-10-15T15:46:40.068" v="901" actId="113"/>
          <ac:spMkLst>
            <pc:docMk/>
            <pc:sldMk cId="4025307010" sldId="270"/>
            <ac:spMk id="2" creationId="{D8121574-D0F8-5A27-BA45-99294A5796B9}"/>
          </ac:spMkLst>
        </pc:spChg>
        <pc:spChg chg="add mod">
          <ac:chgData name="Georges MATHIO" userId="1057b68d-d9cf-4cd5-bc4c-3fe68ec33e97" providerId="ADAL" clId="{C7549606-A5F3-423B-AD39-8A4C31AD62F0}" dt="2024-12-05T17:09:01.827" v="6484" actId="20577"/>
          <ac:spMkLst>
            <pc:docMk/>
            <pc:sldMk cId="4025307010" sldId="270"/>
            <ac:spMk id="4" creationId="{DFFAB3A0-22F2-484F-F5DC-C9FD72F11918}"/>
          </ac:spMkLst>
        </pc:spChg>
        <pc:spChg chg="mod">
          <ac:chgData name="Georges MATHIO" userId="1057b68d-d9cf-4cd5-bc4c-3fe68ec33e97" providerId="ADAL" clId="{C7549606-A5F3-423B-AD39-8A4C31AD62F0}" dt="2024-12-05T17:08:28.348" v="6483" actId="1035"/>
          <ac:spMkLst>
            <pc:docMk/>
            <pc:sldMk cId="4025307010" sldId="270"/>
            <ac:spMk id="14" creationId="{ECD67E23-521B-D7B5-FAE4-D9C3BE6CECC5}"/>
          </ac:spMkLst>
        </pc:spChg>
        <pc:picChg chg="add mod">
          <ac:chgData name="Georges MATHIO" userId="1057b68d-d9cf-4cd5-bc4c-3fe68ec33e97" providerId="ADAL" clId="{C7549606-A5F3-423B-AD39-8A4C31AD62F0}" dt="2024-11-05T16:15:31.144" v="2755" actId="1076"/>
          <ac:picMkLst>
            <pc:docMk/>
            <pc:sldMk cId="4025307010" sldId="270"/>
            <ac:picMk id="6" creationId="{1768D7AB-1D0F-5941-D24F-2239B9CD4F0B}"/>
          </ac:picMkLst>
        </pc:picChg>
        <pc:picChg chg="del mod">
          <ac:chgData name="Georges MATHIO" userId="1057b68d-d9cf-4cd5-bc4c-3fe68ec33e97" providerId="ADAL" clId="{C7549606-A5F3-423B-AD39-8A4C31AD62F0}" dt="2024-11-05T16:15:13.239" v="2748" actId="478"/>
          <ac:picMkLst>
            <pc:docMk/>
            <pc:sldMk cId="4025307010" sldId="270"/>
            <ac:picMk id="1026" creationId="{3385CA2C-1260-A3B0-2F22-0C2D4FC2592A}"/>
          </ac:picMkLst>
        </pc:picChg>
      </pc:sldChg>
      <pc:sldChg chg="addSp delSp modSp new mod ord">
        <pc:chgData name="Georges MATHIO" userId="1057b68d-d9cf-4cd5-bc4c-3fe68ec33e97" providerId="ADAL" clId="{C7549606-A5F3-423B-AD39-8A4C31AD62F0}" dt="2024-12-04T13:20:07.491" v="6050" actId="1036"/>
        <pc:sldMkLst>
          <pc:docMk/>
          <pc:sldMk cId="2112080799" sldId="271"/>
        </pc:sldMkLst>
        <pc:spChg chg="mod">
          <ac:chgData name="Georges MATHIO" userId="1057b68d-d9cf-4cd5-bc4c-3fe68ec33e97" providerId="ADAL" clId="{C7549606-A5F3-423B-AD39-8A4C31AD62F0}" dt="2024-12-02T15:30:13.591" v="5155" actId="20577"/>
          <ac:spMkLst>
            <pc:docMk/>
            <pc:sldMk cId="2112080799" sldId="271"/>
            <ac:spMk id="2" creationId="{DDC7BD23-C594-C51E-D2C2-4043BC85DA32}"/>
          </ac:spMkLst>
        </pc:spChg>
        <pc:spChg chg="del">
          <ac:chgData name="Georges MATHIO" userId="1057b68d-d9cf-4cd5-bc4c-3fe68ec33e97" providerId="ADAL" clId="{C7549606-A5F3-423B-AD39-8A4C31AD62F0}" dt="2024-10-15T16:23:57.871" v="1598"/>
          <ac:spMkLst>
            <pc:docMk/>
            <pc:sldMk cId="2112080799" sldId="271"/>
            <ac:spMk id="3" creationId="{96F885BE-E1C5-EE6F-1F1F-4CCD230960DE}"/>
          </ac:spMkLst>
        </pc:spChg>
        <pc:spChg chg="add mod">
          <ac:chgData name="Georges MATHIO" userId="1057b68d-d9cf-4cd5-bc4c-3fe68ec33e97" providerId="ADAL" clId="{C7549606-A5F3-423B-AD39-8A4C31AD62F0}" dt="2024-12-03T12:42:29.753" v="5921" actId="20577"/>
          <ac:spMkLst>
            <pc:docMk/>
            <pc:sldMk cId="2112080799" sldId="271"/>
            <ac:spMk id="3" creationId="{BFEEE7BA-2124-797F-B4B7-9A3B83022C6C}"/>
          </ac:spMkLst>
        </pc:spChg>
        <pc:spChg chg="add del mod">
          <ac:chgData name="Georges MATHIO" userId="1057b68d-d9cf-4cd5-bc4c-3fe68ec33e97" providerId="ADAL" clId="{C7549606-A5F3-423B-AD39-8A4C31AD62F0}" dt="2024-11-20T13:58:27.930" v="3782" actId="478"/>
          <ac:spMkLst>
            <pc:docMk/>
            <pc:sldMk cId="2112080799" sldId="271"/>
            <ac:spMk id="4" creationId="{0D311120-5214-6DBF-E4DA-B48EB1568F04}"/>
          </ac:spMkLst>
        </pc:spChg>
        <pc:spChg chg="add">
          <ac:chgData name="Georges MATHIO" userId="1057b68d-d9cf-4cd5-bc4c-3fe68ec33e97" providerId="ADAL" clId="{C7549606-A5F3-423B-AD39-8A4C31AD62F0}" dt="2024-12-02T17:05:23.990" v="5761"/>
          <ac:spMkLst>
            <pc:docMk/>
            <pc:sldMk cId="2112080799" sldId="271"/>
            <ac:spMk id="4" creationId="{BF3DE5CE-3760-87A7-536B-7E979B161C7D}"/>
          </ac:spMkLst>
        </pc:spChg>
        <pc:spChg chg="add del mod">
          <ac:chgData name="Georges MATHIO" userId="1057b68d-d9cf-4cd5-bc4c-3fe68ec33e97" providerId="ADAL" clId="{C7549606-A5F3-423B-AD39-8A4C31AD62F0}" dt="2024-12-02T15:29:57.169" v="5121" actId="478"/>
          <ac:spMkLst>
            <pc:docMk/>
            <pc:sldMk cId="2112080799" sldId="271"/>
            <ac:spMk id="6" creationId="{AEB4C1C4-66D3-9583-A44B-28FDD57A64C8}"/>
          </ac:spMkLst>
        </pc:spChg>
        <pc:spChg chg="add mod">
          <ac:chgData name="Georges MATHIO" userId="1057b68d-d9cf-4cd5-bc4c-3fe68ec33e97" providerId="ADAL" clId="{C7549606-A5F3-423B-AD39-8A4C31AD62F0}" dt="2024-12-04T13:20:07.491" v="6050" actId="1036"/>
          <ac:spMkLst>
            <pc:docMk/>
            <pc:sldMk cId="2112080799" sldId="271"/>
            <ac:spMk id="8" creationId="{79E57B8A-EA74-4934-DF45-F9F6933ED881}"/>
          </ac:spMkLst>
        </pc:spChg>
        <pc:spChg chg="add mod">
          <ac:chgData name="Georges MATHIO" userId="1057b68d-d9cf-4cd5-bc4c-3fe68ec33e97" providerId="ADAL" clId="{C7549606-A5F3-423B-AD39-8A4C31AD62F0}" dt="2024-12-04T13:20:07.491" v="6050" actId="1036"/>
          <ac:spMkLst>
            <pc:docMk/>
            <pc:sldMk cId="2112080799" sldId="271"/>
            <ac:spMk id="9" creationId="{91925C41-23DB-A2E0-17C8-3D5F32893E56}"/>
          </ac:spMkLst>
        </pc:spChg>
        <pc:spChg chg="add mod">
          <ac:chgData name="Georges MATHIO" userId="1057b68d-d9cf-4cd5-bc4c-3fe68ec33e97" providerId="ADAL" clId="{C7549606-A5F3-423B-AD39-8A4C31AD62F0}" dt="2024-12-04T13:20:07.491" v="6050" actId="1036"/>
          <ac:spMkLst>
            <pc:docMk/>
            <pc:sldMk cId="2112080799" sldId="271"/>
            <ac:spMk id="10" creationId="{7BAB329D-D2D5-5CA4-7B8C-1398978B90DE}"/>
          </ac:spMkLst>
        </pc:spChg>
        <pc:picChg chg="add del mod modCrop">
          <ac:chgData name="Georges MATHIO" userId="1057b68d-d9cf-4cd5-bc4c-3fe68ec33e97" providerId="ADAL" clId="{C7549606-A5F3-423B-AD39-8A4C31AD62F0}" dt="2024-12-02T17:06:22.494" v="5767" actId="478"/>
          <ac:picMkLst>
            <pc:docMk/>
            <pc:sldMk cId="2112080799" sldId="271"/>
            <ac:picMk id="7" creationId="{7907035F-1D7F-7446-DF95-DAEBD398FAE5}"/>
          </ac:picMkLst>
        </pc:picChg>
        <pc:picChg chg="add del mod">
          <ac:chgData name="Georges MATHIO" userId="1057b68d-d9cf-4cd5-bc4c-3fe68ec33e97" providerId="ADAL" clId="{C7549606-A5F3-423B-AD39-8A4C31AD62F0}" dt="2024-12-02T15:29:51.051" v="5119" actId="478"/>
          <ac:picMkLst>
            <pc:docMk/>
            <pc:sldMk cId="2112080799" sldId="271"/>
            <ac:picMk id="1026" creationId="{71029191-3277-788F-CEB1-F9A555FEE7E8}"/>
          </ac:picMkLst>
        </pc:picChg>
        <pc:picChg chg="add del mod">
          <ac:chgData name="Georges MATHIO" userId="1057b68d-d9cf-4cd5-bc4c-3fe68ec33e97" providerId="ADAL" clId="{C7549606-A5F3-423B-AD39-8A4C31AD62F0}" dt="2024-11-20T13:58:21.312" v="3780" actId="478"/>
          <ac:picMkLst>
            <pc:docMk/>
            <pc:sldMk cId="2112080799" sldId="271"/>
            <ac:picMk id="2050" creationId="{F656ABB5-F56C-44F3-94DD-E7FA5CBBD1FF}"/>
          </ac:picMkLst>
        </pc:picChg>
      </pc:sldChg>
      <pc:sldChg chg="addSp modSp new mod">
        <pc:chgData name="Georges MATHIO" userId="1057b68d-d9cf-4cd5-bc4c-3fe68ec33e97" providerId="ADAL" clId="{C7549606-A5F3-423B-AD39-8A4C31AD62F0}" dt="2024-12-03T12:45:15.684" v="5923" actId="20577"/>
        <pc:sldMkLst>
          <pc:docMk/>
          <pc:sldMk cId="3063286718" sldId="272"/>
        </pc:sldMkLst>
        <pc:spChg chg="mod">
          <ac:chgData name="Georges MATHIO" userId="1057b68d-d9cf-4cd5-bc4c-3fe68ec33e97" providerId="ADAL" clId="{C7549606-A5F3-423B-AD39-8A4C31AD62F0}" dt="2024-10-17T08:45:35.268" v="1684" actId="20577"/>
          <ac:spMkLst>
            <pc:docMk/>
            <pc:sldMk cId="3063286718" sldId="272"/>
            <ac:spMk id="2" creationId="{3D93CB8B-21C0-0EA1-B26C-795BF302F63E}"/>
          </ac:spMkLst>
        </pc:spChg>
        <pc:spChg chg="mod">
          <ac:chgData name="Georges MATHIO" userId="1057b68d-d9cf-4cd5-bc4c-3fe68ec33e97" providerId="ADAL" clId="{C7549606-A5F3-423B-AD39-8A4C31AD62F0}" dt="2024-12-03T12:45:15.684" v="5923" actId="20577"/>
          <ac:spMkLst>
            <pc:docMk/>
            <pc:sldMk cId="3063286718" sldId="272"/>
            <ac:spMk id="3" creationId="{EB371C06-42AB-6EA6-D7A9-7F3B9B8BB65B}"/>
          </ac:spMkLst>
        </pc:spChg>
        <pc:spChg chg="add mod">
          <ac:chgData name="Georges MATHIO" userId="1057b68d-d9cf-4cd5-bc4c-3fe68ec33e97" providerId="ADAL" clId="{C7549606-A5F3-423B-AD39-8A4C31AD62F0}" dt="2024-11-05T16:25:36.810" v="2898" actId="1076"/>
          <ac:spMkLst>
            <pc:docMk/>
            <pc:sldMk cId="3063286718" sldId="272"/>
            <ac:spMk id="4" creationId="{9F38A074-B924-41E0-1419-81059EE81009}"/>
          </ac:spMkLst>
        </pc:spChg>
        <pc:spChg chg="add mod">
          <ac:chgData name="Georges MATHIO" userId="1057b68d-d9cf-4cd5-bc4c-3fe68ec33e97" providerId="ADAL" clId="{C7549606-A5F3-423B-AD39-8A4C31AD62F0}" dt="2024-10-17T08:54:33.912" v="1802" actId="114"/>
          <ac:spMkLst>
            <pc:docMk/>
            <pc:sldMk cId="3063286718" sldId="272"/>
            <ac:spMk id="5" creationId="{193D5D1F-80C2-ED35-EF1E-BA0BB3216ED2}"/>
          </ac:spMkLst>
        </pc:spChg>
        <pc:picChg chg="add mod">
          <ac:chgData name="Georges MATHIO" userId="1057b68d-d9cf-4cd5-bc4c-3fe68ec33e97" providerId="ADAL" clId="{C7549606-A5F3-423B-AD39-8A4C31AD62F0}" dt="2024-11-20T14:17:07.150" v="4108" actId="14100"/>
          <ac:picMkLst>
            <pc:docMk/>
            <pc:sldMk cId="3063286718" sldId="272"/>
            <ac:picMk id="1026" creationId="{73BB3368-2331-91BE-1DA1-11A9306A4AFA}"/>
          </ac:picMkLst>
        </pc:picChg>
      </pc:sldChg>
      <pc:sldChg chg="addSp delSp modSp add mod ord">
        <pc:chgData name="Georges MATHIO" userId="1057b68d-d9cf-4cd5-bc4c-3fe68ec33e97" providerId="ADAL" clId="{C7549606-A5F3-423B-AD39-8A4C31AD62F0}" dt="2024-12-05T17:13:54.029" v="6529" actId="1037"/>
        <pc:sldMkLst>
          <pc:docMk/>
          <pc:sldMk cId="3113290312" sldId="273"/>
        </pc:sldMkLst>
        <pc:spChg chg="mod">
          <ac:chgData name="Georges MATHIO" userId="1057b68d-d9cf-4cd5-bc4c-3fe68ec33e97" providerId="ADAL" clId="{C7549606-A5F3-423B-AD39-8A4C31AD62F0}" dt="2024-10-17T09:38:29.980" v="2062" actId="20577"/>
          <ac:spMkLst>
            <pc:docMk/>
            <pc:sldMk cId="3113290312" sldId="273"/>
            <ac:spMk id="2" creationId="{2C5802AC-DDF9-7FF2-534B-35B397D59642}"/>
          </ac:spMkLst>
        </pc:spChg>
        <pc:spChg chg="mod">
          <ac:chgData name="Georges MATHIO" userId="1057b68d-d9cf-4cd5-bc4c-3fe68ec33e97" providerId="ADAL" clId="{C7549606-A5F3-423B-AD39-8A4C31AD62F0}" dt="2024-12-05T15:10:36.841" v="6444" actId="20577"/>
          <ac:spMkLst>
            <pc:docMk/>
            <pc:sldMk cId="3113290312" sldId="273"/>
            <ac:spMk id="3" creationId="{275D7284-F27E-90E9-C228-D591CFAC23BE}"/>
          </ac:spMkLst>
        </pc:spChg>
        <pc:spChg chg="del">
          <ac:chgData name="Georges MATHIO" userId="1057b68d-d9cf-4cd5-bc4c-3fe68ec33e97" providerId="ADAL" clId="{C7549606-A5F3-423B-AD39-8A4C31AD62F0}" dt="2024-12-05T14:49:37.835" v="6350" actId="478"/>
          <ac:spMkLst>
            <pc:docMk/>
            <pc:sldMk cId="3113290312" sldId="273"/>
            <ac:spMk id="5" creationId="{BABD0B29-9356-E25D-6640-DCA971644E53}"/>
          </ac:spMkLst>
        </pc:spChg>
        <pc:spChg chg="add">
          <ac:chgData name="Georges MATHIO" userId="1057b68d-d9cf-4cd5-bc4c-3fe68ec33e97" providerId="ADAL" clId="{C7549606-A5F3-423B-AD39-8A4C31AD62F0}" dt="2024-10-17T09:31:56.100" v="2037"/>
          <ac:spMkLst>
            <pc:docMk/>
            <pc:sldMk cId="3113290312" sldId="273"/>
            <ac:spMk id="6" creationId="{CFA73DA3-E8A0-8449-1CB3-22F6897721D5}"/>
          </ac:spMkLst>
        </pc:spChg>
        <pc:spChg chg="add del mod">
          <ac:chgData name="Georges MATHIO" userId="1057b68d-d9cf-4cd5-bc4c-3fe68ec33e97" providerId="ADAL" clId="{C7549606-A5F3-423B-AD39-8A4C31AD62F0}" dt="2024-12-05T14:45:47.097" v="6246" actId="478"/>
          <ac:spMkLst>
            <pc:docMk/>
            <pc:sldMk cId="3113290312" sldId="273"/>
            <ac:spMk id="6" creationId="{EEAF1E9C-12F6-1A1C-D0B2-DEE8D101314C}"/>
          </ac:spMkLst>
        </pc:spChg>
        <pc:spChg chg="add mod">
          <ac:chgData name="Georges MATHIO" userId="1057b68d-d9cf-4cd5-bc4c-3fe68ec33e97" providerId="ADAL" clId="{C7549606-A5F3-423B-AD39-8A4C31AD62F0}" dt="2024-12-05T14:52:23.692" v="6388" actId="14100"/>
          <ac:spMkLst>
            <pc:docMk/>
            <pc:sldMk cId="3113290312" sldId="273"/>
            <ac:spMk id="7" creationId="{1105F300-C001-8B67-2B0C-78E72A45FCF1}"/>
          </ac:spMkLst>
        </pc:spChg>
        <pc:spChg chg="add">
          <ac:chgData name="Georges MATHIO" userId="1057b68d-d9cf-4cd5-bc4c-3fe68ec33e97" providerId="ADAL" clId="{C7549606-A5F3-423B-AD39-8A4C31AD62F0}" dt="2024-10-17T09:31:59.412" v="2038"/>
          <ac:spMkLst>
            <pc:docMk/>
            <pc:sldMk cId="3113290312" sldId="273"/>
            <ac:spMk id="7" creationId="{478B2698-010B-DF2C-D231-69D56E8F9797}"/>
          </ac:spMkLst>
        </pc:spChg>
        <pc:spChg chg="add mod">
          <ac:chgData name="Georges MATHIO" userId="1057b68d-d9cf-4cd5-bc4c-3fe68ec33e97" providerId="ADAL" clId="{C7549606-A5F3-423B-AD39-8A4C31AD62F0}" dt="2024-12-05T15:11:28.004" v="6462" actId="1036"/>
          <ac:spMkLst>
            <pc:docMk/>
            <pc:sldMk cId="3113290312" sldId="273"/>
            <ac:spMk id="9" creationId="{F60CD5D8-36C0-7C98-D6C5-AB8D15F5B10E}"/>
          </ac:spMkLst>
        </pc:spChg>
        <pc:spChg chg="add mod">
          <ac:chgData name="Georges MATHIO" userId="1057b68d-d9cf-4cd5-bc4c-3fe68ec33e97" providerId="ADAL" clId="{C7549606-A5F3-423B-AD39-8A4C31AD62F0}" dt="2024-12-05T17:13:54.029" v="6529" actId="1037"/>
          <ac:spMkLst>
            <pc:docMk/>
            <pc:sldMk cId="3113290312" sldId="273"/>
            <ac:spMk id="10" creationId="{F858D81B-DD3A-9B87-8D5E-D52BD9D4CF75}"/>
          </ac:spMkLst>
        </pc:spChg>
        <pc:spChg chg="add mod">
          <ac:chgData name="Georges MATHIO" userId="1057b68d-d9cf-4cd5-bc4c-3fe68ec33e97" providerId="ADAL" clId="{C7549606-A5F3-423B-AD39-8A4C31AD62F0}" dt="2024-12-05T15:11:28.004" v="6462" actId="1036"/>
          <ac:spMkLst>
            <pc:docMk/>
            <pc:sldMk cId="3113290312" sldId="273"/>
            <ac:spMk id="11" creationId="{DA6D8FBF-AD7B-8153-E225-F2ADB30F0966}"/>
          </ac:spMkLst>
        </pc:spChg>
        <pc:spChg chg="add mod">
          <ac:chgData name="Georges MATHIO" userId="1057b68d-d9cf-4cd5-bc4c-3fe68ec33e97" providerId="ADAL" clId="{C7549606-A5F3-423B-AD39-8A4C31AD62F0}" dt="2024-12-05T15:11:28.004" v="6462" actId="1036"/>
          <ac:spMkLst>
            <pc:docMk/>
            <pc:sldMk cId="3113290312" sldId="273"/>
            <ac:spMk id="12" creationId="{10A8E645-8D63-7172-0C86-E645F2F1278D}"/>
          </ac:spMkLst>
        </pc:spChg>
        <pc:spChg chg="add mod">
          <ac:chgData name="Georges MATHIO" userId="1057b68d-d9cf-4cd5-bc4c-3fe68ec33e97" providerId="ADAL" clId="{C7549606-A5F3-423B-AD39-8A4C31AD62F0}" dt="2024-12-05T15:11:28.004" v="6462" actId="1036"/>
          <ac:spMkLst>
            <pc:docMk/>
            <pc:sldMk cId="3113290312" sldId="273"/>
            <ac:spMk id="13" creationId="{08E4F241-B13B-520D-73E6-D8C11F1C5573}"/>
          </ac:spMkLst>
        </pc:spChg>
        <pc:spChg chg="add mod">
          <ac:chgData name="Georges MATHIO" userId="1057b68d-d9cf-4cd5-bc4c-3fe68ec33e97" providerId="ADAL" clId="{C7549606-A5F3-423B-AD39-8A4C31AD62F0}" dt="2024-12-05T14:53:21.550" v="6404" actId="20577"/>
          <ac:spMkLst>
            <pc:docMk/>
            <pc:sldMk cId="3113290312" sldId="273"/>
            <ac:spMk id="14" creationId="{7D6D0B2F-3A36-F4BA-0C9B-F353C8CFFC75}"/>
          </ac:spMkLst>
        </pc:spChg>
        <pc:picChg chg="add mod">
          <ac:chgData name="Georges MATHIO" userId="1057b68d-d9cf-4cd5-bc4c-3fe68ec33e97" providerId="ADAL" clId="{C7549606-A5F3-423B-AD39-8A4C31AD62F0}" dt="2024-10-17T09:38:17.633" v="2045"/>
          <ac:picMkLst>
            <pc:docMk/>
            <pc:sldMk cId="3113290312" sldId="273"/>
            <ac:picMk id="8" creationId="{4BCB3F97-489C-FB88-6737-AEAC5729FE5C}"/>
          </ac:picMkLst>
        </pc:picChg>
        <pc:picChg chg="del">
          <ac:chgData name="Georges MATHIO" userId="1057b68d-d9cf-4cd5-bc4c-3fe68ec33e97" providerId="ADAL" clId="{C7549606-A5F3-423B-AD39-8A4C31AD62F0}" dt="2024-10-17T09:06:48.011" v="1917" actId="478"/>
          <ac:picMkLst>
            <pc:docMk/>
            <pc:sldMk cId="3113290312" sldId="273"/>
            <ac:picMk id="1026" creationId="{21A41028-DAF6-CDEC-B654-58DCC4EE5FA0}"/>
          </ac:picMkLst>
        </pc:picChg>
      </pc:sldChg>
      <pc:sldChg chg="modSp add mod ord">
        <pc:chgData name="Georges MATHIO" userId="1057b68d-d9cf-4cd5-bc4c-3fe68ec33e97" providerId="ADAL" clId="{C7549606-A5F3-423B-AD39-8A4C31AD62F0}" dt="2024-12-05T14:32:37.583" v="6068"/>
        <pc:sldMkLst>
          <pc:docMk/>
          <pc:sldMk cId="1244614476" sldId="276"/>
        </pc:sldMkLst>
        <pc:spChg chg="mod">
          <ac:chgData name="Georges MATHIO" userId="1057b68d-d9cf-4cd5-bc4c-3fe68ec33e97" providerId="ADAL" clId="{C7549606-A5F3-423B-AD39-8A4C31AD62F0}" dt="2024-11-05T16:21:56.362" v="2834" actId="20577"/>
          <ac:spMkLst>
            <pc:docMk/>
            <pc:sldMk cId="1244614476" sldId="276"/>
            <ac:spMk id="2" creationId="{3A83B63E-8695-A261-2D66-4BFE1CECFE25}"/>
          </ac:spMkLst>
        </pc:spChg>
        <pc:spChg chg="mod">
          <ac:chgData name="Georges MATHIO" userId="1057b68d-d9cf-4cd5-bc4c-3fe68ec33e97" providerId="ADAL" clId="{C7549606-A5F3-423B-AD39-8A4C31AD62F0}" dt="2024-11-05T16:22:27.786" v="2890" actId="20577"/>
          <ac:spMkLst>
            <pc:docMk/>
            <pc:sldMk cId="1244614476" sldId="276"/>
            <ac:spMk id="3" creationId="{E7B1851B-891E-7219-903C-44C4234BD6E6}"/>
          </ac:spMkLst>
        </pc:spChg>
        <pc:spChg chg="mod">
          <ac:chgData name="Georges MATHIO" userId="1057b68d-d9cf-4cd5-bc4c-3fe68ec33e97" providerId="ADAL" clId="{C7549606-A5F3-423B-AD39-8A4C31AD62F0}" dt="2024-11-05T16:22:14.100" v="2873" actId="20577"/>
          <ac:spMkLst>
            <pc:docMk/>
            <pc:sldMk cId="1244614476" sldId="276"/>
            <ac:spMk id="5" creationId="{FE12536D-6ED0-DC03-08CC-8D761524D1FF}"/>
          </ac:spMkLst>
        </pc:spChg>
      </pc:sldChg>
      <pc:sldChg chg="addSp delSp modSp add mod">
        <pc:chgData name="Georges MATHIO" userId="1057b68d-d9cf-4cd5-bc4c-3fe68ec33e97" providerId="ADAL" clId="{C7549606-A5F3-423B-AD39-8A4C31AD62F0}" dt="2024-11-20T14:21:18.262" v="4347" actId="1076"/>
        <pc:sldMkLst>
          <pc:docMk/>
          <pc:sldMk cId="1147471272" sldId="277"/>
        </pc:sldMkLst>
        <pc:spChg chg="add mod">
          <ac:chgData name="Georges MATHIO" userId="1057b68d-d9cf-4cd5-bc4c-3fe68ec33e97" providerId="ADAL" clId="{C7549606-A5F3-423B-AD39-8A4C31AD62F0}" dt="2024-11-20T14:20:09.599" v="4268" actId="114"/>
          <ac:spMkLst>
            <pc:docMk/>
            <pc:sldMk cId="1147471272" sldId="277"/>
            <ac:spMk id="5" creationId="{E474E6FF-8919-1C46-ADFD-7D20DF7D728A}"/>
          </ac:spMkLst>
        </pc:spChg>
        <pc:spChg chg="mod">
          <ac:chgData name="Georges MATHIO" userId="1057b68d-d9cf-4cd5-bc4c-3fe68ec33e97" providerId="ADAL" clId="{C7549606-A5F3-423B-AD39-8A4C31AD62F0}" dt="2024-11-20T14:21:18.262" v="4347" actId="1076"/>
          <ac:spMkLst>
            <pc:docMk/>
            <pc:sldMk cId="1147471272" sldId="277"/>
            <ac:spMk id="19" creationId="{364C6C7E-1C55-B106-7E1B-D63A5421C448}"/>
          </ac:spMkLst>
        </pc:spChg>
        <pc:picChg chg="mod">
          <ac:chgData name="Georges MATHIO" userId="1057b68d-d9cf-4cd5-bc4c-3fe68ec33e97" providerId="ADAL" clId="{C7549606-A5F3-423B-AD39-8A4C31AD62F0}" dt="2024-11-20T14:18:14.983" v="4127" actId="1076"/>
          <ac:picMkLst>
            <pc:docMk/>
            <pc:sldMk cId="1147471272" sldId="277"/>
            <ac:picMk id="3" creationId="{724458A6-245F-5310-F34B-6E0573632293}"/>
          </ac:picMkLst>
        </pc:picChg>
        <pc:picChg chg="del">
          <ac:chgData name="Georges MATHIO" userId="1057b68d-d9cf-4cd5-bc4c-3fe68ec33e97" providerId="ADAL" clId="{C7549606-A5F3-423B-AD39-8A4C31AD62F0}" dt="2024-11-18T10:50:16.993" v="3141" actId="478"/>
          <ac:picMkLst>
            <pc:docMk/>
            <pc:sldMk cId="1147471272" sldId="277"/>
            <ac:picMk id="1026" creationId="{0506C224-5CBC-2E4D-68A8-6C79F9378AF8}"/>
          </ac:picMkLst>
        </pc:picChg>
      </pc:sldChg>
      <pc:sldChg chg="modSp add mod">
        <pc:chgData name="Georges MATHIO" userId="1057b68d-d9cf-4cd5-bc4c-3fe68ec33e97" providerId="ADAL" clId="{C7549606-A5F3-423B-AD39-8A4C31AD62F0}" dt="2024-12-02T17:17:12.510" v="5833" actId="20577"/>
        <pc:sldMkLst>
          <pc:docMk/>
          <pc:sldMk cId="375758687" sldId="278"/>
        </pc:sldMkLst>
        <pc:spChg chg="mod">
          <ac:chgData name="Georges MATHIO" userId="1057b68d-d9cf-4cd5-bc4c-3fe68ec33e97" providerId="ADAL" clId="{C7549606-A5F3-423B-AD39-8A4C31AD62F0}" dt="2024-12-02T17:17:12.510" v="5833" actId="20577"/>
          <ac:spMkLst>
            <pc:docMk/>
            <pc:sldMk cId="375758687" sldId="278"/>
            <ac:spMk id="2" creationId="{20F0D555-26A2-0061-0586-2B940A5E8A2E}"/>
          </ac:spMkLst>
        </pc:spChg>
      </pc:sldChg>
      <pc:sldChg chg="new del">
        <pc:chgData name="Georges MATHIO" userId="1057b68d-d9cf-4cd5-bc4c-3fe68ec33e97" providerId="ADAL" clId="{C7549606-A5F3-423B-AD39-8A4C31AD62F0}" dt="2024-12-02T15:29:24.839" v="5113" actId="47"/>
        <pc:sldMkLst>
          <pc:docMk/>
          <pc:sldMk cId="2717067497" sldId="278"/>
        </pc:sldMkLst>
      </pc:sldChg>
      <pc:sldMasterChg chg="setBg modSldLayout">
        <pc:chgData name="Georges MATHIO" userId="1057b68d-d9cf-4cd5-bc4c-3fe68ec33e97" providerId="ADAL" clId="{C7549606-A5F3-423B-AD39-8A4C31AD62F0}" dt="2024-12-05T17:10:50.228" v="6504"/>
        <pc:sldMasterMkLst>
          <pc:docMk/>
          <pc:sldMasterMk cId="0" sldId="2147483648"/>
        </pc:sldMasterMkLst>
        <pc:sldLayoutChg chg="modSp mod setBg">
          <pc:chgData name="Georges MATHIO" userId="1057b68d-d9cf-4cd5-bc4c-3fe68ec33e97" providerId="ADAL" clId="{C7549606-A5F3-423B-AD39-8A4C31AD62F0}" dt="2024-12-05T17:10:50.228" v="6504"/>
          <pc:sldLayoutMkLst>
            <pc:docMk/>
            <pc:sldMasterMk cId="0" sldId="2147483648"/>
            <pc:sldLayoutMk cId="0" sldId="2147483649"/>
          </pc:sldLayoutMkLst>
          <pc:picChg chg="mod">
            <ac:chgData name="Georges MATHIO" userId="1057b68d-d9cf-4cd5-bc4c-3fe68ec33e97" providerId="ADAL" clId="{C7549606-A5F3-423B-AD39-8A4C31AD62F0}" dt="2024-12-02T16:51:55.708" v="5184" actId="1076"/>
            <ac:picMkLst>
              <pc:docMk/>
              <pc:sldMasterMk cId="0" sldId="2147483648"/>
              <pc:sldLayoutMk cId="0" sldId="2147483649"/>
              <ac:picMk id="8" creationId="{6E3A0FE5-C39A-1C49-86B6-D92A234AE4B7}"/>
            </ac:picMkLst>
          </pc:picChg>
        </pc:sldLayoutChg>
        <pc:sldLayoutChg chg="setBg">
          <pc:chgData name="Georges MATHIO" userId="1057b68d-d9cf-4cd5-bc4c-3fe68ec33e97" providerId="ADAL" clId="{C7549606-A5F3-423B-AD39-8A4C31AD62F0}" dt="2024-12-05T17:10:50.228" v="6504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Georges MATHIO" userId="1057b68d-d9cf-4cd5-bc4c-3fe68ec33e97" providerId="ADAL" clId="{C7549606-A5F3-423B-AD39-8A4C31AD62F0}" dt="2024-12-05T17:10:50.228" v="6504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7FB7BF05-9048-28FC-5EB7-CE05B75ADC04}" dt="2023-10-26T13:10:31.790" v="29" actId="107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0:36.055" v="30" actId="1076"/>
          <ac:spMkLst>
            <pc:docMk/>
            <pc:sldMk cId="2526593619" sldId="256"/>
            <ac:spMk id="3" creationId="{00000000-0000-0000-0000-000000000000}"/>
          </ac:spMkLst>
        </pc:spChg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  <pc:spChg chg="mod">
          <ac:chgData name="Georges MATHIO" userId="S::georges.mathio@estia.fr::1057b68d-d9cf-4cd5-bc4c-3fe68ec33e97" providerId="AD" clId="Web-{7FB7BF05-9048-28FC-5EB7-CE05B75ADC04}" dt="2023-10-26T13:13:09.950" v="34" actId="20577"/>
          <ac:spMkLst>
            <pc:docMk/>
            <pc:sldMk cId="1029684144" sldId="257"/>
            <ac:spMk id="2" creationId="{B5D39F23-9E5E-3FC9-8F53-3F96A255A95E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3:17.279" v="42" actId="20577"/>
          <ac:spMkLst>
            <pc:docMk/>
            <pc:sldMk cId="1029684144" sldId="257"/>
            <ac:spMk id="3" creationId="{84CB716B-E483-042C-35D2-F2CBBF99143C}"/>
          </ac:spMkLst>
        </pc:spChg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1-06T10:26:22.863" v="3928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  <pc:spChg chg="mod">
          <ac:chgData name="Georges MATHIO" userId="1057b68d-d9cf-4cd5-bc4c-3fe68ec33e97" providerId="ADAL" clId="{6896E697-4535-4548-B5BB-7BF60D63B382}" dt="2023-10-26T13:15:07.700" v="1" actId="26606"/>
          <ac:spMkLst>
            <pc:docMk/>
            <pc:sldMk cId="1029684144" sldId="257"/>
            <ac:spMk id="2" creationId="{B5D39F23-9E5E-3FC9-8F53-3F96A255A95E}"/>
          </ac:spMkLst>
        </pc:spChg>
        <pc:spChg chg="del">
          <ac:chgData name="Georges MATHIO" userId="1057b68d-d9cf-4cd5-bc4c-3fe68ec33e97" providerId="ADAL" clId="{6896E697-4535-4548-B5BB-7BF60D63B382}" dt="2023-10-26T13:14:45.571" v="0"/>
          <ac:spMkLst>
            <pc:docMk/>
            <pc:sldMk cId="1029684144" sldId="257"/>
            <ac:spMk id="3" creationId="{84CB716B-E483-042C-35D2-F2CBBF99143C}"/>
          </ac:spMkLst>
        </pc:spChg>
        <pc:spChg chg="add mod">
          <ac:chgData name="Georges MATHIO" userId="1057b68d-d9cf-4cd5-bc4c-3fe68ec33e97" providerId="ADAL" clId="{6896E697-4535-4548-B5BB-7BF60D63B382}" dt="2023-10-26T13:36:14.492" v="730" actId="20577"/>
          <ac:spMkLst>
            <pc:docMk/>
            <pc:sldMk cId="1029684144" sldId="257"/>
            <ac:spMk id="9" creationId="{7DB127C4-6BEF-994A-4088-80E108A99217}"/>
          </ac:spMkLst>
        </pc:spChg>
        <pc:picChg chg="add mod">
          <ac:chgData name="Georges MATHIO" userId="1057b68d-d9cf-4cd5-bc4c-3fe68ec33e97" providerId="ADAL" clId="{6896E697-4535-4548-B5BB-7BF60D63B382}" dt="2023-10-26T13:15:30.345" v="4" actId="1076"/>
          <ac:picMkLst>
            <pc:docMk/>
            <pc:sldMk cId="1029684144" sldId="257"/>
            <ac:picMk id="5" creationId="{2DF1A251-FB83-C0F4-0593-FA905925C05F}"/>
          </ac:picMkLst>
        </pc:picChg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6896E697-4535-4548-B5BB-7BF60D63B382}" dt="2023-10-26T13:50:16.276" v="1346" actId="1038"/>
          <ac:spMkLst>
            <pc:docMk/>
            <pc:sldMk cId="1554076419" sldId="258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22:21.611" v="117" actId="478"/>
          <ac:spMkLst>
            <pc:docMk/>
            <pc:sldMk cId="1554076419" sldId="258"/>
            <ac:spMk id="3" creationId="{CCEA649E-CF4E-CD85-C8AF-E0296B17BA99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4" creationId="{5185E7B7-BF77-8FA5-F450-22EF6CADB3AF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5" creationId="{EBC66D41-2824-5251-9360-B8C227F88DA6}"/>
          </ac:spMkLst>
        </pc:spChg>
        <pc:spChg chg="add mod">
          <ac:chgData name="Georges MATHIO" userId="1057b68d-d9cf-4cd5-bc4c-3fe68ec33e97" providerId="ADAL" clId="{6896E697-4535-4548-B5BB-7BF60D63B382}" dt="2023-10-26T14:00:38.959" v="2328" actId="14100"/>
          <ac:spMkLst>
            <pc:docMk/>
            <pc:sldMk cId="1554076419" sldId="258"/>
            <ac:spMk id="6" creationId="{35FC96DA-A44D-A097-BC28-168510AB2271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7" creationId="{D0A8403C-5777-28EF-83D9-19F6822459A6}"/>
          </ac:spMkLst>
        </pc:spChg>
        <pc:spChg chg="add mod">
          <ac:chgData name="Georges MATHIO" userId="1057b68d-d9cf-4cd5-bc4c-3fe68ec33e97" providerId="ADAL" clId="{6896E697-4535-4548-B5BB-7BF60D63B382}" dt="2023-10-26T13:33:42.475" v="657" actId="20577"/>
          <ac:spMkLst>
            <pc:docMk/>
            <pc:sldMk cId="1554076419" sldId="258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3:29:02.344" v="373"/>
          <ac:spMkLst>
            <pc:docMk/>
            <pc:sldMk cId="1554076419" sldId="258"/>
            <ac:spMk id="9" creationId="{B3589FF7-0800-014E-47A6-815EE0415BD3}"/>
          </ac:spMkLst>
        </pc:spChg>
        <pc:spChg chg="add del mod">
          <ac:chgData name="Georges MATHIO" userId="1057b68d-d9cf-4cd5-bc4c-3fe68ec33e97" providerId="ADAL" clId="{6896E697-4535-4548-B5BB-7BF60D63B382}" dt="2023-10-26T13:29:01.806" v="372"/>
          <ac:spMkLst>
            <pc:docMk/>
            <pc:sldMk cId="1554076419" sldId="258"/>
            <ac:spMk id="10" creationId="{DFA8BC40-1922-CF33-3FF0-841C7D5CC6D8}"/>
          </ac:spMkLst>
        </pc:spChg>
        <pc:spChg chg="add mod">
          <ac:chgData name="Georges MATHIO" userId="1057b68d-d9cf-4cd5-bc4c-3fe68ec33e97" providerId="ADAL" clId="{6896E697-4535-4548-B5BB-7BF60D63B382}" dt="2023-10-26T13:34:07.586" v="688" actId="20577"/>
          <ac:spMkLst>
            <pc:docMk/>
            <pc:sldMk cId="1554076419" sldId="258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08:26.834" v="2660" actId="404"/>
          <ac:spMkLst>
            <pc:docMk/>
            <pc:sldMk cId="1554076419" sldId="258"/>
            <ac:spMk id="15" creationId="{1685C597-34CB-D272-A180-F815DAC2AE2C}"/>
          </ac:spMkLst>
        </pc:spChg>
        <pc:spChg chg="add mod">
          <ac:chgData name="Georges MATHIO" userId="1057b68d-d9cf-4cd5-bc4c-3fe68ec33e97" providerId="ADAL" clId="{6896E697-4535-4548-B5BB-7BF60D63B382}" dt="2023-10-26T14:11:37.867" v="2689" actId="20577"/>
          <ac:spMkLst>
            <pc:docMk/>
            <pc:sldMk cId="1554076419" sldId="258"/>
            <ac:spMk id="20" creationId="{39F9D3FD-D936-8011-4FE9-236D6D545DC8}"/>
          </ac:spMkLst>
        </pc:spChg>
        <pc:picChg chg="add mod">
          <ac:chgData name="Georges MATHIO" userId="1057b68d-d9cf-4cd5-bc4c-3fe68ec33e97" providerId="ADAL" clId="{6896E697-4535-4548-B5BB-7BF60D63B382}" dt="2023-10-26T14:07:33.809" v="2634" actId="1076"/>
          <ac:picMkLst>
            <pc:docMk/>
            <pc:sldMk cId="1554076419" sldId="258"/>
            <ac:picMk id="14" creationId="{DCF32F33-6E31-C54F-B79D-7B935267ADE7}"/>
          </ac:picMkLst>
        </pc:picChg>
        <pc:picChg chg="add del mod">
          <ac:chgData name="Georges MATHIO" userId="1057b68d-d9cf-4cd5-bc4c-3fe68ec33e97" providerId="ADAL" clId="{6896E697-4535-4548-B5BB-7BF60D63B382}" dt="2023-10-26T14:09:16.569" v="2662"/>
          <ac:picMkLst>
            <pc:docMk/>
            <pc:sldMk cId="1554076419" sldId="258"/>
            <ac:picMk id="17" creationId="{A08BD237-79BA-9359-3E54-302D076396B9}"/>
          </ac:picMkLst>
        </pc:picChg>
        <pc:picChg chg="add mod">
          <ac:chgData name="Georges MATHIO" userId="1057b68d-d9cf-4cd5-bc4c-3fe68ec33e97" providerId="ADAL" clId="{6896E697-4535-4548-B5BB-7BF60D63B382}" dt="2023-10-26T14:11:21.105" v="2667" actId="1076"/>
          <ac:picMkLst>
            <pc:docMk/>
            <pc:sldMk cId="1554076419" sldId="258"/>
            <ac:picMk id="19" creationId="{532C8E65-911C-75A2-6761-FDED691BB28F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  <pc:spChg chg="mod">
          <ac:chgData name="Georges MATHIO" userId="1057b68d-d9cf-4cd5-bc4c-3fe68ec33e97" providerId="ADAL" clId="{6896E697-4535-4548-B5BB-7BF60D63B382}" dt="2023-10-26T14:01:56.894" v="2364" actId="20577"/>
          <ac:spMkLst>
            <pc:docMk/>
            <pc:sldMk cId="2482283123" sldId="259"/>
            <ac:spMk id="2" creationId="{8AE1D70E-C040-1542-B36E-7DDF82084F61}"/>
          </ac:spMkLst>
        </pc:spChg>
        <pc:spChg chg="add mod">
          <ac:chgData name="Georges MATHIO" userId="1057b68d-d9cf-4cd5-bc4c-3fe68ec33e97" providerId="ADAL" clId="{6896E697-4535-4548-B5BB-7BF60D63B382}" dt="2023-10-26T14:54:54.547" v="3835" actId="20577"/>
          <ac:spMkLst>
            <pc:docMk/>
            <pc:sldMk cId="2482283123" sldId="259"/>
            <ac:spMk id="3" creationId="{B5620FEA-FA3C-B3F6-C2FC-F9D51C3D46CB}"/>
          </ac:spMkLst>
        </pc:spChg>
        <pc:spChg chg="del mod">
          <ac:chgData name="Georges MATHIO" userId="1057b68d-d9cf-4cd5-bc4c-3fe68ec33e97" providerId="ADAL" clId="{6896E697-4535-4548-B5BB-7BF60D63B382}" dt="2023-10-26T13:37:04.525" v="791" actId="478"/>
          <ac:spMkLst>
            <pc:docMk/>
            <pc:sldMk cId="2482283123" sldId="259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7:02.586" v="789" actId="478"/>
          <ac:spMkLst>
            <pc:docMk/>
            <pc:sldMk cId="2482283123" sldId="259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7:05.895" v="792" actId="478"/>
          <ac:spMkLst>
            <pc:docMk/>
            <pc:sldMk cId="2482283123" sldId="259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7:06.610" v="793" actId="478"/>
          <ac:spMkLst>
            <pc:docMk/>
            <pc:sldMk cId="2482283123" sldId="259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7:08.590" v="794" actId="478"/>
          <ac:spMkLst>
            <pc:docMk/>
            <pc:sldMk cId="2482283123" sldId="259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9" creationId="{F92C6909-680E-CF22-9519-97912FB02AE3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0" creationId="{00B98920-E429-EA37-32A1-15F673B7F6C0}"/>
          </ac:spMkLst>
        </pc:spChg>
        <pc:spChg chg="del mod">
          <ac:chgData name="Georges MATHIO" userId="1057b68d-d9cf-4cd5-bc4c-3fe68ec33e97" providerId="ADAL" clId="{6896E697-4535-4548-B5BB-7BF60D63B382}" dt="2023-10-26T13:58:24.509" v="2316" actId="478"/>
          <ac:spMkLst>
            <pc:docMk/>
            <pc:sldMk cId="2482283123" sldId="259"/>
            <ac:spMk id="11" creationId="{3538C984-96B3-4E9A-E4F7-3FC99AFA0885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2" creationId="{AAB7740C-4FF2-3FB0-C776-B2057AEEDFFA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3" creationId="{D49EF494-F074-94AF-912E-9F870691ABF9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5" creationId="{BEB1539C-3ADF-857B-3F60-EA487C2E3A7F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7" creationId="{42D6C3BB-6244-2D85-38D8-1645F83FC98C}"/>
          </ac:spMkLst>
        </pc:spChg>
        <pc:grpChg chg="add mod">
          <ac:chgData name="Georges MATHIO" userId="1057b68d-d9cf-4cd5-bc4c-3fe68ec33e97" providerId="ADAL" clId="{6896E697-4535-4548-B5BB-7BF60D63B382}" dt="2023-10-26T14:12:16.175" v="2700" actId="164"/>
          <ac:grpSpMkLst>
            <pc:docMk/>
            <pc:sldMk cId="2482283123" sldId="259"/>
            <ac:grpSpMk id="18" creationId="{BB1470EE-36CD-991A-20B0-D926D35A8960}"/>
          </ac:grpSpMkLst>
        </pc:grp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4" creationId="{D04D66EA-406C-39DA-86C0-54642E43BC9F}"/>
          </ac:picMkLst>
        </pc:pic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6" creationId="{C45ADC7C-D46A-59C5-EC42-21934DCBFB40}"/>
          </ac:picMkLst>
        </pc:picChg>
        <pc:picChg chg="add mod">
          <ac:chgData name="Georges MATHIO" userId="1057b68d-d9cf-4cd5-bc4c-3fe68ec33e97" providerId="ADAL" clId="{6896E697-4535-4548-B5BB-7BF60D63B382}" dt="2023-10-26T14:12:59.775" v="2705" actId="1076"/>
          <ac:picMkLst>
            <pc:docMk/>
            <pc:sldMk cId="2482283123" sldId="259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  <pc:spChg chg="mod">
          <ac:chgData name="Georges MATHIO" userId="1057b68d-d9cf-4cd5-bc4c-3fe68ec33e97" providerId="ADAL" clId="{6896E697-4535-4548-B5BB-7BF60D63B382}" dt="2023-10-26T13:50:00.666" v="1311" actId="1037"/>
          <ac:spMkLst>
            <pc:docMk/>
            <pc:sldMk cId="319033476" sldId="260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8:33.530" v="801" actId="478"/>
          <ac:spMkLst>
            <pc:docMk/>
            <pc:sldMk cId="319033476" sldId="260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5:42.067" v="2754"/>
          <ac:spMkLst>
            <pc:docMk/>
            <pc:sldMk cId="319033476" sldId="260"/>
            <ac:spMk id="9" creationId="{4DD1B261-04A1-1D78-B4EA-3DC942764A4E}"/>
          </ac:spMkLst>
        </pc:spChg>
        <pc:spChg chg="add mod">
          <ac:chgData name="Georges MATHIO" userId="1057b68d-d9cf-4cd5-bc4c-3fe68ec33e97" providerId="ADAL" clId="{6896E697-4535-4548-B5BB-7BF60D63B382}" dt="2023-10-26T14:16:21.677" v="2792" actId="1076"/>
          <ac:spMkLst>
            <pc:docMk/>
            <pc:sldMk cId="319033476" sldId="260"/>
            <ac:spMk id="10" creationId="{C5311046-E730-ED12-CF8A-7238F55775CD}"/>
          </ac:spMkLst>
        </pc:spChg>
        <pc:spChg chg="mod">
          <ac:chgData name="Georges MATHIO" userId="1057b68d-d9cf-4cd5-bc4c-3fe68ec33e97" providerId="ADAL" clId="{6896E697-4535-4548-B5BB-7BF60D63B382}" dt="2023-10-26T14:16:24.917" v="2793" actId="1076"/>
          <ac:spMkLst>
            <pc:docMk/>
            <pc:sldMk cId="319033476" sldId="260"/>
            <ac:spMk id="11" creationId="{3538C984-96B3-4E9A-E4F7-3FC99AFA0885}"/>
          </ac:spMkLst>
        </pc:spChg>
        <pc:picChg chg="add mod">
          <ac:chgData name="Georges MATHIO" userId="1057b68d-d9cf-4cd5-bc4c-3fe68ec33e97" providerId="ADAL" clId="{6896E697-4535-4548-B5BB-7BF60D63B382}" dt="2023-10-26T13:49:50.876" v="1288" actId="1035"/>
          <ac:picMkLst>
            <pc:docMk/>
            <pc:sldMk cId="319033476" sldId="260"/>
            <ac:picMk id="3" creationId="{855F086E-FF23-87F8-0B76-DEB6171DEA92}"/>
          </ac:picMkLst>
        </pc:picChg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  <pc:spChg chg="mod">
          <ac:chgData name="Georges MATHIO" userId="1057b68d-d9cf-4cd5-bc4c-3fe68ec33e97" providerId="ADAL" clId="{6896E697-4535-4548-B5BB-7BF60D63B382}" dt="2023-10-26T14:54:05.827" v="3749" actId="1036"/>
          <ac:spMkLst>
            <pc:docMk/>
            <pc:sldMk cId="1018468898" sldId="261"/>
            <ac:spMk id="3" creationId="{B5620FEA-FA3C-B3F6-C2FC-F9D51C3D46CB}"/>
          </ac:spMkLst>
        </pc:spChg>
        <pc:picChg chg="add mod">
          <ac:chgData name="Georges MATHIO" userId="1057b68d-d9cf-4cd5-bc4c-3fe68ec33e97" providerId="ADAL" clId="{6896E697-4535-4548-B5BB-7BF60D63B382}" dt="2023-10-26T14:14:58.275" v="2750" actId="1037"/>
          <ac:picMkLst>
            <pc:docMk/>
            <pc:sldMk cId="1018468898" sldId="261"/>
            <ac:picMk id="4" creationId="{C76545A6-7767-C8CC-4CA3-607E4E2EBCC7}"/>
          </ac:picMkLst>
        </pc:picChg>
        <pc:picChg chg="del">
          <ac:chgData name="Georges MATHIO" userId="1057b68d-d9cf-4cd5-bc4c-3fe68ec33e97" providerId="ADAL" clId="{6896E697-4535-4548-B5BB-7BF60D63B382}" dt="2023-10-26T14:14:55.962" v="2745" actId="478"/>
          <ac:picMkLst>
            <pc:docMk/>
            <pc:sldMk cId="1018468898" sldId="261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  <pc:spChg chg="mod">
          <ac:chgData name="Georges MATHIO" userId="1057b68d-d9cf-4cd5-bc4c-3fe68ec33e97" providerId="ADAL" clId="{6896E697-4535-4548-B5BB-7BF60D63B382}" dt="2023-10-26T14:27:17.381" v="3377" actId="20577"/>
          <ac:spMkLst>
            <pc:docMk/>
            <pc:sldMk cId="340622423" sldId="262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27:51.512" v="3379" actId="478"/>
          <ac:spMkLst>
            <pc:docMk/>
            <pc:sldMk cId="340622423" sldId="262"/>
            <ac:spMk id="10" creationId="{C5311046-E730-ED12-CF8A-7238F55775CD}"/>
          </ac:spMkLst>
        </pc:spChg>
        <pc:spChg chg="del mod">
          <ac:chgData name="Georges MATHIO" userId="1057b68d-d9cf-4cd5-bc4c-3fe68ec33e97" providerId="ADAL" clId="{6896E697-4535-4548-B5BB-7BF60D63B382}" dt="2023-10-26T14:34:34.113" v="3424" actId="478"/>
          <ac:spMkLst>
            <pc:docMk/>
            <pc:sldMk cId="340622423" sldId="262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38:06.863" v="3488" actId="6549"/>
          <ac:spMkLst>
            <pc:docMk/>
            <pc:sldMk cId="340622423" sldId="262"/>
            <ac:spMk id="12" creationId="{43908B09-E598-D7B8-CD3B-61A6FBEF591A}"/>
          </ac:spMkLst>
        </pc:spChg>
        <pc:spChg chg="add mod">
          <ac:chgData name="Georges MATHIO" userId="1057b68d-d9cf-4cd5-bc4c-3fe68ec33e97" providerId="ADAL" clId="{6896E697-4535-4548-B5BB-7BF60D63B382}" dt="2023-10-26T14:38:21.055" v="3505" actId="20577"/>
          <ac:spMkLst>
            <pc:docMk/>
            <pc:sldMk cId="340622423" sldId="262"/>
            <ac:spMk id="13" creationId="{BBB09E6E-C20A-FC71-5E15-FC824D16E47D}"/>
          </ac:spMkLst>
        </pc:spChg>
        <pc:spChg chg="add mod">
          <ac:chgData name="Georges MATHIO" userId="1057b68d-d9cf-4cd5-bc4c-3fe68ec33e97" providerId="ADAL" clId="{6896E697-4535-4548-B5BB-7BF60D63B382}" dt="2023-10-26T14:38:33.926" v="3521" actId="20577"/>
          <ac:spMkLst>
            <pc:docMk/>
            <pc:sldMk cId="340622423" sldId="262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27:23.520" v="3378" actId="478"/>
          <ac:picMkLst>
            <pc:docMk/>
            <pc:sldMk cId="340622423" sldId="262"/>
            <ac:picMk id="3" creationId="{855F086E-FF23-87F8-0B76-DEB6171DEA92}"/>
          </ac:picMkLst>
        </pc:picChg>
        <pc:picChg chg="add mod modCrop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5" creationId="{3E2F5131-24A0-604B-0D13-F98590C3F2A6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7" creationId="{3AEF901F-8D06-D46E-3D89-D6BCC19757B8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9" creationId="{7F8E4059-1026-3A37-6555-E8B3B6B351DE}"/>
          </ac:picMkLst>
        </pc:picChg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  <pc:spChg chg="mod">
          <ac:chgData name="Georges MATHIO" userId="1057b68d-d9cf-4cd5-bc4c-3fe68ec33e97" providerId="ADAL" clId="{6896E697-4535-4548-B5BB-7BF60D63B382}" dt="2023-10-26T14:39:17.121" v="3531" actId="20577"/>
          <ac:spMkLst>
            <pc:docMk/>
            <pc:sldMk cId="1455700223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39:24.552" v="3535" actId="478"/>
          <ac:spMkLst>
            <pc:docMk/>
            <pc:sldMk cId="1455700223" sldId="263"/>
            <ac:spMk id="12" creationId="{43908B09-E598-D7B8-CD3B-61A6FBEF591A}"/>
          </ac:spMkLst>
        </pc:spChg>
        <pc:spChg chg="del">
          <ac:chgData name="Georges MATHIO" userId="1057b68d-d9cf-4cd5-bc4c-3fe68ec33e97" providerId="ADAL" clId="{6896E697-4535-4548-B5BB-7BF60D63B382}" dt="2023-10-26T14:39:26.012" v="3536" actId="478"/>
          <ac:spMkLst>
            <pc:docMk/>
            <pc:sldMk cId="1455700223" sldId="263"/>
            <ac:spMk id="13" creationId="{BBB09E6E-C20A-FC71-5E15-FC824D16E47D}"/>
          </ac:spMkLst>
        </pc:spChg>
        <pc:spChg chg="mod">
          <ac:chgData name="Georges MATHIO" userId="1057b68d-d9cf-4cd5-bc4c-3fe68ec33e97" providerId="ADAL" clId="{6896E697-4535-4548-B5BB-7BF60D63B382}" dt="2023-10-26T14:56:52.447" v="3926" actId="20577"/>
          <ac:spMkLst>
            <pc:docMk/>
            <pc:sldMk cId="1455700223" sldId="263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39:19.396" v="3532" actId="478"/>
          <ac:picMkLst>
            <pc:docMk/>
            <pc:sldMk cId="1455700223" sldId="263"/>
            <ac:picMk id="5" creationId="{3E2F5131-24A0-604B-0D13-F98590C3F2A6}"/>
          </ac:picMkLst>
        </pc:picChg>
        <pc:picChg chg="del">
          <ac:chgData name="Georges MATHIO" userId="1057b68d-d9cf-4cd5-bc4c-3fe68ec33e97" providerId="ADAL" clId="{6896E697-4535-4548-B5BB-7BF60D63B382}" dt="2023-10-26T14:39:20.862" v="3534" actId="478"/>
          <ac:picMkLst>
            <pc:docMk/>
            <pc:sldMk cId="1455700223" sldId="263"/>
            <ac:picMk id="7" creationId="{3AEF901F-8D06-D46E-3D89-D6BCC19757B8}"/>
          </ac:picMkLst>
        </pc:picChg>
        <pc:picChg chg="del">
          <ac:chgData name="Georges MATHIO" userId="1057b68d-d9cf-4cd5-bc4c-3fe68ec33e97" providerId="ADAL" clId="{6896E697-4535-4548-B5BB-7BF60D63B382}" dt="2023-10-26T14:39:19.731" v="3533" actId="478"/>
          <ac:picMkLst>
            <pc:docMk/>
            <pc:sldMk cId="1455700223" sldId="263"/>
            <ac:picMk id="9" creationId="{7F8E4059-1026-3A37-6555-E8B3B6B351DE}"/>
          </ac:picMkLst>
        </pc:picChg>
      </pc:sldChg>
      <pc:sldMasterChg chg="addSp delSp modSp mod">
        <pc:chgData name="Georges MATHIO" userId="1057b68d-d9cf-4cd5-bc4c-3fe68ec33e97" providerId="ADAL" clId="{6896E697-4535-4548-B5BB-7BF60D63B382}" dt="2023-11-06T10:26:22.863" v="3928"/>
        <pc:sldMasterMkLst>
          <pc:docMk/>
          <pc:sldMasterMk cId="0" sldId="2147483669"/>
        </pc:sldMasterMkLst>
        <pc:spChg chg="add mod">
          <ac:chgData name="Georges MATHIO" userId="1057b68d-d9cf-4cd5-bc4c-3fe68ec33e97" providerId="ADAL" clId="{6896E697-4535-4548-B5BB-7BF60D63B382}" dt="2023-11-06T10:26:22.863" v="3928"/>
          <ac:spMkLst>
            <pc:docMk/>
            <pc:sldMasterMk cId="0" sldId="2147483669"/>
            <ac:spMk id="7" creationId="{6AA074AB-766A-76FA-FB34-4471F2AFCDAA}"/>
          </ac:spMkLst>
        </pc:spChg>
        <pc:picChg chg="add del mod">
          <ac:chgData name="Georges MATHIO" userId="1057b68d-d9cf-4cd5-bc4c-3fe68ec33e97" providerId="ADAL" clId="{6896E697-4535-4548-B5BB-7BF60D63B382}" dt="2023-11-06T10:26:21.544" v="3927" actId="478"/>
          <ac:picMkLst>
            <pc:docMk/>
            <pc:sldMasterMk cId="0" sldId="2147483669"/>
            <ac:picMk id="8" creationId="{396E9789-E64B-700E-1F72-C4F0350E8E00}"/>
          </ac:picMkLst>
        </pc:picChg>
        <pc:picChg chg="add mod">
          <ac:chgData name="Georges MATHIO" userId="1057b68d-d9cf-4cd5-bc4c-3fe68ec33e97" providerId="ADAL" clId="{6896E697-4535-4548-B5BB-7BF60D63B382}" dt="2023-11-06T10:26:22.863" v="3928"/>
          <ac:picMkLst>
            <pc:docMk/>
            <pc:sldMasterMk cId="0" sldId="2147483669"/>
            <ac:picMk id="9" creationId="{2C6B33F3-733F-89B1-872D-AA751F65B9D6}"/>
          </ac:picMkLst>
        </pc:pic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05/12/2024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05/12/2024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>
            <a:extLst>
              <a:ext uri="{FF2B5EF4-FFF2-40B4-BE49-F238E27FC236}">
                <a16:creationId xmlns:a16="http://schemas.microsoft.com/office/drawing/2014/main" id="{6E3A0FE5-C39A-1C49-86B6-D92A234AE4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893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 dirty="0"/>
              <a:t>Click to edit Master subtitle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pic>
        <p:nvPicPr>
          <p:cNvPr id="8" name="Picture 5" descr="Celestia-R1---OverlayContentHD.png">
            <a:extLst>
              <a:ext uri="{FF2B5EF4-FFF2-40B4-BE49-F238E27FC236}">
                <a16:creationId xmlns:a16="http://schemas.microsoft.com/office/drawing/2014/main" id="{C0E4D736-DF0E-6FFB-D4A2-46F677BC3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elestia-R1---OverlayContentHD.png">
            <a:extLst>
              <a:ext uri="{FF2B5EF4-FFF2-40B4-BE49-F238E27FC236}">
                <a16:creationId xmlns:a16="http://schemas.microsoft.com/office/drawing/2014/main" id="{91C81237-E8B3-96FF-4819-AA9DE4BC93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-2645"/>
            <a:ext cx="10131426" cy="106944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066801"/>
            <a:ext cx="10131425" cy="47243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IhvC56v63IJVXv0GJcl9vO5Z6znCVb1P&amp;feature=shared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turndata.com/2021/02/23/aws-quick-tips-internet-gateways-nat-gateways-and-nat-instances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wesome-cloud/aws-difference-between-security-groups-and-network-acls-adc632ea29ae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blogs/networking-and-content-delivery/understand-aws-data-transfer-details-in-depth-from-cost-and-usage-report-using-athena-query-and-quicksigh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en-us/azure/vpn-gateway/design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ocs.aws.amazon.com/apigateway/latest/developerguide/api-gateway-setup-api-key-with-console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65587" y="1989751"/>
            <a:ext cx="4879529" cy="2013633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GB" sz="7200">
                <a:cs typeface="Calibri Light"/>
              </a:rPr>
              <a:t>Cloud Engineering</a:t>
            </a:r>
            <a:endParaRPr lang="en-GB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046524" y="4407565"/>
            <a:ext cx="4586533" cy="1405467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en-GB" sz="2800">
                <a:cs typeface="Calibri"/>
              </a:rPr>
              <a:t>Networking</a:t>
            </a:r>
            <a:endParaRPr lang="en-US" sz="2800" dirty="0">
              <a:cs typeface="Calibri"/>
            </a:endParaRPr>
          </a:p>
        </p:txBody>
      </p:sp>
      <p:pic>
        <p:nvPicPr>
          <p:cNvPr id="5" name="Image 4" descr="Une image contenant carte&#10;&#10;Description générée automatiquement">
            <a:extLst>
              <a:ext uri="{FF2B5EF4-FFF2-40B4-BE49-F238E27FC236}">
                <a16:creationId xmlns:a16="http://schemas.microsoft.com/office/drawing/2014/main" id="{F73F8FC2-5B6F-E10C-9677-54E44621F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5" y="1620700"/>
            <a:ext cx="5480026" cy="33625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2659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C27A55DA-082D-1494-4B75-D8416BCDC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195" y="793778"/>
            <a:ext cx="5002691" cy="489201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3E5B4A0-32B4-A6AE-6210-CF9464C8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Overview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877468A-C6BD-DFB1-948A-75293497D502}"/>
              </a:ext>
            </a:extLst>
          </p:cNvPr>
          <p:cNvSpPr txBox="1"/>
          <p:nvPr/>
        </p:nvSpPr>
        <p:spPr>
          <a:xfrm>
            <a:off x="880532" y="1845733"/>
            <a:ext cx="4326467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Recall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the devops course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Main network &amp; </a:t>
            </a:r>
            <a:r>
              <a:rPr lang="fr-FR" dirty="0" err="1"/>
              <a:t>subnets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Connecting</a:t>
            </a:r>
            <a:r>
              <a:rPr lang="fr-FR" dirty="0"/>
              <a:t> to internet: </a:t>
            </a:r>
            <a:r>
              <a:rPr lang="fr-FR" dirty="0" err="1"/>
              <a:t>gateways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DNS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Frontal 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Load</a:t>
            </a:r>
            <a:r>
              <a:rPr lang="fr-FR" dirty="0"/>
              <a:t> balancing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CDN / 5G </a:t>
            </a:r>
            <a:r>
              <a:rPr lang="fr-FR" dirty="0" err="1"/>
              <a:t>edge</a:t>
            </a:r>
            <a:r>
              <a:rPr lang="fr-FR" dirty="0"/>
              <a:t> content </a:t>
            </a:r>
            <a:r>
              <a:rPr lang="fr-FR" dirty="0" err="1"/>
              <a:t>deployment</a:t>
            </a:r>
            <a:endParaRPr lang="en-GB" dirty="0"/>
          </a:p>
        </p:txBody>
      </p:sp>
      <p:sp>
        <p:nvSpPr>
          <p:cNvPr id="10" name="Oval 14">
            <a:extLst>
              <a:ext uri="{FF2B5EF4-FFF2-40B4-BE49-F238E27FC236}">
                <a16:creationId xmlns:a16="http://schemas.microsoft.com/office/drawing/2014/main" id="{9743D097-CC0D-F6F7-BA08-3BDBD61FA7C8}"/>
              </a:ext>
            </a:extLst>
          </p:cNvPr>
          <p:cNvSpPr/>
          <p:nvPr/>
        </p:nvSpPr>
        <p:spPr>
          <a:xfrm>
            <a:off x="9103666" y="4189703"/>
            <a:ext cx="469025" cy="43935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14">
            <a:extLst>
              <a:ext uri="{FF2B5EF4-FFF2-40B4-BE49-F238E27FC236}">
                <a16:creationId xmlns:a16="http://schemas.microsoft.com/office/drawing/2014/main" id="{279A6B06-12BF-FCC1-2101-B0F5F7F2818D}"/>
              </a:ext>
            </a:extLst>
          </p:cNvPr>
          <p:cNvSpPr/>
          <p:nvPr/>
        </p:nvSpPr>
        <p:spPr>
          <a:xfrm>
            <a:off x="8520681" y="2204199"/>
            <a:ext cx="1634996" cy="10355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14">
            <a:extLst>
              <a:ext uri="{FF2B5EF4-FFF2-40B4-BE49-F238E27FC236}">
                <a16:creationId xmlns:a16="http://schemas.microsoft.com/office/drawing/2014/main" id="{CE27A112-7FC1-A1B5-6D89-D81AB3205368}"/>
              </a:ext>
            </a:extLst>
          </p:cNvPr>
          <p:cNvSpPr/>
          <p:nvPr/>
        </p:nvSpPr>
        <p:spPr>
          <a:xfrm>
            <a:off x="9103665" y="3020107"/>
            <a:ext cx="469025" cy="43935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14">
            <a:extLst>
              <a:ext uri="{FF2B5EF4-FFF2-40B4-BE49-F238E27FC236}">
                <a16:creationId xmlns:a16="http://schemas.microsoft.com/office/drawing/2014/main" id="{4B5DD85E-1457-49FA-9F18-CA17878D5EC4}"/>
              </a:ext>
            </a:extLst>
          </p:cNvPr>
          <p:cNvSpPr/>
          <p:nvPr/>
        </p:nvSpPr>
        <p:spPr>
          <a:xfrm>
            <a:off x="6014548" y="4498666"/>
            <a:ext cx="1634996" cy="10355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29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dirty="0" err="1"/>
              <a:t>Topology</a:t>
            </a:r>
            <a:endParaRPr lang="fr-FR" dirty="0">
              <a:cs typeface="Calibri Light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175320" y="1726395"/>
            <a:ext cx="5709014" cy="32762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Networks are </a:t>
            </a:r>
            <a:r>
              <a:rPr lang="fr-FR" sz="2000" dirty="0" err="1"/>
              <a:t>organized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routers</a:t>
            </a:r>
            <a:r>
              <a:rPr lang="fr-FR" sz="2000" dirty="0"/>
              <a:t> and switches</a:t>
            </a:r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 err="1"/>
              <a:t>Routers</a:t>
            </a:r>
            <a:r>
              <a:rPr lang="fr-FR" sz="2000" dirty="0"/>
              <a:t> </a:t>
            </a:r>
            <a:r>
              <a:rPr lang="fr-FR" sz="2000" dirty="0" err="1"/>
              <a:t>link</a:t>
            </a:r>
            <a:r>
              <a:rPr lang="fr-FR" sz="2000" dirty="0"/>
              <a:t> </a:t>
            </a:r>
            <a:r>
              <a:rPr lang="fr-FR" sz="2000" dirty="0" err="1"/>
              <a:t>together</a:t>
            </a:r>
            <a:r>
              <a:rPr lang="fr-FR" sz="2000" dirty="0"/>
              <a:t> 2 networks (or more)</a:t>
            </a:r>
            <a:br>
              <a:rPr lang="fr-FR" sz="2000" dirty="0"/>
            </a:br>
            <a:r>
              <a:rPr lang="fr-FR" sz="2000" dirty="0">
                <a:ea typeface="Calibri"/>
                <a:cs typeface="Calibri"/>
              </a:rPr>
              <a:t> OSI </a:t>
            </a:r>
            <a:r>
              <a:rPr lang="fr-FR" sz="2000" dirty="0" err="1">
                <a:ea typeface="Calibri"/>
                <a:cs typeface="Calibri"/>
              </a:rPr>
              <a:t>level</a:t>
            </a:r>
            <a:r>
              <a:rPr lang="fr-FR" sz="2000" dirty="0">
                <a:ea typeface="Calibri"/>
                <a:cs typeface="Calibri"/>
              </a:rPr>
              <a:t> 3</a:t>
            </a:r>
            <a:endParaRPr lang="fr-FR" sz="2000" dirty="0"/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/>
              <a:t>Switches </a:t>
            </a:r>
            <a:r>
              <a:rPr lang="fr-FR" sz="2000" dirty="0" err="1"/>
              <a:t>link</a:t>
            </a:r>
            <a:r>
              <a:rPr lang="fr-FR" sz="2000" dirty="0"/>
              <a:t> </a:t>
            </a:r>
            <a:r>
              <a:rPr lang="fr-FR" sz="2000" dirty="0" err="1"/>
              <a:t>together</a:t>
            </a:r>
            <a:r>
              <a:rPr lang="fr-FR" sz="2000" dirty="0"/>
              <a:t> </a:t>
            </a:r>
            <a:r>
              <a:rPr lang="fr-FR" sz="2000" dirty="0" err="1"/>
              <a:t>devices</a:t>
            </a:r>
            <a:r>
              <a:rPr lang="fr-FR" sz="2000" dirty="0"/>
              <a:t> in a </a:t>
            </a:r>
            <a:r>
              <a:rPr lang="fr-FR" sz="2000" dirty="0" err="1"/>
              <a:t>same</a:t>
            </a:r>
            <a:r>
              <a:rPr lang="fr-FR" sz="2000" dirty="0"/>
              <a:t> network</a:t>
            </a:r>
            <a:br>
              <a:rPr lang="fr-FR" sz="2000" dirty="0"/>
            </a:br>
            <a:r>
              <a:rPr lang="fr-FR" sz="2000" dirty="0">
                <a:ea typeface="Calibri"/>
                <a:cs typeface="Calibri"/>
              </a:rPr>
              <a:t> OSI </a:t>
            </a:r>
            <a:r>
              <a:rPr lang="fr-FR" sz="2000" dirty="0" err="1">
                <a:ea typeface="Calibri"/>
                <a:cs typeface="Calibri"/>
              </a:rPr>
              <a:t>level</a:t>
            </a:r>
            <a:r>
              <a:rPr lang="fr-FR" sz="2000" dirty="0">
                <a:ea typeface="Calibri"/>
                <a:cs typeface="Calibri"/>
              </a:rPr>
              <a:t> 2</a:t>
            </a:r>
            <a:endParaRPr lang="fr-FR" sz="2000" dirty="0"/>
          </a:p>
        </p:txBody>
      </p:sp>
      <p:pic>
        <p:nvPicPr>
          <p:cNvPr id="2050" name="Picture 2" descr="Difference between Switch and Router | Switch vs Router">
            <a:extLst>
              <a:ext uri="{FF2B5EF4-FFF2-40B4-BE49-F238E27FC236}">
                <a16:creationId xmlns:a16="http://schemas.microsoft.com/office/drawing/2014/main" id="{A3AD40DE-A3C2-7659-7357-CE3758AC60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8" t="2852" r="2278" b="4325"/>
          <a:stretch/>
        </p:blipFill>
        <p:spPr bwMode="auto">
          <a:xfrm>
            <a:off x="6170801" y="1780251"/>
            <a:ext cx="5572466" cy="3130416"/>
          </a:xfrm>
          <a:prstGeom prst="roundRect">
            <a:avLst>
              <a:gd name="adj" fmla="val 3409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8952CC7-9AEA-C25B-B92F-1832EAF3091B}"/>
              </a:ext>
            </a:extLst>
          </p:cNvPr>
          <p:cNvSpPr txBox="1"/>
          <p:nvPr/>
        </p:nvSpPr>
        <p:spPr>
          <a:xfrm>
            <a:off x="9198403" y="168173"/>
            <a:ext cx="2993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err="1"/>
              <a:t>Recall</a:t>
            </a:r>
            <a:r>
              <a:rPr lang="fr-FR" sz="2000" i="1" dirty="0"/>
              <a:t> </a:t>
            </a:r>
            <a:r>
              <a:rPr lang="fr-FR" sz="2000" i="1" dirty="0" err="1"/>
              <a:t>from</a:t>
            </a:r>
            <a:r>
              <a:rPr lang="fr-FR" sz="2000" i="1" dirty="0"/>
              <a:t> Devops course</a:t>
            </a:r>
            <a:endParaRPr lang="en-GB" sz="2000" i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7515A8-67B1-65E7-3AF9-B54876C4D9AC}"/>
              </a:ext>
            </a:extLst>
          </p:cNvPr>
          <p:cNvSpPr txBox="1"/>
          <p:nvPr/>
        </p:nvSpPr>
        <p:spPr>
          <a:xfrm>
            <a:off x="1888067" y="6172325"/>
            <a:ext cx="6773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Excellent </a:t>
            </a:r>
            <a:r>
              <a:rPr lang="fr-FR" sz="2000" i="1" dirty="0" err="1"/>
              <a:t>learning</a:t>
            </a:r>
            <a:r>
              <a:rPr lang="fr-FR" sz="2000" i="1" dirty="0"/>
              <a:t> </a:t>
            </a:r>
            <a:r>
              <a:rPr lang="fr-FR" sz="2000" i="1" dirty="0" err="1"/>
              <a:t>material</a:t>
            </a:r>
            <a:r>
              <a:rPr lang="fr-FR" sz="2000" i="1" dirty="0"/>
              <a:t>: </a:t>
            </a:r>
            <a:r>
              <a:rPr lang="fr-FR" sz="2000" i="1" dirty="0">
                <a:hlinkClick r:id="rId3"/>
              </a:rPr>
              <a:t>Network </a:t>
            </a:r>
            <a:r>
              <a:rPr lang="fr-FR" sz="2000" i="1" dirty="0" err="1">
                <a:hlinkClick r:id="rId3"/>
              </a:rPr>
              <a:t>Chuck’s</a:t>
            </a:r>
            <a:r>
              <a:rPr lang="fr-FR" sz="2000" i="1" dirty="0">
                <a:hlinkClick r:id="rId3"/>
              </a:rPr>
              <a:t> Free CCNA Course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4167943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b="1" u="sng" dirty="0">
                <a:latin typeface="Consolas" panose="020B0609020204030204" pitchFamily="49" charset="0"/>
              </a:rPr>
              <a:t>N</a:t>
            </a:r>
            <a:r>
              <a:rPr lang="fr-FR" dirty="0">
                <a:latin typeface="Consolas" panose="020B0609020204030204" pitchFamily="49" charset="0"/>
              </a:rPr>
              <a:t>etwork </a:t>
            </a:r>
            <a:r>
              <a:rPr lang="fr-FR" b="1" u="sng" dirty="0">
                <a:latin typeface="Consolas" panose="020B0609020204030204" pitchFamily="49" charset="0"/>
              </a:rPr>
              <a:t>I</a:t>
            </a:r>
            <a:r>
              <a:rPr lang="fr-FR" dirty="0">
                <a:latin typeface="Consolas" panose="020B0609020204030204" pitchFamily="49" charset="0"/>
              </a:rPr>
              <a:t>nterface </a:t>
            </a:r>
            <a:r>
              <a:rPr lang="fr-FR" b="1" u="sng" dirty="0" err="1">
                <a:latin typeface="Consolas" panose="020B0609020204030204" pitchFamily="49" charset="0"/>
              </a:rPr>
              <a:t>C</a:t>
            </a:r>
            <a:r>
              <a:rPr lang="fr-FR" dirty="0" err="1">
                <a:latin typeface="Consolas" panose="020B0609020204030204" pitchFamily="49" charset="0"/>
              </a:rPr>
              <a:t>arD</a:t>
            </a:r>
            <a:endParaRPr lang="fr-FR" b="1" dirty="0">
              <a:latin typeface="Consolas" panose="020B0609020204030204" pitchFamily="49" charset="0"/>
              <a:cs typeface="Calibri Light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418509" y="1726684"/>
            <a:ext cx="6701958" cy="37379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cs typeface="Calibri"/>
              </a:rPr>
              <a:t>A NIC carries </a:t>
            </a:r>
            <a:r>
              <a:rPr lang="fr-FR" sz="2000" dirty="0" err="1">
                <a:cs typeface="Calibri"/>
              </a:rPr>
              <a:t>its</a:t>
            </a:r>
            <a:r>
              <a:rPr lang="fr-FR" sz="2000" dirty="0">
                <a:cs typeface="Calibri"/>
              </a:rPr>
              <a:t> </a:t>
            </a:r>
            <a:r>
              <a:rPr lang="fr-FR" sz="2000" dirty="0" err="1">
                <a:cs typeface="Calibri"/>
              </a:rPr>
              <a:t>own</a:t>
            </a:r>
            <a:r>
              <a:rPr lang="fr-FR" sz="2000" dirty="0">
                <a:cs typeface="Calibri"/>
              </a:rPr>
              <a:t> unique MAC </a:t>
            </a:r>
            <a:r>
              <a:rPr lang="fr-FR" sz="2000" dirty="0" err="1">
                <a:cs typeface="Calibri"/>
              </a:rPr>
              <a:t>address</a:t>
            </a:r>
            <a:br>
              <a:rPr lang="fr-FR" sz="2000" dirty="0">
                <a:cs typeface="Calibri"/>
              </a:rPr>
            </a:br>
            <a:r>
              <a:rPr lang="fr-FR" sz="2000" dirty="0">
                <a:cs typeface="Calibri"/>
              </a:rPr>
              <a:t>like </a:t>
            </a:r>
            <a:r>
              <a:rPr lang="fr-FR" sz="2000" dirty="0">
                <a:latin typeface="Consolas" panose="020B0609020204030204" pitchFamily="49" charset="0"/>
                <a:cs typeface="Calibri"/>
              </a:rPr>
              <a:t>07:27:2d:40:83:gg (OSI </a:t>
            </a:r>
            <a:r>
              <a:rPr lang="fr-FR" sz="2000" dirty="0" err="1">
                <a:latin typeface="Consolas" panose="020B0609020204030204" pitchFamily="49" charset="0"/>
                <a:cs typeface="Calibri"/>
              </a:rPr>
              <a:t>level</a:t>
            </a:r>
            <a:r>
              <a:rPr lang="fr-FR" sz="2000" dirty="0">
                <a:latin typeface="Consolas" panose="020B0609020204030204" pitchFamily="49" charset="0"/>
                <a:cs typeface="Calibri"/>
              </a:rPr>
              <a:t> 2)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 dirty="0">
              <a:latin typeface="Consolas" panose="020B0609020204030204" pitchFamily="49" charset="0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cs typeface="Calibri"/>
              </a:rPr>
              <a:t>The MAC </a:t>
            </a:r>
            <a:r>
              <a:rPr lang="fr-FR" sz="2000" dirty="0" err="1">
                <a:cs typeface="Calibri"/>
              </a:rPr>
              <a:t>is</a:t>
            </a:r>
            <a:r>
              <a:rPr lang="fr-FR" sz="2000" dirty="0">
                <a:cs typeface="Calibri"/>
              </a:rPr>
              <a:t> </a:t>
            </a:r>
            <a:r>
              <a:rPr lang="fr-FR" sz="2000" dirty="0" err="1">
                <a:cs typeface="Calibri"/>
              </a:rPr>
              <a:t>mapped</a:t>
            </a:r>
            <a:r>
              <a:rPr lang="fr-FR" sz="2000" dirty="0">
                <a:cs typeface="Calibri"/>
              </a:rPr>
              <a:t> </a:t>
            </a:r>
            <a:r>
              <a:rPr lang="fr-FR" sz="2000">
                <a:cs typeface="Calibri"/>
              </a:rPr>
              <a:t>from </a:t>
            </a:r>
            <a:r>
              <a:rPr lang="fr-FR" sz="2000" dirty="0">
                <a:cs typeface="Calibri"/>
              </a:rPr>
              <a:t>an IP </a:t>
            </a:r>
            <a:r>
              <a:rPr lang="fr-FR" sz="2000" dirty="0" err="1">
                <a:cs typeface="Calibri"/>
              </a:rPr>
              <a:t>thanks</a:t>
            </a:r>
            <a:r>
              <a:rPr lang="fr-FR" sz="2000" dirty="0">
                <a:cs typeface="Calibri"/>
              </a:rPr>
              <a:t> to</a:t>
            </a:r>
            <a:br>
              <a:rPr lang="fr-FR" sz="2000" dirty="0">
                <a:cs typeface="Calibri"/>
              </a:rPr>
            </a:br>
            <a:r>
              <a:rPr lang="fr-FR" sz="2000" i="1" dirty="0">
                <a:cs typeface="Calibri"/>
              </a:rPr>
              <a:t>the ARP </a:t>
            </a:r>
            <a:r>
              <a:rPr lang="fr-FR" sz="2000" i="1" dirty="0" err="1">
                <a:cs typeface="Calibri"/>
              </a:rPr>
              <a:t>resolution</a:t>
            </a:r>
            <a:endParaRPr lang="fr-FR" sz="2000" i="1" dirty="0"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 dirty="0">
              <a:latin typeface="Consolas" panose="020B0609020204030204" pitchFamily="49" charset="0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>
                <a:cs typeface="Calibri"/>
              </a:rPr>
              <a:t>NICs</a:t>
            </a:r>
            <a:r>
              <a:rPr lang="fr-FR" sz="2000" dirty="0">
                <a:cs typeface="Calibri"/>
              </a:rPr>
              <a:t> are </a:t>
            </a:r>
            <a:r>
              <a:rPr lang="fr-FR" sz="2000" dirty="0" err="1">
                <a:cs typeface="Calibri"/>
              </a:rPr>
              <a:t>virtual</a:t>
            </a:r>
            <a:r>
              <a:rPr lang="fr-FR" sz="2000" dirty="0">
                <a:cs typeface="Calibri"/>
              </a:rPr>
              <a:t> in the cloud,</a:t>
            </a:r>
            <a:br>
              <a:rPr lang="fr-FR" sz="2000" dirty="0">
                <a:cs typeface="Calibri"/>
              </a:rPr>
            </a:br>
            <a:r>
              <a:rPr lang="fr-FR" sz="2000" dirty="0" err="1">
                <a:cs typeface="Calibri"/>
              </a:rPr>
              <a:t>VMs</a:t>
            </a:r>
            <a:r>
              <a:rPr lang="fr-FR" sz="2000" dirty="0">
                <a:cs typeface="Calibri"/>
              </a:rPr>
              <a:t> can have </a:t>
            </a:r>
            <a:r>
              <a:rPr lang="fr-FR" sz="2000" dirty="0" err="1">
                <a:cs typeface="Calibri"/>
              </a:rPr>
              <a:t>many</a:t>
            </a:r>
            <a:r>
              <a:rPr lang="fr-FR" sz="2000" dirty="0">
                <a:cs typeface="Calibri"/>
              </a:rPr>
              <a:t> </a:t>
            </a:r>
            <a:r>
              <a:rPr lang="fr-FR" sz="2000" dirty="0" err="1">
                <a:cs typeface="Calibri"/>
              </a:rPr>
              <a:t>attached</a:t>
            </a:r>
            <a:endParaRPr lang="fr-FR" sz="20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6E50288-DF52-CAE0-528A-E1CAAE0AB61C}"/>
              </a:ext>
            </a:extLst>
          </p:cNvPr>
          <p:cNvSpPr txBox="1"/>
          <p:nvPr/>
        </p:nvSpPr>
        <p:spPr>
          <a:xfrm>
            <a:off x="9198403" y="168173"/>
            <a:ext cx="2993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err="1"/>
              <a:t>Recall</a:t>
            </a:r>
            <a:r>
              <a:rPr lang="fr-FR" sz="2000" i="1" dirty="0"/>
              <a:t> </a:t>
            </a:r>
            <a:r>
              <a:rPr lang="fr-FR" sz="2000" i="1" dirty="0" err="1"/>
              <a:t>from</a:t>
            </a:r>
            <a:r>
              <a:rPr lang="fr-FR" sz="2000" i="1" dirty="0"/>
              <a:t> Devops course</a:t>
            </a:r>
            <a:endParaRPr lang="en-GB" sz="2000" i="1" dirty="0"/>
          </a:p>
        </p:txBody>
      </p:sp>
      <p:pic>
        <p:nvPicPr>
          <p:cNvPr id="4" name="Picture 2" descr="DIGITUS DN-10110: Gigabit Ethernet PCI network interface card, low profile  at reichelt elektronik">
            <a:extLst>
              <a:ext uri="{FF2B5EF4-FFF2-40B4-BE49-F238E27FC236}">
                <a16:creationId xmlns:a16="http://schemas.microsoft.com/office/drawing/2014/main" id="{F4FA5112-2506-C317-1FD7-60692D8D1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225" y="2514600"/>
            <a:ext cx="5050512" cy="30660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733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FC91B-E1D7-3BAA-FA7C-4ABBE4868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121574-D0F8-5A27-BA45-99294A579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dirty="0"/>
              <a:t>An IP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number</a:t>
            </a:r>
            <a:r>
              <a:rPr lang="fr-FR" dirty="0"/>
              <a:t>, </a:t>
            </a:r>
            <a:r>
              <a:rPr lang="fr-FR" dirty="0" err="1"/>
              <a:t>within</a:t>
            </a:r>
            <a:r>
              <a:rPr lang="fr-FR" dirty="0"/>
              <a:t> a </a:t>
            </a:r>
            <a:r>
              <a:rPr lang="fr-FR" b="1" dirty="0"/>
              <a:t>RANGE</a:t>
            </a:r>
            <a:endParaRPr lang="fr-FR" b="1" dirty="0">
              <a:cs typeface="Calibri Light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CD67E23-521B-D7B5-FAE4-D9C3BE6CECC5}"/>
              </a:ext>
            </a:extLst>
          </p:cNvPr>
          <p:cNvSpPr txBox="1"/>
          <p:nvPr/>
        </p:nvSpPr>
        <p:spPr>
          <a:xfrm>
            <a:off x="205827" y="1337730"/>
            <a:ext cx="5627706" cy="32762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A </a:t>
            </a:r>
            <a:r>
              <a:rPr lang="fr-FR" sz="2000" dirty="0" err="1"/>
              <a:t>serie</a:t>
            </a:r>
            <a:r>
              <a:rPr lang="fr-FR" sz="2000" dirty="0"/>
              <a:t> of 32 bits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/>
              <a:t>IPs</a:t>
            </a:r>
            <a:r>
              <a:rPr lang="fr-FR" sz="2000" dirty="0"/>
              <a:t> </a:t>
            </a:r>
            <a:r>
              <a:rPr lang="fr-FR" sz="2000" dirty="0" err="1"/>
              <a:t>that</a:t>
            </a:r>
            <a:r>
              <a:rPr lang="fr-FR" sz="2000" dirty="0"/>
              <a:t> </a:t>
            </a:r>
            <a:r>
              <a:rPr lang="fr-FR" sz="2000" dirty="0" err="1"/>
              <a:t>share</a:t>
            </a:r>
            <a:r>
              <a:rPr lang="fr-FR" sz="2000" dirty="0"/>
              <a:t> the first N bits are part of a </a:t>
            </a:r>
            <a:r>
              <a:rPr lang="fr-FR" sz="2000" dirty="0" err="1"/>
              <a:t>same</a:t>
            </a:r>
            <a:r>
              <a:rPr lang="fr-FR" sz="2000" dirty="0"/>
              <a:t> network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The </a:t>
            </a:r>
            <a:r>
              <a:rPr lang="fr-FR" sz="2000" b="1" dirty="0"/>
              <a:t>DHCP server</a:t>
            </a:r>
            <a:r>
              <a:rPr lang="fr-FR" sz="2000" dirty="0"/>
              <a:t> </a:t>
            </a:r>
            <a:r>
              <a:rPr lang="fr-FR" sz="2000" dirty="0" err="1"/>
              <a:t>assigns</a:t>
            </a:r>
            <a:r>
              <a:rPr lang="fr-FR" sz="2000" dirty="0"/>
              <a:t> </a:t>
            </a:r>
            <a:r>
              <a:rPr lang="fr-FR" sz="2000" dirty="0" err="1"/>
              <a:t>IPs</a:t>
            </a:r>
            <a:r>
              <a:rPr lang="fr-FR" sz="2000" dirty="0"/>
              <a:t> to the </a:t>
            </a:r>
            <a:r>
              <a:rPr lang="fr-FR" sz="2000" dirty="0" err="1"/>
              <a:t>connected</a:t>
            </a:r>
            <a:r>
              <a:rPr lang="fr-FR" sz="2000" dirty="0"/>
              <a:t> </a:t>
            </a:r>
            <a:r>
              <a:rPr lang="fr-FR" sz="2000" dirty="0" err="1"/>
              <a:t>devices</a:t>
            </a:r>
            <a:r>
              <a:rPr lang="fr-FR" sz="2000" dirty="0"/>
              <a:t>, the new IP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within</a:t>
            </a:r>
            <a:r>
              <a:rPr lang="fr-FR" sz="2000" dirty="0"/>
              <a:t> the </a:t>
            </a:r>
            <a:r>
              <a:rPr lang="fr-FR" sz="2000" dirty="0" err="1"/>
              <a:t>defined</a:t>
            </a:r>
            <a:r>
              <a:rPr lang="fr-FR" sz="2000" dirty="0"/>
              <a:t> network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075D499-038B-84D1-F626-BDDE94CB25AC}"/>
              </a:ext>
            </a:extLst>
          </p:cNvPr>
          <p:cNvSpPr txBox="1"/>
          <p:nvPr/>
        </p:nvSpPr>
        <p:spPr>
          <a:xfrm>
            <a:off x="9198403" y="168173"/>
            <a:ext cx="2993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err="1"/>
              <a:t>Recall</a:t>
            </a:r>
            <a:r>
              <a:rPr lang="fr-FR" sz="2000" i="1" dirty="0"/>
              <a:t> </a:t>
            </a:r>
            <a:r>
              <a:rPr lang="fr-FR" sz="2000" i="1" dirty="0" err="1"/>
              <a:t>from</a:t>
            </a:r>
            <a:r>
              <a:rPr lang="fr-FR" sz="2000" i="1" dirty="0"/>
              <a:t> Devops course</a:t>
            </a:r>
            <a:endParaRPr lang="en-GB" sz="2000" i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FAB3A0-22F2-484F-F5DC-C9FD72F11918}"/>
              </a:ext>
            </a:extLst>
          </p:cNvPr>
          <p:cNvSpPr txBox="1"/>
          <p:nvPr/>
        </p:nvSpPr>
        <p:spPr>
          <a:xfrm>
            <a:off x="205827" y="4667882"/>
            <a:ext cx="11893041" cy="1852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CIDR Notation:</a:t>
            </a:r>
          </a:p>
          <a:p>
            <a:pPr>
              <a:lnSpc>
                <a:spcPct val="200000"/>
              </a:lnSpc>
            </a:pPr>
            <a:r>
              <a:rPr lang="fr-FR" sz="2000" b="1" dirty="0">
                <a:solidFill>
                  <a:srgbClr val="FFFF00"/>
                </a:solidFill>
                <a:latin typeface="Consolas" panose="020B0609020204030204" pitchFamily="49" charset="0"/>
              </a:rPr>
              <a:t>10.20.30.0</a:t>
            </a:r>
            <a:r>
              <a:rPr lang="fr-FR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/24</a:t>
            </a:r>
            <a:r>
              <a:rPr lang="fr-FR" sz="2000" dirty="0"/>
              <a:t> network of all </a:t>
            </a:r>
            <a:r>
              <a:rPr lang="fr-FR" sz="2000" dirty="0" err="1"/>
              <a:t>IPs</a:t>
            </a:r>
            <a:r>
              <a:rPr lang="fr-FR" sz="2000" dirty="0"/>
              <a:t> </a:t>
            </a:r>
            <a:r>
              <a:rPr lang="fr-FR" sz="2000" dirty="0" err="1"/>
              <a:t>starting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>
                <a:latin typeface="Consolas" panose="020B0609020204030204" pitchFamily="49" charset="0"/>
              </a:rPr>
              <a:t>10.20.30</a:t>
            </a:r>
            <a:r>
              <a:rPr lang="fr-FR" sz="2000" dirty="0"/>
              <a:t> ➡️</a:t>
            </a:r>
            <a:r>
              <a:rPr lang="fr-FR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24</a:t>
            </a:r>
            <a:r>
              <a:rPr lang="fr-FR" sz="2000" dirty="0"/>
              <a:t> </a:t>
            </a:r>
            <a:r>
              <a:rPr lang="fr-FR" sz="2000" dirty="0" err="1"/>
              <a:t>common</a:t>
            </a:r>
            <a:r>
              <a:rPr lang="fr-FR" sz="2000" dirty="0"/>
              <a:t> bits, 8 </a:t>
            </a:r>
            <a:r>
              <a:rPr lang="fr-FR" sz="2000" dirty="0" err="1"/>
              <a:t>specific</a:t>
            </a:r>
            <a:r>
              <a:rPr lang="fr-FR" sz="2000" dirty="0"/>
              <a:t> bits = 256 </a:t>
            </a:r>
            <a:r>
              <a:rPr lang="fr-FR" sz="2000" dirty="0" err="1"/>
              <a:t>devices</a:t>
            </a:r>
            <a:endParaRPr lang="fr-FR" sz="2000" dirty="0"/>
          </a:p>
          <a:p>
            <a:pPr>
              <a:lnSpc>
                <a:spcPct val="200000"/>
              </a:lnSpc>
            </a:pPr>
            <a:r>
              <a:rPr lang="fr-FR" sz="2000" dirty="0">
                <a:latin typeface="Consolas" panose="020B0609020204030204" pitchFamily="49" charset="0"/>
              </a:rPr>
              <a:t>10.20.30.1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the default </a:t>
            </a:r>
            <a:r>
              <a:rPr lang="fr-FR" sz="2000" dirty="0" err="1"/>
              <a:t>gateway</a:t>
            </a:r>
            <a:r>
              <a:rPr lang="fr-FR" sz="2000" dirty="0"/>
              <a:t> IP, </a:t>
            </a:r>
            <a:r>
              <a:rPr lang="fr-FR" sz="2000" dirty="0">
                <a:latin typeface="Consolas" panose="020B0609020204030204" pitchFamily="49" charset="0"/>
              </a:rPr>
              <a:t>10.20.30.255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the broadcast IP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768D7AB-1D0F-5941-D24F-2239B9CD4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2" y="1743858"/>
            <a:ext cx="5474327" cy="3217884"/>
          </a:xfrm>
          <a:prstGeom prst="roundRect">
            <a:avLst>
              <a:gd name="adj" fmla="val 3409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5307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C7BD23-C594-C51E-D2C2-4043BC85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Networks organisation 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FEEE7BA-2124-797F-B4B7-9A3B83022C6C}"/>
              </a:ext>
            </a:extLst>
          </p:cNvPr>
          <p:cNvSpPr txBox="1"/>
          <p:nvPr/>
        </p:nvSpPr>
        <p:spPr>
          <a:xfrm>
            <a:off x="468354" y="1271538"/>
            <a:ext cx="9813261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High level networks contain a large number of IPs:   </a:t>
            </a:r>
            <a:r>
              <a:rPr lang="en-GB" dirty="0">
                <a:latin typeface="Consolas" panose="020B0609020204030204" pitchFamily="49" charset="0"/>
              </a:rPr>
              <a:t>/16 </a:t>
            </a:r>
            <a:r>
              <a:rPr lang="en-GB" dirty="0"/>
              <a:t>CIDR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They can be peered to external networks for network to network communication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Have high level firewalling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AWS: Virtual Private Cloud </a:t>
            </a:r>
            <a:r>
              <a:rPr lang="en-GB" b="1" dirty="0"/>
              <a:t>VPC</a:t>
            </a:r>
            <a:r>
              <a:rPr lang="en-GB" dirty="0"/>
              <a:t>, Azure: Virtual Network </a:t>
            </a:r>
            <a:r>
              <a:rPr lang="en-GB" b="1" dirty="0" err="1"/>
              <a:t>VNet</a:t>
            </a:r>
            <a:r>
              <a:rPr lang="en-GB" dirty="0"/>
              <a:t>, OCI: Virtual Cloud Network </a:t>
            </a:r>
            <a:r>
              <a:rPr lang="en-GB" b="1" dirty="0"/>
              <a:t>VCN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/>
              <a:t>Subnets</a:t>
            </a:r>
            <a:r>
              <a:rPr lang="en-GB" dirty="0"/>
              <a:t> are contained in the high level networks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Have low level firewalling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Gather resources working closely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79E57B8A-EA74-4934-DF45-F9F6933ED881}"/>
              </a:ext>
            </a:extLst>
          </p:cNvPr>
          <p:cNvSpPr/>
          <p:nvPr/>
        </p:nvSpPr>
        <p:spPr>
          <a:xfrm>
            <a:off x="4974186" y="3983052"/>
            <a:ext cx="5654566" cy="2627586"/>
          </a:xfrm>
          <a:prstGeom prst="roundRect">
            <a:avLst>
              <a:gd name="adj" fmla="val 5067"/>
            </a:avLst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fr-FR" b="1" dirty="0"/>
              <a:t>VPC 1.2.0.0/16</a:t>
            </a:r>
            <a:endParaRPr lang="en-GB" b="1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91925C41-23DB-A2E0-17C8-3D5F32893E56}"/>
              </a:ext>
            </a:extLst>
          </p:cNvPr>
          <p:cNvSpPr/>
          <p:nvPr/>
        </p:nvSpPr>
        <p:spPr>
          <a:xfrm>
            <a:off x="5471587" y="4472959"/>
            <a:ext cx="2009775" cy="1951854"/>
          </a:xfrm>
          <a:prstGeom prst="roundRect">
            <a:avLst>
              <a:gd name="adj" fmla="val 5067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b="1" dirty="0" err="1"/>
              <a:t>Subnet</a:t>
            </a:r>
            <a:r>
              <a:rPr lang="fr-FR" b="1" dirty="0"/>
              <a:t> 1.2.</a:t>
            </a:r>
            <a:r>
              <a:rPr lang="fr-FR" b="1" dirty="0">
                <a:solidFill>
                  <a:srgbClr val="FFC000"/>
                </a:solidFill>
              </a:rPr>
              <a:t>1</a:t>
            </a:r>
            <a:r>
              <a:rPr lang="fr-FR" b="1" dirty="0"/>
              <a:t>.0/24</a:t>
            </a:r>
            <a:endParaRPr lang="en-GB" b="1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BAB329D-D2D5-5CA4-7B8C-1398978B90DE}"/>
              </a:ext>
            </a:extLst>
          </p:cNvPr>
          <p:cNvSpPr/>
          <p:nvPr/>
        </p:nvSpPr>
        <p:spPr>
          <a:xfrm>
            <a:off x="7978763" y="4472959"/>
            <a:ext cx="2009775" cy="1951854"/>
          </a:xfrm>
          <a:prstGeom prst="roundRect">
            <a:avLst>
              <a:gd name="adj" fmla="val 5067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b="1" dirty="0" err="1"/>
              <a:t>Subnet</a:t>
            </a:r>
            <a:r>
              <a:rPr lang="fr-FR" b="1" dirty="0"/>
              <a:t> 1.2.</a:t>
            </a:r>
            <a:r>
              <a:rPr lang="fr-FR" b="1" dirty="0">
                <a:solidFill>
                  <a:srgbClr val="FFC000"/>
                </a:solidFill>
              </a:rPr>
              <a:t>2</a:t>
            </a:r>
            <a:r>
              <a:rPr lang="fr-FR" b="1" dirty="0"/>
              <a:t>.0/24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112080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B5D87-3241-1447-F8FC-83888B0C3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F0D555-26A2-0061-0586-2B940A5E8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Private</a:t>
            </a:r>
            <a:r>
              <a:rPr lang="fr-FR" dirty="0"/>
              <a:t> &amp; public </a:t>
            </a:r>
            <a:r>
              <a:rPr lang="fr-FR" dirty="0" err="1"/>
              <a:t>subnets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3EE0595-235D-9A42-5184-A29C085BC759}"/>
              </a:ext>
            </a:extLst>
          </p:cNvPr>
          <p:cNvSpPr txBox="1"/>
          <p:nvPr/>
        </p:nvSpPr>
        <p:spPr>
          <a:xfrm>
            <a:off x="6940063" y="2274838"/>
            <a:ext cx="50995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I</a:t>
            </a:r>
            <a:r>
              <a:rPr lang="en-GB" dirty="0"/>
              <a:t>nternet </a:t>
            </a:r>
            <a:r>
              <a:rPr lang="en-GB" b="1" dirty="0"/>
              <a:t>G</a:t>
            </a:r>
            <a:r>
              <a:rPr lang="en-GB" dirty="0"/>
              <a:t>ateway allows instances to access the internet (same as the box wire to the ISP)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Public subnet </a:t>
            </a:r>
            <a:r>
              <a:rPr lang="en-GB" dirty="0">
                <a:sym typeface="Wingdings" panose="05000000000000000000" pitchFamily="2" charset="2"/>
              </a:rPr>
              <a:t>= being connected to an IG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NAT Gateway = intermediate between instances in private subnets and an IG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026" name="Picture 2" descr="Full VPC Traffic">
            <a:extLst>
              <a:ext uri="{FF2B5EF4-FFF2-40B4-BE49-F238E27FC236}">
                <a16:creationId xmlns:a16="http://schemas.microsoft.com/office/drawing/2014/main" id="{C6A9941C-60FD-AFC9-7CB2-6F081034C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05" y="1066801"/>
            <a:ext cx="6348568" cy="5412633"/>
          </a:xfrm>
          <a:prstGeom prst="roundRect">
            <a:avLst>
              <a:gd name="adj" fmla="val 3409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D2135F9-21CC-172C-2E83-81B7403DFFEB}"/>
              </a:ext>
            </a:extLst>
          </p:cNvPr>
          <p:cNvSpPr txBox="1"/>
          <p:nvPr/>
        </p:nvSpPr>
        <p:spPr>
          <a:xfrm>
            <a:off x="6940063" y="6110102"/>
            <a:ext cx="3369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Source: </a:t>
            </a:r>
            <a:r>
              <a:rPr lang="en-GB" i="1" dirty="0">
                <a:hlinkClick r:id="rId3"/>
              </a:rPr>
              <a:t>uturndata.com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375758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3CB8B-21C0-0EA1-B26C-795BF302F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Complete route to internet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371C06-42AB-6EA6-D7A9-7F3B9B8BB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766" y="1481667"/>
            <a:ext cx="5484833" cy="4572631"/>
          </a:xfrm>
        </p:spPr>
        <p:txBody>
          <a:bodyPr anchor="t">
            <a:norm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VM (EC2 instance)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Security group: </a:t>
            </a:r>
            <a:r>
              <a:rPr lang="en-GB" dirty="0"/>
              <a:t>acts as a firewall @VM level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b="1" dirty="0"/>
              <a:t>A</a:t>
            </a:r>
            <a:r>
              <a:rPr lang="fr-FR" dirty="0"/>
              <a:t>ccess </a:t>
            </a:r>
            <a:r>
              <a:rPr lang="fr-FR" b="1" dirty="0"/>
              <a:t>C</a:t>
            </a:r>
            <a:r>
              <a:rPr lang="fr-FR" dirty="0"/>
              <a:t>ontrol </a:t>
            </a:r>
            <a:r>
              <a:rPr lang="fr-FR" b="1" dirty="0" err="1"/>
              <a:t>L</a:t>
            </a:r>
            <a:r>
              <a:rPr lang="fr-FR" dirty="0" err="1"/>
              <a:t>ists</a:t>
            </a:r>
            <a:r>
              <a:rPr lang="fr-FR" dirty="0"/>
              <a:t>: </a:t>
            </a:r>
            <a:r>
              <a:rPr lang="en-GB" dirty="0"/>
              <a:t>act as a firewall @subnet level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➡️ Exit the </a:t>
            </a:r>
            <a:r>
              <a:rPr lang="fr-FR" dirty="0" err="1"/>
              <a:t>subnet</a:t>
            </a:r>
            <a:endParaRPr lang="fr-F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(</a:t>
            </a:r>
            <a:r>
              <a:rPr lang="fr-FR" dirty="0" err="1"/>
              <a:t>optional</a:t>
            </a:r>
            <a:r>
              <a:rPr lang="fr-FR" dirty="0"/>
              <a:t>)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subnet</a:t>
            </a:r>
            <a:r>
              <a:rPr lang="fr-FR" dirty="0"/>
              <a:t> (if NAT)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Route table: tells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handles</a:t>
            </a:r>
            <a:r>
              <a:rPr lang="fr-FR" dirty="0"/>
              <a:t> the </a:t>
            </a:r>
            <a:r>
              <a:rPr lang="fr-FR" dirty="0" err="1"/>
              <a:t>traffic</a:t>
            </a:r>
            <a:r>
              <a:rPr lang="fr-FR" dirty="0"/>
              <a:t> </a:t>
            </a:r>
            <a:r>
              <a:rPr lang="fr-FR" dirty="0" err="1"/>
              <a:t>next</a:t>
            </a:r>
            <a:endParaRPr lang="fr-F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Internet Gateway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F38A074-B924-41E0-1419-81059EE81009}"/>
              </a:ext>
            </a:extLst>
          </p:cNvPr>
          <p:cNvSpPr txBox="1"/>
          <p:nvPr/>
        </p:nvSpPr>
        <p:spPr>
          <a:xfrm>
            <a:off x="685801" y="803702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Example of AWS</a:t>
            </a:r>
            <a:endParaRPr lang="en-GB" sz="2000" i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BB3368-2331-91BE-1DA1-11A9306A4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333" y="1003757"/>
            <a:ext cx="5975900" cy="5093352"/>
          </a:xfrm>
          <a:prstGeom prst="roundRect">
            <a:avLst>
              <a:gd name="adj" fmla="val 1580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93D5D1F-80C2-ED35-EF1E-BA0BB3216ED2}"/>
              </a:ext>
            </a:extLst>
          </p:cNvPr>
          <p:cNvSpPr txBox="1"/>
          <p:nvPr/>
        </p:nvSpPr>
        <p:spPr>
          <a:xfrm>
            <a:off x="6096000" y="6251110"/>
            <a:ext cx="4360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Source: </a:t>
            </a:r>
            <a:r>
              <a:rPr lang="fr-FR" i="1" dirty="0">
                <a:hlinkClick r:id="rId3"/>
              </a:rPr>
              <a:t>medium.com/</a:t>
            </a:r>
            <a:r>
              <a:rPr lang="fr-FR" i="1" dirty="0" err="1">
                <a:hlinkClick r:id="rId3"/>
              </a:rPr>
              <a:t>awesome</a:t>
            </a:r>
            <a:r>
              <a:rPr lang="fr-FR" i="1" dirty="0">
                <a:hlinkClick r:id="rId3"/>
              </a:rPr>
              <a:t>-cloud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3063286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99952-3F25-8EF3-2389-1F340223C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691BE-6EC8-BF75-3914-D98606A66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Ingress</a:t>
            </a:r>
            <a:r>
              <a:rPr lang="fr-FR" dirty="0"/>
              <a:t> &amp; </a:t>
            </a:r>
            <a:r>
              <a:rPr lang="fr-FR" dirty="0" err="1"/>
              <a:t>Egress</a:t>
            </a:r>
            <a:r>
              <a:rPr lang="fr-FR" dirty="0"/>
              <a:t> TRAFFIC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8B5B4E-FECE-91B9-16D2-BE0574206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05" y="1502680"/>
            <a:ext cx="4150359" cy="4378622"/>
          </a:xfrm>
        </p:spPr>
        <p:txBody>
          <a:bodyPr anchor="t">
            <a:normAutofit/>
          </a:bodyPr>
          <a:lstStyle/>
          <a:p>
            <a:r>
              <a:rPr lang="fr-FR" dirty="0"/>
              <a:t>Relative to a </a:t>
            </a:r>
            <a:r>
              <a:rPr lang="fr-FR" dirty="0" err="1"/>
              <a:t>subject</a:t>
            </a:r>
            <a:r>
              <a:rPr lang="fr-FR" dirty="0"/>
              <a:t>:</a:t>
            </a:r>
            <a:br>
              <a:rPr lang="fr-FR" dirty="0"/>
            </a:br>
            <a:r>
              <a:rPr lang="fr-FR" dirty="0" err="1"/>
              <a:t>region</a:t>
            </a:r>
            <a:r>
              <a:rPr lang="fr-FR" dirty="0"/>
              <a:t>, AZ, </a:t>
            </a:r>
            <a:r>
              <a:rPr lang="fr-FR" dirty="0" err="1"/>
              <a:t>subnet</a:t>
            </a:r>
            <a:r>
              <a:rPr lang="fr-FR" dirty="0"/>
              <a:t>, …</a:t>
            </a:r>
            <a:br>
              <a:rPr lang="fr-FR" dirty="0"/>
            </a:br>
            <a:endParaRPr lang="fr-FR" dirty="0"/>
          </a:p>
          <a:p>
            <a:r>
              <a:rPr lang="fr-FR" dirty="0" err="1"/>
              <a:t>Ingress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typically</a:t>
            </a:r>
            <a:r>
              <a:rPr lang="fr-FR" dirty="0"/>
              <a:t> free (AWS, Azure)</a:t>
            </a:r>
          </a:p>
          <a:p>
            <a:r>
              <a:rPr lang="fr-FR" dirty="0" err="1"/>
              <a:t>Egress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billed</a:t>
            </a:r>
            <a:r>
              <a:rPr lang="fr-FR" dirty="0"/>
              <a:t> (€/GB)</a:t>
            </a:r>
            <a:br>
              <a:rPr lang="fr-FR" dirty="0"/>
            </a:br>
            <a:r>
              <a:rPr lang="fr-FR" dirty="0"/>
              <a:t>This </a:t>
            </a:r>
            <a:r>
              <a:rPr lang="fr-FR" dirty="0" err="1"/>
              <a:t>includes</a:t>
            </a:r>
            <a:r>
              <a:rPr lang="fr-FR" dirty="0"/>
              <a:t> </a:t>
            </a:r>
            <a:r>
              <a:rPr lang="fr-FR" dirty="0" err="1"/>
              <a:t>traffic</a:t>
            </a:r>
            <a:r>
              <a:rPr lang="fr-FR" dirty="0"/>
              <a:t> </a:t>
            </a:r>
            <a:r>
              <a:rPr lang="fr-FR" dirty="0" err="1"/>
              <a:t>within</a:t>
            </a:r>
            <a:r>
              <a:rPr lang="fr-FR" dirty="0"/>
              <a:t> an </a:t>
            </a:r>
            <a:r>
              <a:rPr lang="fr-FR" dirty="0" err="1"/>
              <a:t>account</a:t>
            </a:r>
            <a:r>
              <a:rPr lang="fr-FR" dirty="0"/>
              <a:t>, </a:t>
            </a:r>
            <a:r>
              <a:rPr lang="fr-FR" dirty="0" err="1"/>
              <a:t>from</a:t>
            </a:r>
            <a:r>
              <a:rPr lang="fr-FR" dirty="0"/>
              <a:t> one </a:t>
            </a:r>
            <a:r>
              <a:rPr lang="fr-FR" dirty="0" err="1"/>
              <a:t>region</a:t>
            </a:r>
            <a:r>
              <a:rPr lang="fr-FR" dirty="0"/>
              <a:t> to </a:t>
            </a:r>
            <a:r>
              <a:rPr lang="fr-FR" dirty="0" err="1"/>
              <a:t>another</a:t>
            </a:r>
            <a:endParaRPr lang="fr-FR" dirty="0"/>
          </a:p>
          <a:p>
            <a:endParaRPr lang="fr-FR" dirty="0"/>
          </a:p>
          <a:p>
            <a:r>
              <a:rPr lang="fr-FR" dirty="0"/>
              <a:t>Rule of </a:t>
            </a:r>
            <a:r>
              <a:rPr lang="fr-FR" dirty="0" err="1"/>
              <a:t>thumb</a:t>
            </a:r>
            <a:r>
              <a:rPr lang="fr-FR" dirty="0"/>
              <a:t>: the </a:t>
            </a:r>
            <a:r>
              <a:rPr lang="fr-FR" dirty="0" err="1"/>
              <a:t>farthest</a:t>
            </a:r>
            <a:r>
              <a:rPr lang="fr-FR" dirty="0"/>
              <a:t> the more </a:t>
            </a:r>
            <a:r>
              <a:rPr lang="fr-FR" dirty="0" err="1"/>
              <a:t>expensive</a:t>
            </a:r>
            <a:r>
              <a:rPr lang="fr-FR" dirty="0"/>
              <a:t> but…</a:t>
            </a:r>
            <a:br>
              <a:rPr lang="fr-FR" dirty="0"/>
            </a:br>
            <a:r>
              <a:rPr lang="fr-FR" dirty="0" err="1">
                <a:hlinkClick r:id="rId2"/>
              </a:rPr>
              <a:t>complex</a:t>
            </a:r>
            <a:r>
              <a:rPr lang="fr-FR" dirty="0">
                <a:hlinkClick r:id="rId2"/>
              </a:rPr>
              <a:t> </a:t>
            </a:r>
            <a:r>
              <a:rPr lang="fr-FR" dirty="0" err="1">
                <a:hlinkClick r:id="rId2"/>
              </a:rPr>
              <a:t>pricing</a:t>
            </a:r>
            <a:endParaRPr lang="fr-FR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8D7975F-067E-DAD7-CFBE-AE54CF7B2478}"/>
              </a:ext>
            </a:extLst>
          </p:cNvPr>
          <p:cNvSpPr/>
          <p:nvPr/>
        </p:nvSpPr>
        <p:spPr>
          <a:xfrm>
            <a:off x="6985001" y="4368799"/>
            <a:ext cx="4521198" cy="1844703"/>
          </a:xfrm>
          <a:prstGeom prst="roundRect">
            <a:avLst>
              <a:gd name="adj" fmla="val 482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3200" dirty="0" err="1"/>
              <a:t>Region</a:t>
            </a:r>
            <a:endParaRPr lang="en-GB" sz="32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81C9A3E-D497-E23A-F69B-8349791DD7EB}"/>
              </a:ext>
            </a:extLst>
          </p:cNvPr>
          <p:cNvSpPr txBox="1"/>
          <p:nvPr/>
        </p:nvSpPr>
        <p:spPr>
          <a:xfrm>
            <a:off x="168488" y="6309024"/>
            <a:ext cx="8017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Source: https://azure.microsoft.com/en-us/pricing/details/bandwidth</a:t>
            </a:r>
            <a:endParaRPr lang="en-GB" i="1" dirty="0"/>
          </a:p>
        </p:txBody>
      </p:sp>
      <p:sp>
        <p:nvSpPr>
          <p:cNvPr id="7" name="Flèche : bas 6">
            <a:extLst>
              <a:ext uri="{FF2B5EF4-FFF2-40B4-BE49-F238E27FC236}">
                <a16:creationId xmlns:a16="http://schemas.microsoft.com/office/drawing/2014/main" id="{641679F8-DC1B-5F1C-A344-36EE6DC5D0F3}"/>
              </a:ext>
            </a:extLst>
          </p:cNvPr>
          <p:cNvSpPr/>
          <p:nvPr/>
        </p:nvSpPr>
        <p:spPr>
          <a:xfrm>
            <a:off x="7548880" y="1270000"/>
            <a:ext cx="1127760" cy="2915920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wordArtVert" rtlCol="0" anchor="ctr"/>
          <a:lstStyle/>
          <a:p>
            <a:pPr algn="ctr"/>
            <a:r>
              <a:rPr lang="fr-FR" dirty="0"/>
              <a:t>INGRESS</a:t>
            </a:r>
            <a:endParaRPr lang="en-GB" dirty="0"/>
          </a:p>
        </p:txBody>
      </p:sp>
      <p:sp>
        <p:nvSpPr>
          <p:cNvPr id="8" name="Flèche : haut 7">
            <a:extLst>
              <a:ext uri="{FF2B5EF4-FFF2-40B4-BE49-F238E27FC236}">
                <a16:creationId xmlns:a16="http://schemas.microsoft.com/office/drawing/2014/main" id="{99562559-E1B8-30FC-05E9-1F23EE2FA604}"/>
              </a:ext>
            </a:extLst>
          </p:cNvPr>
          <p:cNvSpPr/>
          <p:nvPr/>
        </p:nvSpPr>
        <p:spPr>
          <a:xfrm>
            <a:off x="9987280" y="1270000"/>
            <a:ext cx="1127760" cy="2915920"/>
          </a:xfrm>
          <a:prstGeom prst="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wordArtVert" rtlCol="0" anchor="ctr"/>
          <a:lstStyle/>
          <a:p>
            <a:pPr algn="ctr"/>
            <a:r>
              <a:rPr lang="fr-FR" dirty="0"/>
              <a:t>EGRESS</a:t>
            </a:r>
            <a:endParaRPr lang="en-GB" dirty="0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7FB373A0-4FEE-29DC-A82B-E6121CC2A121}"/>
              </a:ext>
            </a:extLst>
          </p:cNvPr>
          <p:cNvCxnSpPr/>
          <p:nvPr/>
        </p:nvCxnSpPr>
        <p:spPr>
          <a:xfrm>
            <a:off x="6685280" y="1270000"/>
            <a:ext cx="0" cy="291592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BF53908F-289E-5D7D-F307-B07D08730C89}"/>
              </a:ext>
            </a:extLst>
          </p:cNvPr>
          <p:cNvSpPr txBox="1"/>
          <p:nvPr/>
        </p:nvSpPr>
        <p:spPr>
          <a:xfrm>
            <a:off x="5077462" y="2141788"/>
            <a:ext cx="21183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/>
              <a:t>North – South traffic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923E2D9-92EB-3EDE-1916-FD6EDDC668D5}"/>
              </a:ext>
            </a:extLst>
          </p:cNvPr>
          <p:cNvSpPr txBox="1"/>
          <p:nvPr/>
        </p:nvSpPr>
        <p:spPr>
          <a:xfrm>
            <a:off x="8186421" y="5760382"/>
            <a:ext cx="21183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i="1" dirty="0">
                <a:solidFill>
                  <a:schemeClr val="bg1"/>
                </a:solidFill>
              </a:rPr>
              <a:t>East – West traffic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A24A0DE3-C987-9E56-EF4B-E09602BE50C5}"/>
              </a:ext>
            </a:extLst>
          </p:cNvPr>
          <p:cNvCxnSpPr>
            <a:cxnSpLocks/>
          </p:cNvCxnSpPr>
          <p:nvPr/>
        </p:nvCxnSpPr>
        <p:spPr>
          <a:xfrm>
            <a:off x="7797800" y="5740062"/>
            <a:ext cx="2895600" cy="0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CB74BBA3-E596-628A-CAB6-3D1312B09F47}"/>
              </a:ext>
            </a:extLst>
          </p:cNvPr>
          <p:cNvSpPr/>
          <p:nvPr/>
        </p:nvSpPr>
        <p:spPr>
          <a:xfrm>
            <a:off x="7051252" y="5430182"/>
            <a:ext cx="680297" cy="61975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VM</a:t>
            </a:r>
            <a:endParaRPr lang="en-GB" dirty="0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F2B86F0-0DB9-1A2F-9E00-1E563A3E85A2}"/>
              </a:ext>
            </a:extLst>
          </p:cNvPr>
          <p:cNvSpPr/>
          <p:nvPr/>
        </p:nvSpPr>
        <p:spPr>
          <a:xfrm>
            <a:off x="10774891" y="5430181"/>
            <a:ext cx="680297" cy="61975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VM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0580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>
                <a:ea typeface="Calibri Light"/>
                <a:cs typeface="Calibri Light"/>
              </a:rPr>
              <a:t>Virtual </a:t>
            </a:r>
            <a:r>
              <a:rPr lang="fr-FR" dirty="0" err="1">
                <a:ea typeface="Calibri Light"/>
                <a:cs typeface="Calibri Light"/>
              </a:rPr>
              <a:t>Private</a:t>
            </a:r>
            <a:r>
              <a:rPr lang="fr-FR" dirty="0">
                <a:ea typeface="Calibri Light"/>
                <a:cs typeface="Calibri Light"/>
              </a:rPr>
              <a:t> </a:t>
            </a:r>
            <a:r>
              <a:rPr lang="fr-FR" dirty="0" err="1">
                <a:ea typeface="Calibri Light"/>
                <a:cs typeface="Calibri Light"/>
              </a:rPr>
              <a:t>NetworkS</a:t>
            </a:r>
            <a:endParaRPr lang="fr-FR" dirty="0">
              <a:ea typeface="Calibri Light"/>
              <a:cs typeface="Calibri Ligh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457022" y="1230478"/>
            <a:ext cx="6191005" cy="51229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For hybrid clouds, connect the Cloud to on-premise</a:t>
            </a:r>
            <a:br>
              <a:rPr lang="en-US" sz="2000" dirty="0">
                <a:cs typeface="Calibri"/>
              </a:rPr>
            </a:br>
            <a:r>
              <a:rPr lang="en-US" sz="2000" dirty="0">
                <a:cs typeface="Calibri"/>
              </a:rPr>
              <a:t>(</a:t>
            </a:r>
            <a:r>
              <a:rPr lang="en-GB" sz="2000" dirty="0">
                <a:cs typeface="Calibri"/>
              </a:rPr>
              <a:t>Site-to-Site </a:t>
            </a:r>
            <a:r>
              <a:rPr lang="en-GB" sz="2000" b="1" dirty="0">
                <a:cs typeface="Calibri"/>
              </a:rPr>
              <a:t>S2S</a:t>
            </a:r>
            <a:r>
              <a:rPr lang="en-GB" sz="2000" dirty="0">
                <a:cs typeface="Calibri"/>
              </a:rPr>
              <a:t>)</a:t>
            </a:r>
            <a:endParaRPr lang="en-US" sz="2000" dirty="0">
              <a:cs typeface="Calibri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Calibri"/>
              </a:rPr>
              <a:t>AWS Site-to-Site VPN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Calibri"/>
              </a:rPr>
              <a:t>Azure VPN Gateway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Calibri"/>
              </a:rPr>
              <a:t>Needs a dedicated machine</a:t>
            </a:r>
            <a:br>
              <a:rPr lang="en-US" sz="2000" dirty="0">
                <a:cs typeface="Calibri"/>
              </a:rPr>
            </a:br>
            <a:r>
              <a:rPr lang="en-US" sz="2000" dirty="0">
                <a:cs typeface="Calibri"/>
              </a:rPr>
              <a:t>on the other end, on-premise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cs typeface="Calibri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To secure a remote worker / single machine connection to the VPC (</a:t>
            </a:r>
            <a:r>
              <a:rPr lang="en-GB" sz="2000" dirty="0">
                <a:cs typeface="Calibri"/>
              </a:rPr>
              <a:t>Point-to-Site </a:t>
            </a:r>
            <a:r>
              <a:rPr lang="en-GB" sz="2000" b="1" dirty="0">
                <a:cs typeface="Calibri"/>
              </a:rPr>
              <a:t>P2S</a:t>
            </a:r>
            <a:r>
              <a:rPr lang="en-GB" sz="2000" dirty="0">
                <a:cs typeface="Calibri"/>
              </a:rPr>
              <a:t>)</a:t>
            </a:r>
            <a:endParaRPr lang="en-US" sz="2000" dirty="0">
              <a:cs typeface="Calibri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cs typeface="Calibri"/>
              </a:rPr>
              <a:t>AWS Client VPN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Calibri"/>
              </a:rPr>
              <a:t>Azure VPN Gateway (again)</a:t>
            </a:r>
          </a:p>
        </p:txBody>
      </p:sp>
      <p:pic>
        <p:nvPicPr>
          <p:cNvPr id="4" name="Image 3" descr="Une image contenant symbole, logo, Emblème, Marque&#10;&#10;Description générée automatiquement">
            <a:extLst>
              <a:ext uri="{FF2B5EF4-FFF2-40B4-BE49-F238E27FC236}">
                <a16:creationId xmlns:a16="http://schemas.microsoft.com/office/drawing/2014/main" id="{5EE02515-351D-DD2F-53B3-98765C260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713" y="143377"/>
            <a:ext cx="1494818" cy="18063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074" name="Picture 2" descr="Diagram of point-to-site connections.">
            <a:extLst>
              <a:ext uri="{FF2B5EF4-FFF2-40B4-BE49-F238E27FC236}">
                <a16:creationId xmlns:a16="http://schemas.microsoft.com/office/drawing/2014/main" id="{D7FC9109-CF4F-ED48-0278-2C6A64E979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8" t="5689" r="4709" b="5305"/>
          <a:stretch/>
        </p:blipFill>
        <p:spPr bwMode="auto">
          <a:xfrm>
            <a:off x="6194209" y="2197594"/>
            <a:ext cx="5841531" cy="2499360"/>
          </a:xfrm>
          <a:prstGeom prst="roundRect">
            <a:avLst>
              <a:gd name="adj" fmla="val 3409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CC6D8AB-1EA1-2CCD-35A5-3B771CA7B22E}"/>
              </a:ext>
            </a:extLst>
          </p:cNvPr>
          <p:cNvSpPr txBox="1"/>
          <p:nvPr/>
        </p:nvSpPr>
        <p:spPr>
          <a:xfrm>
            <a:off x="8054375" y="5474195"/>
            <a:ext cx="356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Source: </a:t>
            </a:r>
            <a:r>
              <a:rPr lang="fr-FR" i="1" dirty="0">
                <a:hlinkClick r:id="rId4"/>
              </a:rPr>
              <a:t>https://learn.microsoft.com</a:t>
            </a:r>
            <a:endParaRPr lang="en-GB" i="1" dirty="0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8E73F94E-3274-00E8-5AC4-E238F40A5516}"/>
              </a:ext>
            </a:extLst>
          </p:cNvPr>
          <p:cNvCxnSpPr>
            <a:cxnSpLocks/>
          </p:cNvCxnSpPr>
          <p:nvPr/>
        </p:nvCxnSpPr>
        <p:spPr>
          <a:xfrm>
            <a:off x="8972970" y="2087527"/>
            <a:ext cx="0" cy="2755408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A408F055-6E34-F9D0-4EC7-9C4FFA37CEFE}"/>
              </a:ext>
            </a:extLst>
          </p:cNvPr>
          <p:cNvCxnSpPr>
            <a:cxnSpLocks/>
          </p:cNvCxnSpPr>
          <p:nvPr/>
        </p:nvCxnSpPr>
        <p:spPr>
          <a:xfrm>
            <a:off x="10358043" y="2087527"/>
            <a:ext cx="0" cy="2755408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64E13E93-A11B-2219-7B42-A2221DBF679A}"/>
              </a:ext>
            </a:extLst>
          </p:cNvPr>
          <p:cNvSpPr txBox="1"/>
          <p:nvPr/>
        </p:nvSpPr>
        <p:spPr>
          <a:xfrm>
            <a:off x="7446859" y="4794115"/>
            <a:ext cx="154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cs typeface="Calibri"/>
              </a:rPr>
              <a:t>Cloud</a:t>
            </a:r>
            <a:endParaRPr lang="en-GB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810D785-5FE0-56E7-AABD-0705F63F2B96}"/>
              </a:ext>
            </a:extLst>
          </p:cNvPr>
          <p:cNvSpPr txBox="1"/>
          <p:nvPr/>
        </p:nvSpPr>
        <p:spPr>
          <a:xfrm>
            <a:off x="9224859" y="4794115"/>
            <a:ext cx="154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cs typeface="Calibri"/>
              </a:rPr>
              <a:t>Internet</a:t>
            </a:r>
            <a:endParaRPr lang="en-GB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459737F-8E98-E601-F059-307E32CED26E}"/>
              </a:ext>
            </a:extLst>
          </p:cNvPr>
          <p:cNvSpPr txBox="1"/>
          <p:nvPr/>
        </p:nvSpPr>
        <p:spPr>
          <a:xfrm>
            <a:off x="10736934" y="4794115"/>
            <a:ext cx="154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cs typeface="Calibri"/>
              </a:rPr>
              <a:t>On-prem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2200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ZoneTexte 18">
            <a:extLst>
              <a:ext uri="{FF2B5EF4-FFF2-40B4-BE49-F238E27FC236}">
                <a16:creationId xmlns:a16="http://schemas.microsoft.com/office/drawing/2014/main" id="{FC05DE6C-0B46-E626-BF36-F3DE11496887}"/>
              </a:ext>
            </a:extLst>
          </p:cNvPr>
          <p:cNvSpPr txBox="1"/>
          <p:nvPr/>
        </p:nvSpPr>
        <p:spPr>
          <a:xfrm>
            <a:off x="321733" y="4089401"/>
            <a:ext cx="8585200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1 </a:t>
            </a:r>
            <a:r>
              <a:rPr lang="fr-FR" dirty="0" err="1"/>
              <a:t>owner</a:t>
            </a:r>
            <a:r>
              <a:rPr lang="fr-FR" dirty="0"/>
              <a:t> </a:t>
            </a:r>
            <a:r>
              <a:rPr lang="fr-FR" dirty="0" err="1"/>
              <a:t>purchases</a:t>
            </a:r>
            <a:r>
              <a:rPr lang="fr-FR" dirty="0"/>
              <a:t> a </a:t>
            </a:r>
            <a:r>
              <a:rPr lang="fr-FR" dirty="0" err="1"/>
              <a:t>domain</a:t>
            </a:r>
            <a:r>
              <a:rPr lang="fr-FR" dirty="0"/>
              <a:t> </a:t>
            </a:r>
            <a:r>
              <a:rPr lang="fr-FR" dirty="0" err="1"/>
              <a:t>name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The money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shared</a:t>
            </a:r>
            <a:endParaRPr lang="fr-F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ICANN (</a:t>
            </a:r>
            <a:r>
              <a:rPr lang="fr-FR" dirty="0" err="1"/>
              <a:t>assigns</a:t>
            </a:r>
            <a:r>
              <a:rPr lang="fr-FR" dirty="0"/>
              <a:t> IP ranges to countries)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the </a:t>
            </a:r>
            <a:r>
              <a:rPr lang="fr-FR" dirty="0" err="1"/>
              <a:t>registry</a:t>
            </a:r>
            <a:r>
              <a:rPr lang="fr-FR" dirty="0"/>
              <a:t> (manages a Top </a:t>
            </a:r>
            <a:r>
              <a:rPr lang="fr-FR" dirty="0" err="1"/>
              <a:t>Level</a:t>
            </a:r>
            <a:r>
              <a:rPr lang="fr-FR" dirty="0"/>
              <a:t> Domain </a:t>
            </a:r>
            <a:r>
              <a:rPr lang="fr-FR" dirty="0" err="1"/>
              <a:t>database</a:t>
            </a:r>
            <a:r>
              <a:rPr lang="fr-FR" dirty="0"/>
              <a:t>: .</a:t>
            </a:r>
            <a:r>
              <a:rPr lang="fr-FR" dirty="0" err="1"/>
              <a:t>fr</a:t>
            </a:r>
            <a:r>
              <a:rPr lang="fr-FR" dirty="0"/>
              <a:t>, .com, …)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the registrar (shopping platform for </a:t>
            </a:r>
            <a:r>
              <a:rPr lang="fr-FR" dirty="0" err="1"/>
              <a:t>domain</a:t>
            </a:r>
            <a:r>
              <a:rPr lang="fr-FR" dirty="0"/>
              <a:t> </a:t>
            </a:r>
            <a:r>
              <a:rPr lang="fr-FR" dirty="0" err="1"/>
              <a:t>names</a:t>
            </a:r>
            <a:r>
              <a:rPr lang="fr-FR" dirty="0"/>
              <a:t>)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F8ADE284-37CA-AE06-1C8C-C14DC95A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DNS</a:t>
            </a:r>
            <a:endParaRPr lang="en-GB" dirty="0"/>
          </a:p>
        </p:txBody>
      </p:sp>
      <p:pic>
        <p:nvPicPr>
          <p:cNvPr id="1026" name="Picture 2" descr="What is a subdomain? Explained for beginners">
            <a:extLst>
              <a:ext uri="{FF2B5EF4-FFF2-40B4-BE49-F238E27FC236}">
                <a16:creationId xmlns:a16="http://schemas.microsoft.com/office/drawing/2014/main" id="{FDE27541-F173-4BCD-244F-6FEE7E24AA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9" t="9389" r="4202" b="12324"/>
          <a:stretch/>
        </p:blipFill>
        <p:spPr bwMode="auto">
          <a:xfrm>
            <a:off x="2997200" y="303478"/>
            <a:ext cx="8932334" cy="3251200"/>
          </a:xfrm>
          <a:prstGeom prst="roundRect">
            <a:avLst>
              <a:gd name="adj" fmla="val 3409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4">
            <a:extLst>
              <a:ext uri="{FF2B5EF4-FFF2-40B4-BE49-F238E27FC236}">
                <a16:creationId xmlns:a16="http://schemas.microsoft.com/office/drawing/2014/main" id="{B7665BD8-6BFD-23E6-0696-55126C40D9F6}"/>
              </a:ext>
            </a:extLst>
          </p:cNvPr>
          <p:cNvSpPr/>
          <p:nvPr/>
        </p:nvSpPr>
        <p:spPr>
          <a:xfrm>
            <a:off x="6285480" y="2060308"/>
            <a:ext cx="2441959" cy="149437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119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939A4-47D7-8319-091D-F481BA192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ZoneTexte 18">
            <a:extLst>
              <a:ext uri="{FF2B5EF4-FFF2-40B4-BE49-F238E27FC236}">
                <a16:creationId xmlns:a16="http://schemas.microsoft.com/office/drawing/2014/main" id="{364C6C7E-1C55-B106-7E1B-D63A5421C448}"/>
              </a:ext>
            </a:extLst>
          </p:cNvPr>
          <p:cNvSpPr txBox="1"/>
          <p:nvPr/>
        </p:nvSpPr>
        <p:spPr>
          <a:xfrm>
            <a:off x="321734" y="1192750"/>
            <a:ext cx="5774266" cy="5450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Configuration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domain</a:t>
            </a:r>
            <a:r>
              <a:rPr lang="fr-FR" dirty="0"/>
              <a:t> </a:t>
            </a:r>
            <a:r>
              <a:rPr lang="fr-FR" dirty="0" err="1"/>
              <a:t>name</a:t>
            </a:r>
            <a:r>
              <a:rPr lang="fr-FR" dirty="0"/>
              <a:t> and </a:t>
            </a:r>
            <a:r>
              <a:rPr lang="fr-FR" dirty="0" err="1"/>
              <a:t>subdomains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Setting of the records</a:t>
            </a:r>
            <a:endParaRPr lang="en-GB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“A” record maps a name to an IPv4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“CNAME” record maps a name to another name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Used to verify a domain ownership before certificate issuance for HTTPS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Can perform Load Balancing</a:t>
            </a:r>
          </a:p>
          <a:p>
            <a:pPr lvl="1">
              <a:lnSpc>
                <a:spcPct val="150000"/>
              </a:lnSpc>
            </a:pPr>
            <a:endParaRPr lang="en-GB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AWS Route 53 &amp; Azure DNS offer similar functionalities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78D0CAD-121B-DFC8-BC27-9CBBE929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DNS</a:t>
            </a:r>
            <a:endParaRPr lang="en-GB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24458A6-245F-5310-F34B-6E0573632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800" y="1591466"/>
            <a:ext cx="5531102" cy="3056872"/>
          </a:xfrm>
          <a:prstGeom prst="roundRect">
            <a:avLst>
              <a:gd name="adj" fmla="val 3409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474E6FF-8919-1C46-ADFD-7D20DF7D728A}"/>
              </a:ext>
            </a:extLst>
          </p:cNvPr>
          <p:cNvSpPr txBox="1"/>
          <p:nvPr/>
        </p:nvSpPr>
        <p:spPr>
          <a:xfrm>
            <a:off x="6358467" y="4803671"/>
            <a:ext cx="5446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Load balancing modes of OCI DNS</a:t>
            </a:r>
          </a:p>
        </p:txBody>
      </p:sp>
    </p:spTree>
    <p:extLst>
      <p:ext uri="{BB962C8B-B14F-4D97-AF65-F5344CB8AC3E}">
        <p14:creationId xmlns:p14="http://schemas.microsoft.com/office/powerpoint/2010/main" val="1147471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F438A-F363-BFFB-91FD-ABF6038BC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5802AC-DDF9-7FF2-534B-35B397D59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Frontal </a:t>
            </a:r>
            <a:r>
              <a:rPr lang="fr-FR" dirty="0" err="1"/>
              <a:t>security</a:t>
            </a:r>
            <a:r>
              <a:rPr lang="fr-FR" dirty="0"/>
              <a:t> services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5D7284-F27E-90E9-C228-D591CFAC2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05466"/>
            <a:ext cx="5638799" cy="5223933"/>
          </a:xfrm>
        </p:spPr>
        <p:txBody>
          <a:bodyPr anchor="t">
            <a:normAutofit fontScale="77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fr-FR" dirty="0" err="1"/>
              <a:t>Load</a:t>
            </a:r>
            <a:r>
              <a:rPr lang="fr-FR" dirty="0"/>
              <a:t> balancing and </a:t>
            </a:r>
            <a:r>
              <a:rPr lang="fr-FR" dirty="0" err="1"/>
              <a:t>securing</a:t>
            </a:r>
            <a:r>
              <a:rPr lang="fr-FR" dirty="0"/>
              <a:t> the VPC</a:t>
            </a:r>
          </a:p>
          <a:p>
            <a:pPr marL="0" indent="0">
              <a:lnSpc>
                <a:spcPct val="160000"/>
              </a:lnSpc>
              <a:buNone/>
            </a:pPr>
            <a:endParaRPr lang="fr-FR" dirty="0"/>
          </a:p>
          <a:p>
            <a:pPr>
              <a:lnSpc>
                <a:spcPct val="160000"/>
              </a:lnSpc>
            </a:pPr>
            <a:r>
              <a:rPr lang="en-GB" dirty="0"/>
              <a:t>Route53</a:t>
            </a:r>
            <a:br>
              <a:rPr lang="en-GB" dirty="0"/>
            </a:br>
            <a:r>
              <a:rPr lang="en-GB" dirty="0"/>
              <a:t>DNS service</a:t>
            </a:r>
          </a:p>
          <a:p>
            <a:pPr>
              <a:lnSpc>
                <a:spcPct val="160000"/>
              </a:lnSpc>
            </a:pPr>
            <a:r>
              <a:rPr lang="en-GB" dirty="0"/>
              <a:t>Shield</a:t>
            </a:r>
            <a:br>
              <a:rPr lang="en-GB" dirty="0"/>
            </a:br>
            <a:r>
              <a:rPr lang="en-GB" dirty="0"/>
              <a:t>Protects against DDoS attacks at the network edge</a:t>
            </a:r>
            <a:endParaRPr lang="fr-FR" dirty="0"/>
          </a:p>
          <a:p>
            <a:pPr>
              <a:lnSpc>
                <a:spcPct val="160000"/>
              </a:lnSpc>
            </a:pPr>
            <a:r>
              <a:rPr lang="en-GB" dirty="0"/>
              <a:t>CloudFront</a:t>
            </a:r>
            <a:br>
              <a:rPr lang="en-GB" dirty="0"/>
            </a:br>
            <a:r>
              <a:rPr lang="en-GB" dirty="0"/>
              <a:t>Reverse-proxy to optimize and cache traffic for global distribution</a:t>
            </a:r>
            <a:br>
              <a:rPr lang="en-GB" dirty="0"/>
            </a:br>
            <a:r>
              <a:rPr lang="en-GB" dirty="0"/>
              <a:t>Can perform TLS offload</a:t>
            </a:r>
          </a:p>
          <a:p>
            <a:pPr>
              <a:lnSpc>
                <a:spcPct val="160000"/>
              </a:lnSpc>
            </a:pPr>
            <a:r>
              <a:rPr lang="en-GB" dirty="0"/>
              <a:t>WAF</a:t>
            </a:r>
            <a:br>
              <a:rPr lang="en-GB" dirty="0"/>
            </a:br>
            <a:r>
              <a:rPr lang="en-GB" dirty="0"/>
              <a:t>Reverse-proxy to filter traffic for application-level (layer 7) security</a:t>
            </a:r>
            <a:br>
              <a:rPr lang="en-GB" dirty="0"/>
            </a:br>
            <a:r>
              <a:rPr lang="en-GB" dirty="0"/>
              <a:t>ex: blocks requests looking like SQL injection </a:t>
            </a:r>
          </a:p>
          <a:p>
            <a:pPr>
              <a:lnSpc>
                <a:spcPct val="160000"/>
              </a:lnSpc>
            </a:pPr>
            <a:r>
              <a:rPr lang="en-GB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Gateway</a:t>
            </a:r>
            <a:br>
              <a:rPr lang="en-GB" dirty="0"/>
            </a:br>
            <a:r>
              <a:rPr lang="en-GB" dirty="0"/>
              <a:t>Reverse-proxy to dispatch requests to the right service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7131786-B9F1-0806-D3B9-5DA231506E49}"/>
              </a:ext>
            </a:extLst>
          </p:cNvPr>
          <p:cNvSpPr txBox="1"/>
          <p:nvPr/>
        </p:nvSpPr>
        <p:spPr>
          <a:xfrm>
            <a:off x="685801" y="934290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Example of AWS</a:t>
            </a:r>
            <a:endParaRPr lang="en-GB" sz="2000" i="1" dirty="0"/>
          </a:p>
        </p:txBody>
      </p:sp>
      <p:pic>
        <p:nvPicPr>
          <p:cNvPr id="8" name="Image 7" descr="Une image contenant symbole, logo, Emblème, Marque&#10;&#10;Description générée automatiquement">
            <a:extLst>
              <a:ext uri="{FF2B5EF4-FFF2-40B4-BE49-F238E27FC236}">
                <a16:creationId xmlns:a16="http://schemas.microsoft.com/office/drawing/2014/main" id="{4BCB3F97-489C-FB88-6737-AEAC5729F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713" y="143377"/>
            <a:ext cx="1494818" cy="18063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Flèche : bas 6">
            <a:extLst>
              <a:ext uri="{FF2B5EF4-FFF2-40B4-BE49-F238E27FC236}">
                <a16:creationId xmlns:a16="http://schemas.microsoft.com/office/drawing/2014/main" id="{1105F300-C001-8B67-2B0C-78E72A45FCF1}"/>
              </a:ext>
            </a:extLst>
          </p:cNvPr>
          <p:cNvSpPr/>
          <p:nvPr/>
        </p:nvSpPr>
        <p:spPr>
          <a:xfrm>
            <a:off x="9419290" y="969999"/>
            <a:ext cx="623147" cy="5075201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wordArtVert" rtlCol="0" anchor="ctr"/>
          <a:lstStyle/>
          <a:p>
            <a:pPr algn="ctr"/>
            <a:r>
              <a:rPr lang="fr-FR" dirty="0"/>
              <a:t>INGRESS</a:t>
            </a:r>
            <a:endParaRPr lang="en-GB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60CD5D8-36C0-7C98-D6C5-AB8D15F5B10E}"/>
              </a:ext>
            </a:extLst>
          </p:cNvPr>
          <p:cNvSpPr/>
          <p:nvPr/>
        </p:nvSpPr>
        <p:spPr>
          <a:xfrm>
            <a:off x="7524196" y="580533"/>
            <a:ext cx="1494818" cy="132080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Shield</a:t>
            </a:r>
            <a:endParaRPr lang="en-GB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858D81B-DD3A-9B87-8D5E-D52BD9D4CF75}"/>
              </a:ext>
            </a:extLst>
          </p:cNvPr>
          <p:cNvSpPr/>
          <p:nvPr/>
        </p:nvSpPr>
        <p:spPr>
          <a:xfrm>
            <a:off x="5960534" y="580533"/>
            <a:ext cx="1494818" cy="132080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DNS</a:t>
            </a:r>
            <a:endParaRPr lang="en-GB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A6D8FBF-AD7B-8153-E225-F2ADB30F0966}"/>
              </a:ext>
            </a:extLst>
          </p:cNvPr>
          <p:cNvSpPr/>
          <p:nvPr/>
        </p:nvSpPr>
        <p:spPr>
          <a:xfrm>
            <a:off x="7524196" y="1971467"/>
            <a:ext cx="1494818" cy="1320800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Cloud</a:t>
            </a:r>
            <a:br>
              <a:rPr lang="fr-FR" dirty="0"/>
            </a:br>
            <a:r>
              <a:rPr lang="fr-FR" dirty="0"/>
              <a:t>Front</a:t>
            </a:r>
            <a:endParaRPr lang="en-GB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0A8E645-8D63-7172-0C86-E645F2F1278D}"/>
              </a:ext>
            </a:extLst>
          </p:cNvPr>
          <p:cNvSpPr/>
          <p:nvPr/>
        </p:nvSpPr>
        <p:spPr>
          <a:xfrm>
            <a:off x="7485832" y="2983001"/>
            <a:ext cx="1494818" cy="132080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WAF</a:t>
            </a:r>
            <a:endParaRPr lang="en-GB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08E4F241-B13B-520D-73E6-D8C11F1C5573}"/>
              </a:ext>
            </a:extLst>
          </p:cNvPr>
          <p:cNvSpPr/>
          <p:nvPr/>
        </p:nvSpPr>
        <p:spPr>
          <a:xfrm>
            <a:off x="7485832" y="3994535"/>
            <a:ext cx="1494818" cy="1320800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API</a:t>
            </a:r>
            <a:br>
              <a:rPr lang="fr-FR" dirty="0"/>
            </a:br>
            <a:r>
              <a:rPr lang="fr-FR" dirty="0"/>
              <a:t>Gateway</a:t>
            </a:r>
            <a:endParaRPr lang="en-GB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D6D0B2F-3A36-F4BA-0C9B-F353C8CFFC75}"/>
              </a:ext>
            </a:extLst>
          </p:cNvPr>
          <p:cNvSpPr/>
          <p:nvPr/>
        </p:nvSpPr>
        <p:spPr>
          <a:xfrm>
            <a:off x="7485832" y="5378602"/>
            <a:ext cx="1494818" cy="132080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Internet</a:t>
            </a:r>
            <a:br>
              <a:rPr lang="fr-FR" dirty="0"/>
            </a:br>
            <a:r>
              <a:rPr lang="fr-FR" dirty="0"/>
              <a:t>Gateway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3290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83B63E-8695-A261-2D66-4BFE1CECF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Tour of the </a:t>
            </a:r>
            <a:r>
              <a:rPr lang="fr-FR" dirty="0" err="1"/>
              <a:t>existing</a:t>
            </a:r>
            <a:r>
              <a:rPr lang="fr-FR" dirty="0"/>
              <a:t> network </a:t>
            </a:r>
            <a:r>
              <a:rPr lang="fr-FR" dirty="0" err="1"/>
              <a:t>resources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B1851B-891E-7219-903C-44C4234BD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2064" y="1639455"/>
            <a:ext cx="6419561" cy="3579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4800" dirty="0"/>
              <a:t>✨</a:t>
            </a:r>
            <a:r>
              <a:rPr lang="fr-FR" sz="3600" dirty="0"/>
              <a:t> </a:t>
            </a:r>
            <a:r>
              <a:rPr lang="fr-FR" sz="4000" dirty="0"/>
              <a:t>Live </a:t>
            </a:r>
            <a:r>
              <a:rPr lang="fr-FR" sz="4000" dirty="0" err="1"/>
              <a:t>demo</a:t>
            </a:r>
            <a:r>
              <a:rPr lang="fr-FR" sz="4000" dirty="0"/>
              <a:t> </a:t>
            </a:r>
            <a:br>
              <a:rPr lang="fr-FR" sz="4000" dirty="0"/>
            </a:br>
            <a:r>
              <a:rPr lang="fr-FR" sz="4000" dirty="0"/>
              <a:t>			in </a:t>
            </a:r>
            <a:r>
              <a:rPr lang="fr-FR" sz="4000" dirty="0" err="1"/>
              <a:t>depth</a:t>
            </a:r>
            <a:r>
              <a:rPr lang="fr-FR" sz="4000" dirty="0"/>
              <a:t> tour</a:t>
            </a:r>
            <a:endParaRPr lang="en-GB" sz="36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E12536D-6ED0-DC03-08CC-8D761524D1FF}"/>
              </a:ext>
            </a:extLst>
          </p:cNvPr>
          <p:cNvSpPr txBox="1"/>
          <p:nvPr/>
        </p:nvSpPr>
        <p:spPr>
          <a:xfrm>
            <a:off x="685801" y="906581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Set up by default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1244614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486DE-AFE2-456F-9E3F-5A4204976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F45211-A231-2649-07D3-A68AB46A3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Architectural tip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BD57341-8934-612B-DC1B-C154530EBBD4}"/>
              </a:ext>
            </a:extLst>
          </p:cNvPr>
          <p:cNvSpPr txBox="1"/>
          <p:nvPr/>
        </p:nvSpPr>
        <p:spPr>
          <a:xfrm>
            <a:off x="832241" y="1772972"/>
            <a:ext cx="9094079" cy="378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Keep</a:t>
            </a: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the network structure simple and 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understandable</a:t>
            </a:r>
            <a:b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</a:br>
            <a:endParaRPr lang="fr-FR" i="0" dirty="0">
              <a:solidFill>
                <a:srgbClr val="E6E6E6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Use firewalls to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allow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only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intended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inbound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traffic</a:t>
            </a:r>
            <a:endParaRPr lang="fr-FR" dirty="0">
              <a:solidFill>
                <a:srgbClr val="E6E6E6"/>
              </a:solidFill>
              <a:latin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all the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rest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should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be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closed</a:t>
            </a:r>
            <a:endParaRPr lang="fr-FR" dirty="0">
              <a:solidFill>
                <a:srgbClr val="E6E6E6"/>
              </a:solidFill>
              <a:latin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possible strict IP </a:t>
            </a: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whitelisting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for services like SSH</a:t>
            </a:r>
            <a:br>
              <a:rPr lang="fr-FR" u="sng" dirty="0">
                <a:solidFill>
                  <a:srgbClr val="E6E6E6"/>
                </a:solidFill>
                <a:latin typeface="Segoe UI" panose="020B0502040204020203" pitchFamily="34" charset="0"/>
              </a:rPr>
            </a:br>
            <a:endParaRPr lang="fr-FR" i="0" u="sng" dirty="0">
              <a:solidFill>
                <a:srgbClr val="E6E6E6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rgbClr val="E6E6E6"/>
                </a:solidFill>
                <a:latin typeface="Segoe UI" panose="020B0502040204020203" pitchFamily="34" charset="0"/>
              </a:rPr>
              <a:t>Delegate</a:t>
            </a:r>
            <a: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  <a:t> TLS to a frontal service</a:t>
            </a:r>
            <a:br>
              <a:rPr lang="fr-FR" dirty="0">
                <a:solidFill>
                  <a:srgbClr val="E6E6E6"/>
                </a:solidFill>
                <a:latin typeface="Segoe UI" panose="020B0502040204020203" pitchFamily="34" charset="0"/>
              </a:rPr>
            </a:br>
            <a:endParaRPr lang="fr-FR" i="0" dirty="0">
              <a:solidFill>
                <a:srgbClr val="E6E6E6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Reduce</a:t>
            </a: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the 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risks</a:t>
            </a: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due to 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exposing</a:t>
            </a: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VMs</a:t>
            </a: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directly</a:t>
            </a: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to internet by </a:t>
            </a:r>
            <a:r>
              <a:rPr lang="fr-FR" i="0" dirty="0" err="1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using</a:t>
            </a:r>
            <a:r>
              <a:rPr lang="fr-FR" i="0" dirty="0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 a NAT Gateway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EFF477B-0289-9426-BA6B-D7B474D6C5C2}"/>
              </a:ext>
            </a:extLst>
          </p:cNvPr>
          <p:cNvSpPr txBox="1"/>
          <p:nvPr/>
        </p:nvSpPr>
        <p:spPr>
          <a:xfrm>
            <a:off x="685801" y="934290"/>
            <a:ext cx="4682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For a </a:t>
            </a:r>
            <a:r>
              <a:rPr lang="fr-FR" sz="2000" i="1" dirty="0" err="1"/>
              <a:t>modest</a:t>
            </a:r>
            <a:r>
              <a:rPr lang="fr-FR" sz="2000" i="1" dirty="0"/>
              <a:t> OCI setup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4705719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3CDB0B2-2764-4033-B3C3-B675F45D8E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ef32d-54dd-4f3d-88f4-5252b60136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12DCCE-3E49-4233-A17D-698880E0FE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CABE38-29FB-4F79-9C60-5DFC98D6F98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1757</TotalTime>
  <Words>835</Words>
  <Application>Microsoft Office PowerPoint</Application>
  <PresentationFormat>Grand écran</PresentationFormat>
  <Paragraphs>138</Paragraphs>
  <Slides>15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Segoe UI</vt:lpstr>
      <vt:lpstr>Wingdings</vt:lpstr>
      <vt:lpstr>Celestial</vt:lpstr>
      <vt:lpstr>Cloud Engineering</vt:lpstr>
      <vt:lpstr>Overview</vt:lpstr>
      <vt:lpstr>Topology</vt:lpstr>
      <vt:lpstr>Network Interface CarD</vt:lpstr>
      <vt:lpstr>An IP is a number, within a RANGE</vt:lpstr>
      <vt:lpstr>Networks organisation </vt:lpstr>
      <vt:lpstr>Private &amp; public subnets</vt:lpstr>
      <vt:lpstr>Complete route to internet</vt:lpstr>
      <vt:lpstr>Ingress &amp; Egress TRAFFIC</vt:lpstr>
      <vt:lpstr>Virtual Private NetworkS</vt:lpstr>
      <vt:lpstr>DNS</vt:lpstr>
      <vt:lpstr>DNS</vt:lpstr>
      <vt:lpstr>Frontal security services</vt:lpstr>
      <vt:lpstr>Tour of the existing network resources</vt:lpstr>
      <vt:lpstr>Architectural tip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</dc:title>
  <dc:creator>Georges MATHIO</dc:creator>
  <cp:lastModifiedBy>Georges MATHIO</cp:lastModifiedBy>
  <cp:revision>28</cp:revision>
  <dcterms:created xsi:type="dcterms:W3CDTF">2023-10-26T12:54:23Z</dcterms:created>
  <dcterms:modified xsi:type="dcterms:W3CDTF">2024-12-05T17:14:18Z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  <property fmtid="{D5CDD505-2E9C-101B-9397-08002B2CF9AE}" pid="3" name="Order">
    <vt:r8>26200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