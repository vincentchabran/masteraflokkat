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78" r:id="rId5"/>
    <p:sldId id="257" r:id="rId6"/>
    <p:sldId id="292" r:id="rId7"/>
    <p:sldId id="294" r:id="rId8"/>
    <p:sldId id="295" r:id="rId9"/>
    <p:sldId id="291" r:id="rId10"/>
    <p:sldId id="293" r:id="rId11"/>
  </p:sldIdLst>
  <p:sldSz cx="12192000" cy="6858000"/>
  <p:notesSz cx="6858000" cy="9144000"/>
  <p:defaultTextStyle>
    <a:defPPr rtl="0">
      <a:defRPr lang="en-GB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3F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EEACC3-57C4-4B05-9D9C-720E3B67E4B1}" v="4" dt="2024-12-12T07:37:25.255"/>
    <p1510:client id="{1E421E42-88E8-4B76-A39B-A8353E171A41}" v="34" dt="2024-12-11T13:06:09.5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s MATHIO" userId="S::georges.mathio@estia.fr::1057b68d-d9cf-4cd5-bc4c-3fe68ec33e97" providerId="AD" clId="Web-{D4D1CCDB-EC6E-DF1C-47CB-2C6ACE153BBA}"/>
    <pc:docChg chg="modSld">
      <pc:chgData name="Georges MATHIO" userId="S::georges.mathio@estia.fr::1057b68d-d9cf-4cd5-bc4c-3fe68ec33e97" providerId="AD" clId="Web-{D4D1CCDB-EC6E-DF1C-47CB-2C6ACE153BBA}" dt="2024-10-15T07:59:36.088" v="76" actId="20577"/>
      <pc:docMkLst>
        <pc:docMk/>
      </pc:docMkLst>
      <pc:sldChg chg="modSp">
        <pc:chgData name="Georges MATHIO" userId="S::georges.mathio@estia.fr::1057b68d-d9cf-4cd5-bc4c-3fe68ec33e97" providerId="AD" clId="Web-{D4D1CCDB-EC6E-DF1C-47CB-2C6ACE153BBA}" dt="2024-10-15T07:59:36.088" v="76" actId="20577"/>
        <pc:sldMkLst>
          <pc:docMk/>
          <pc:sldMk cId="3988114519" sldId="267"/>
        </pc:sldMkLst>
      </pc:sldChg>
    </pc:docChg>
  </pc:docChgLst>
  <pc:docChgLst>
    <pc:chgData name="Georges MATHIO" userId="1057b68d-d9cf-4cd5-bc4c-3fe68ec33e97" providerId="ADAL" clId="{02EEACC3-57C4-4B05-9D9C-720E3B67E4B1}"/>
    <pc:docChg chg="undo redo custSel addSld delSld modSld sldOrd">
      <pc:chgData name="Georges MATHIO" userId="1057b68d-d9cf-4cd5-bc4c-3fe68ec33e97" providerId="ADAL" clId="{02EEACC3-57C4-4B05-9D9C-720E3B67E4B1}" dt="2024-12-12T07:44:24.553" v="1055" actId="47"/>
      <pc:docMkLst>
        <pc:docMk/>
      </pc:docMkLst>
      <pc:sldChg chg="modSp mod">
        <pc:chgData name="Georges MATHIO" userId="1057b68d-d9cf-4cd5-bc4c-3fe68ec33e97" providerId="ADAL" clId="{02EEACC3-57C4-4B05-9D9C-720E3B67E4B1}" dt="2024-12-11T14:27:25.014" v="67" actId="20577"/>
        <pc:sldMkLst>
          <pc:docMk/>
          <pc:sldMk cId="1824297136" sldId="257"/>
        </pc:sldMkLst>
        <pc:spChg chg="mod">
          <ac:chgData name="Georges MATHIO" userId="1057b68d-d9cf-4cd5-bc4c-3fe68ec33e97" providerId="ADAL" clId="{02EEACC3-57C4-4B05-9D9C-720E3B67E4B1}" dt="2024-12-11T14:27:25.014" v="67" actId="20577"/>
          <ac:spMkLst>
            <pc:docMk/>
            <pc:sldMk cId="1824297136" sldId="257"/>
            <ac:spMk id="3" creationId="{F877468A-C6BD-DFB1-948A-75293497D502}"/>
          </ac:spMkLst>
        </pc:spChg>
        <pc:spChg chg="mod">
          <ac:chgData name="Georges MATHIO" userId="1057b68d-d9cf-4cd5-bc4c-3fe68ec33e97" providerId="ADAL" clId="{02EEACC3-57C4-4B05-9D9C-720E3B67E4B1}" dt="2024-12-11T14:26:55.057" v="10" actId="1038"/>
          <ac:spMkLst>
            <pc:docMk/>
            <pc:sldMk cId="1824297136" sldId="257"/>
            <ac:spMk id="7" creationId="{4B5DD85E-1457-49FA-9F18-CA17878D5EC4}"/>
          </ac:spMkLst>
        </pc:spChg>
        <pc:picChg chg="mod">
          <ac:chgData name="Georges MATHIO" userId="1057b68d-d9cf-4cd5-bc4c-3fe68ec33e97" providerId="ADAL" clId="{02EEACC3-57C4-4B05-9D9C-720E3B67E4B1}" dt="2024-12-11T14:26:48.796" v="1" actId="1076"/>
          <ac:picMkLst>
            <pc:docMk/>
            <pc:sldMk cId="1824297136" sldId="257"/>
            <ac:picMk id="5" creationId="{C0A02229-4646-B39E-31BF-38DB7EEA1E47}"/>
          </ac:picMkLst>
        </pc:picChg>
      </pc:sldChg>
      <pc:sldChg chg="modSp mod">
        <pc:chgData name="Georges MATHIO" userId="1057b68d-d9cf-4cd5-bc4c-3fe68ec33e97" providerId="ADAL" clId="{02EEACC3-57C4-4B05-9D9C-720E3B67E4B1}" dt="2024-12-11T17:42:50.635" v="366" actId="20577"/>
        <pc:sldMkLst>
          <pc:docMk/>
          <pc:sldMk cId="947780138" sldId="278"/>
        </pc:sldMkLst>
        <pc:spChg chg="mod">
          <ac:chgData name="Georges MATHIO" userId="1057b68d-d9cf-4cd5-bc4c-3fe68ec33e97" providerId="ADAL" clId="{02EEACC3-57C4-4B05-9D9C-720E3B67E4B1}" dt="2024-12-11T17:42:50.635" v="366" actId="20577"/>
          <ac:spMkLst>
            <pc:docMk/>
            <pc:sldMk cId="947780138" sldId="278"/>
            <ac:spMk id="3" creationId="{00000000-0000-0000-0000-000000000000}"/>
          </ac:spMkLst>
        </pc:spChg>
      </pc:sldChg>
      <pc:sldChg chg="del">
        <pc:chgData name="Georges MATHIO" userId="1057b68d-d9cf-4cd5-bc4c-3fe68ec33e97" providerId="ADAL" clId="{02EEACC3-57C4-4B05-9D9C-720E3B67E4B1}" dt="2024-12-11T14:27:27.697" v="68" actId="47"/>
        <pc:sldMkLst>
          <pc:docMk/>
          <pc:sldMk cId="3235351140" sldId="279"/>
        </pc:sldMkLst>
      </pc:sldChg>
      <pc:sldChg chg="del">
        <pc:chgData name="Georges MATHIO" userId="1057b68d-d9cf-4cd5-bc4c-3fe68ec33e97" providerId="ADAL" clId="{02EEACC3-57C4-4B05-9D9C-720E3B67E4B1}" dt="2024-12-11T14:27:28.815" v="71" actId="47"/>
        <pc:sldMkLst>
          <pc:docMk/>
          <pc:sldMk cId="1785084455" sldId="284"/>
        </pc:sldMkLst>
      </pc:sldChg>
      <pc:sldChg chg="del">
        <pc:chgData name="Georges MATHIO" userId="1057b68d-d9cf-4cd5-bc4c-3fe68ec33e97" providerId="ADAL" clId="{02EEACC3-57C4-4B05-9D9C-720E3B67E4B1}" dt="2024-12-11T14:27:27.915" v="69" actId="47"/>
        <pc:sldMkLst>
          <pc:docMk/>
          <pc:sldMk cId="696138440" sldId="285"/>
        </pc:sldMkLst>
      </pc:sldChg>
      <pc:sldChg chg="del">
        <pc:chgData name="Georges MATHIO" userId="1057b68d-d9cf-4cd5-bc4c-3fe68ec33e97" providerId="ADAL" clId="{02EEACC3-57C4-4B05-9D9C-720E3B67E4B1}" dt="2024-12-11T14:27:28.170" v="70" actId="47"/>
        <pc:sldMkLst>
          <pc:docMk/>
          <pc:sldMk cId="2042682731" sldId="287"/>
        </pc:sldMkLst>
      </pc:sldChg>
      <pc:sldChg chg="del">
        <pc:chgData name="Georges MATHIO" userId="1057b68d-d9cf-4cd5-bc4c-3fe68ec33e97" providerId="ADAL" clId="{02EEACC3-57C4-4B05-9D9C-720E3B67E4B1}" dt="2024-12-11T14:27:29.112" v="72" actId="47"/>
        <pc:sldMkLst>
          <pc:docMk/>
          <pc:sldMk cId="2079156772" sldId="288"/>
        </pc:sldMkLst>
      </pc:sldChg>
      <pc:sldChg chg="del">
        <pc:chgData name="Georges MATHIO" userId="1057b68d-d9cf-4cd5-bc4c-3fe68ec33e97" providerId="ADAL" clId="{02EEACC3-57C4-4B05-9D9C-720E3B67E4B1}" dt="2024-12-11T14:27:29.765" v="73" actId="47"/>
        <pc:sldMkLst>
          <pc:docMk/>
          <pc:sldMk cId="1015551072" sldId="290"/>
        </pc:sldMkLst>
      </pc:sldChg>
      <pc:sldChg chg="modSp mod">
        <pc:chgData name="Georges MATHIO" userId="1057b68d-d9cf-4cd5-bc4c-3fe68ec33e97" providerId="ADAL" clId="{02EEACC3-57C4-4B05-9D9C-720E3B67E4B1}" dt="2024-12-12T07:39:10.982" v="1023" actId="20577"/>
        <pc:sldMkLst>
          <pc:docMk/>
          <pc:sldMk cId="1916568031" sldId="291"/>
        </pc:sldMkLst>
        <pc:spChg chg="mod">
          <ac:chgData name="Georges MATHIO" userId="1057b68d-d9cf-4cd5-bc4c-3fe68ec33e97" providerId="ADAL" clId="{02EEACC3-57C4-4B05-9D9C-720E3B67E4B1}" dt="2024-12-11T14:29:45.822" v="158"/>
          <ac:spMkLst>
            <pc:docMk/>
            <pc:sldMk cId="1916568031" sldId="291"/>
            <ac:spMk id="2" creationId="{B16B650D-CD52-D087-C62C-A9EF20233132}"/>
          </ac:spMkLst>
        </pc:spChg>
        <pc:spChg chg="mod">
          <ac:chgData name="Georges MATHIO" userId="1057b68d-d9cf-4cd5-bc4c-3fe68ec33e97" providerId="ADAL" clId="{02EEACC3-57C4-4B05-9D9C-720E3B67E4B1}" dt="2024-12-12T07:39:10.982" v="1023" actId="20577"/>
          <ac:spMkLst>
            <pc:docMk/>
            <pc:sldMk cId="1916568031" sldId="291"/>
            <ac:spMk id="4" creationId="{9D654AE8-5479-A60E-9C5F-0E2FA576073C}"/>
          </ac:spMkLst>
        </pc:spChg>
        <pc:spChg chg="mod">
          <ac:chgData name="Georges MATHIO" userId="1057b68d-d9cf-4cd5-bc4c-3fe68ec33e97" providerId="ADAL" clId="{02EEACC3-57C4-4B05-9D9C-720E3B67E4B1}" dt="2024-12-11T14:29:32.642" v="157"/>
          <ac:spMkLst>
            <pc:docMk/>
            <pc:sldMk cId="1916568031" sldId="291"/>
            <ac:spMk id="5" creationId="{C2739CF6-3AC3-4A9F-7ED4-ADD435F38C6B}"/>
          </ac:spMkLst>
        </pc:spChg>
      </pc:sldChg>
      <pc:sldChg chg="addSp delSp modSp mod">
        <pc:chgData name="Georges MATHIO" userId="1057b68d-d9cf-4cd5-bc4c-3fe68ec33e97" providerId="ADAL" clId="{02EEACC3-57C4-4B05-9D9C-720E3B67E4B1}" dt="2024-12-11T17:47:36.655" v="508" actId="20577"/>
        <pc:sldMkLst>
          <pc:docMk/>
          <pc:sldMk cId="3495340627" sldId="292"/>
        </pc:sldMkLst>
        <pc:spChg chg="mod">
          <ac:chgData name="Georges MATHIO" userId="1057b68d-d9cf-4cd5-bc4c-3fe68ec33e97" providerId="ADAL" clId="{02EEACC3-57C4-4B05-9D9C-720E3B67E4B1}" dt="2024-12-11T17:47:36.655" v="508" actId="20577"/>
          <ac:spMkLst>
            <pc:docMk/>
            <pc:sldMk cId="3495340627" sldId="292"/>
            <ac:spMk id="2" creationId="{44D5D00F-997E-2F8B-88EF-43C13BD22D74}"/>
          </ac:spMkLst>
        </pc:spChg>
        <pc:spChg chg="mod">
          <ac:chgData name="Georges MATHIO" userId="1057b68d-d9cf-4cd5-bc4c-3fe68ec33e97" providerId="ADAL" clId="{02EEACC3-57C4-4B05-9D9C-720E3B67E4B1}" dt="2024-12-11T17:45:28.244" v="499" actId="20577"/>
          <ac:spMkLst>
            <pc:docMk/>
            <pc:sldMk cId="3495340627" sldId="292"/>
            <ac:spMk id="8" creationId="{93625566-6581-5BEE-9F54-7D5A25E8325A}"/>
          </ac:spMkLst>
        </pc:spChg>
        <pc:picChg chg="add del">
          <ac:chgData name="Georges MATHIO" userId="1057b68d-d9cf-4cd5-bc4c-3fe68ec33e97" providerId="ADAL" clId="{02EEACC3-57C4-4B05-9D9C-720E3B67E4B1}" dt="2024-12-11T17:43:57.364" v="375" actId="478"/>
          <ac:picMkLst>
            <pc:docMk/>
            <pc:sldMk cId="3495340627" sldId="292"/>
            <ac:picMk id="4" creationId="{770E170C-9B79-13AD-8D8B-E9936FBD4A93}"/>
          </ac:picMkLst>
        </pc:picChg>
        <pc:picChg chg="add del mod">
          <ac:chgData name="Georges MATHIO" userId="1057b68d-d9cf-4cd5-bc4c-3fe68ec33e97" providerId="ADAL" clId="{02EEACC3-57C4-4B05-9D9C-720E3B67E4B1}" dt="2024-12-11T17:43:47.688" v="371" actId="22"/>
          <ac:picMkLst>
            <pc:docMk/>
            <pc:sldMk cId="3495340627" sldId="292"/>
            <ac:picMk id="5" creationId="{B8959A5B-450D-99A7-146F-F0123C1F0B9D}"/>
          </ac:picMkLst>
        </pc:picChg>
        <pc:picChg chg="add mod">
          <ac:chgData name="Georges MATHIO" userId="1057b68d-d9cf-4cd5-bc4c-3fe68ec33e97" providerId="ADAL" clId="{02EEACC3-57C4-4B05-9D9C-720E3B67E4B1}" dt="2024-12-11T17:43:59.381" v="376" actId="1076"/>
          <ac:picMkLst>
            <pc:docMk/>
            <pc:sldMk cId="3495340627" sldId="292"/>
            <ac:picMk id="7" creationId="{BC0E306D-0866-2656-BDB8-C5DE295E1804}"/>
          </ac:picMkLst>
        </pc:picChg>
      </pc:sldChg>
      <pc:sldChg chg="delSp modSp add mod">
        <pc:chgData name="Georges MATHIO" userId="1057b68d-d9cf-4cd5-bc4c-3fe68ec33e97" providerId="ADAL" clId="{02EEACC3-57C4-4B05-9D9C-720E3B67E4B1}" dt="2024-12-11T14:38:51.560" v="359" actId="20577"/>
        <pc:sldMkLst>
          <pc:docMk/>
          <pc:sldMk cId="2660226250" sldId="293"/>
        </pc:sldMkLst>
        <pc:spChg chg="mod">
          <ac:chgData name="Georges MATHIO" userId="1057b68d-d9cf-4cd5-bc4c-3fe68ec33e97" providerId="ADAL" clId="{02EEACC3-57C4-4B05-9D9C-720E3B67E4B1}" dt="2024-12-11T14:34:33.618" v="212" actId="20577"/>
          <ac:spMkLst>
            <pc:docMk/>
            <pc:sldMk cId="2660226250" sldId="293"/>
            <ac:spMk id="2" creationId="{049C8046-E823-C298-7AC6-3AA85FCFCEFC}"/>
          </ac:spMkLst>
        </pc:spChg>
        <pc:spChg chg="mod">
          <ac:chgData name="Georges MATHIO" userId="1057b68d-d9cf-4cd5-bc4c-3fe68ec33e97" providerId="ADAL" clId="{02EEACC3-57C4-4B05-9D9C-720E3B67E4B1}" dt="2024-12-11T14:38:51.560" v="359" actId="20577"/>
          <ac:spMkLst>
            <pc:docMk/>
            <pc:sldMk cId="2660226250" sldId="293"/>
            <ac:spMk id="4" creationId="{EAF02B73-2CA0-480B-AF5C-BD56939689D7}"/>
          </ac:spMkLst>
        </pc:spChg>
        <pc:spChg chg="del">
          <ac:chgData name="Georges MATHIO" userId="1057b68d-d9cf-4cd5-bc4c-3fe68ec33e97" providerId="ADAL" clId="{02EEACC3-57C4-4B05-9D9C-720E3B67E4B1}" dt="2024-12-11T14:34:46.364" v="213" actId="478"/>
          <ac:spMkLst>
            <pc:docMk/>
            <pc:sldMk cId="2660226250" sldId="293"/>
            <ac:spMk id="5" creationId="{B9BDBBCF-2343-A1EB-CAE3-F9FAF57C27BE}"/>
          </ac:spMkLst>
        </pc:spChg>
      </pc:sldChg>
      <pc:sldChg chg="delSp modSp add mod">
        <pc:chgData name="Georges MATHIO" userId="1057b68d-d9cf-4cd5-bc4c-3fe68ec33e97" providerId="ADAL" clId="{02EEACC3-57C4-4B05-9D9C-720E3B67E4B1}" dt="2024-12-11T17:52:23.555" v="757" actId="20577"/>
        <pc:sldMkLst>
          <pc:docMk/>
          <pc:sldMk cId="260831956" sldId="294"/>
        </pc:sldMkLst>
        <pc:spChg chg="mod">
          <ac:chgData name="Georges MATHIO" userId="1057b68d-d9cf-4cd5-bc4c-3fe68ec33e97" providerId="ADAL" clId="{02EEACC3-57C4-4B05-9D9C-720E3B67E4B1}" dt="2024-12-11T17:49:04.195" v="560" actId="20577"/>
          <ac:spMkLst>
            <pc:docMk/>
            <pc:sldMk cId="260831956" sldId="294"/>
            <ac:spMk id="2" creationId="{87817740-C452-8ABC-364A-B27D6745E289}"/>
          </ac:spMkLst>
        </pc:spChg>
        <pc:spChg chg="mod">
          <ac:chgData name="Georges MATHIO" userId="1057b68d-d9cf-4cd5-bc4c-3fe68ec33e97" providerId="ADAL" clId="{02EEACC3-57C4-4B05-9D9C-720E3B67E4B1}" dt="2024-12-11T17:52:23.555" v="757" actId="20577"/>
          <ac:spMkLst>
            <pc:docMk/>
            <pc:sldMk cId="260831956" sldId="294"/>
            <ac:spMk id="8" creationId="{73D76339-9D51-B3E8-3EB8-9DBABC4EB75A}"/>
          </ac:spMkLst>
        </pc:spChg>
        <pc:picChg chg="del">
          <ac:chgData name="Georges MATHIO" userId="1057b68d-d9cf-4cd5-bc4c-3fe68ec33e97" providerId="ADAL" clId="{02EEACC3-57C4-4B05-9D9C-720E3B67E4B1}" dt="2024-12-11T17:47:45.704" v="522" actId="478"/>
          <ac:picMkLst>
            <pc:docMk/>
            <pc:sldMk cId="260831956" sldId="294"/>
            <ac:picMk id="7" creationId="{B1FBB9DF-0DE2-E2A0-C828-6B0610E81034}"/>
          </ac:picMkLst>
        </pc:picChg>
      </pc:sldChg>
      <pc:sldChg chg="modSp add mod ord">
        <pc:chgData name="Georges MATHIO" userId="1057b68d-d9cf-4cd5-bc4c-3fe68ec33e97" providerId="ADAL" clId="{02EEACC3-57C4-4B05-9D9C-720E3B67E4B1}" dt="2024-12-11T17:56:39.768" v="972" actId="20577"/>
        <pc:sldMkLst>
          <pc:docMk/>
          <pc:sldMk cId="135632913" sldId="295"/>
        </pc:sldMkLst>
        <pc:spChg chg="mod">
          <ac:chgData name="Georges MATHIO" userId="1057b68d-d9cf-4cd5-bc4c-3fe68ec33e97" providerId="ADAL" clId="{02EEACC3-57C4-4B05-9D9C-720E3B67E4B1}" dt="2024-12-11T17:53:27.811" v="812" actId="20577"/>
          <ac:spMkLst>
            <pc:docMk/>
            <pc:sldMk cId="135632913" sldId="295"/>
            <ac:spMk id="2" creationId="{030D007F-4AD9-8ED3-A005-62CBD97BC7E3}"/>
          </ac:spMkLst>
        </pc:spChg>
        <pc:spChg chg="mod">
          <ac:chgData name="Georges MATHIO" userId="1057b68d-d9cf-4cd5-bc4c-3fe68ec33e97" providerId="ADAL" clId="{02EEACC3-57C4-4B05-9D9C-720E3B67E4B1}" dt="2024-12-11T17:56:39.768" v="972" actId="20577"/>
          <ac:spMkLst>
            <pc:docMk/>
            <pc:sldMk cId="135632913" sldId="295"/>
            <ac:spMk id="8" creationId="{463FB95B-F468-FBF5-21C0-4CB717C6A29A}"/>
          </ac:spMkLst>
        </pc:spChg>
      </pc:sldChg>
      <pc:sldChg chg="modSp add del mod">
        <pc:chgData name="Georges MATHIO" userId="1057b68d-d9cf-4cd5-bc4c-3fe68ec33e97" providerId="ADAL" clId="{02EEACC3-57C4-4B05-9D9C-720E3B67E4B1}" dt="2024-12-12T07:44:24.553" v="1055" actId="47"/>
        <pc:sldMkLst>
          <pc:docMk/>
          <pc:sldMk cId="1571856175" sldId="296"/>
        </pc:sldMkLst>
        <pc:spChg chg="mod">
          <ac:chgData name="Georges MATHIO" userId="1057b68d-d9cf-4cd5-bc4c-3fe68ec33e97" providerId="ADAL" clId="{02EEACC3-57C4-4B05-9D9C-720E3B67E4B1}" dt="2024-12-12T07:37:42.591" v="1022" actId="20577"/>
          <ac:spMkLst>
            <pc:docMk/>
            <pc:sldMk cId="1571856175" sldId="296"/>
            <ac:spMk id="2" creationId="{BE63EFE2-4878-4A65-3231-3CB53C74B531}"/>
          </ac:spMkLst>
        </pc:spChg>
        <pc:spChg chg="mod">
          <ac:chgData name="Georges MATHIO" userId="1057b68d-d9cf-4cd5-bc4c-3fe68ec33e97" providerId="ADAL" clId="{02EEACC3-57C4-4B05-9D9C-720E3B67E4B1}" dt="2024-12-12T07:42:04.915" v="1054" actId="20577"/>
          <ac:spMkLst>
            <pc:docMk/>
            <pc:sldMk cId="1571856175" sldId="296"/>
            <ac:spMk id="4" creationId="{6703829B-CABA-A3E2-3C05-7F934F872A0F}"/>
          </ac:spMkLst>
        </pc:spChg>
      </pc:sldChg>
    </pc:docChg>
  </pc:docChgLst>
  <pc:docChgLst>
    <pc:chgData name="Georges MATHIO" userId="1057b68d-d9cf-4cd5-bc4c-3fe68ec33e97" providerId="ADAL" clId="{80C8A785-8CB5-41AD-82DB-1BD179DE115F}"/>
    <pc:docChg chg="custSel addSld delSld modSld sldOrd">
      <pc:chgData name="Georges MATHIO" userId="1057b68d-d9cf-4cd5-bc4c-3fe68ec33e97" providerId="ADAL" clId="{80C8A785-8CB5-41AD-82DB-1BD179DE115F}" dt="2024-11-04T10:52:25.195" v="297" actId="20577"/>
      <pc:docMkLst>
        <pc:docMk/>
      </pc:docMkLst>
      <pc:sldChg chg="delSp modSp del">
        <pc:chgData name="Georges MATHIO" userId="1057b68d-d9cf-4cd5-bc4c-3fe68ec33e97" providerId="ADAL" clId="{80C8A785-8CB5-41AD-82DB-1BD179DE115F}" dt="2024-11-04T10:37:26.630" v="5" actId="47"/>
        <pc:sldMkLst>
          <pc:docMk/>
          <pc:sldMk cId="2526593619" sldId="256"/>
        </pc:sldMkLst>
      </pc:sldChg>
      <pc:sldChg chg="del">
        <pc:chgData name="Georges MATHIO" userId="1057b68d-d9cf-4cd5-bc4c-3fe68ec33e97" providerId="ADAL" clId="{80C8A785-8CB5-41AD-82DB-1BD179DE115F}" dt="2024-11-04T10:42:57.978" v="79" actId="47"/>
        <pc:sldMkLst>
          <pc:docMk/>
          <pc:sldMk cId="3587356529" sldId="262"/>
        </pc:sldMkLst>
      </pc:sldChg>
      <pc:sldChg chg="del">
        <pc:chgData name="Georges MATHIO" userId="1057b68d-d9cf-4cd5-bc4c-3fe68ec33e97" providerId="ADAL" clId="{80C8A785-8CB5-41AD-82DB-1BD179DE115F}" dt="2024-11-04T10:42:57.900" v="78" actId="47"/>
        <pc:sldMkLst>
          <pc:docMk/>
          <pc:sldMk cId="3585669407" sldId="264"/>
        </pc:sldMkLst>
      </pc:sldChg>
      <pc:sldChg chg="del">
        <pc:chgData name="Georges MATHIO" userId="1057b68d-d9cf-4cd5-bc4c-3fe68ec33e97" providerId="ADAL" clId="{80C8A785-8CB5-41AD-82DB-1BD179DE115F}" dt="2024-11-04T10:42:58.839" v="81" actId="47"/>
        <pc:sldMkLst>
          <pc:docMk/>
          <pc:sldMk cId="1447089258" sldId="266"/>
        </pc:sldMkLst>
      </pc:sldChg>
      <pc:sldChg chg="del">
        <pc:chgData name="Georges MATHIO" userId="1057b68d-d9cf-4cd5-bc4c-3fe68ec33e97" providerId="ADAL" clId="{80C8A785-8CB5-41AD-82DB-1BD179DE115F}" dt="2024-11-04T10:42:57.474" v="76" actId="47"/>
        <pc:sldMkLst>
          <pc:docMk/>
          <pc:sldMk cId="787731320" sldId="268"/>
        </pc:sldMkLst>
      </pc:sldChg>
      <pc:sldChg chg="del">
        <pc:chgData name="Georges MATHIO" userId="1057b68d-d9cf-4cd5-bc4c-3fe68ec33e97" providerId="ADAL" clId="{80C8A785-8CB5-41AD-82DB-1BD179DE115F}" dt="2024-11-04T10:42:57.853" v="77" actId="47"/>
        <pc:sldMkLst>
          <pc:docMk/>
          <pc:sldMk cId="4175335468" sldId="270"/>
        </pc:sldMkLst>
      </pc:sldChg>
      <pc:sldChg chg="del">
        <pc:chgData name="Georges MATHIO" userId="1057b68d-d9cf-4cd5-bc4c-3fe68ec33e97" providerId="ADAL" clId="{80C8A785-8CB5-41AD-82DB-1BD179DE115F}" dt="2024-11-04T10:42:58.228" v="80" actId="47"/>
        <pc:sldMkLst>
          <pc:docMk/>
          <pc:sldMk cId="53047199" sldId="271"/>
        </pc:sldMkLst>
      </pc:sldChg>
      <pc:sldChg chg="del">
        <pc:chgData name="Georges MATHIO" userId="1057b68d-d9cf-4cd5-bc4c-3fe68ec33e97" providerId="ADAL" clId="{80C8A785-8CB5-41AD-82DB-1BD179DE115F}" dt="2024-11-04T10:42:57.189" v="75" actId="47"/>
        <pc:sldMkLst>
          <pc:docMk/>
          <pc:sldMk cId="3719670501" sldId="277"/>
        </pc:sldMkLst>
      </pc:sldChg>
      <pc:sldChg chg="addSp delSp modSp add mod ord setBg addAnim modAnim">
        <pc:chgData name="Georges MATHIO" userId="1057b68d-d9cf-4cd5-bc4c-3fe68ec33e97" providerId="ADAL" clId="{80C8A785-8CB5-41AD-82DB-1BD179DE115F}" dt="2024-11-04T10:49:42.307" v="116" actId="18131"/>
        <pc:sldMkLst>
          <pc:docMk/>
          <pc:sldMk cId="947780138" sldId="278"/>
        </pc:sldMkLst>
        <pc:spChg chg="mod">
          <ac:chgData name="Georges MATHIO" userId="1057b68d-d9cf-4cd5-bc4c-3fe68ec33e97" providerId="ADAL" clId="{80C8A785-8CB5-41AD-82DB-1BD179DE115F}" dt="2024-11-04T10:48:08.545" v="84" actId="26606"/>
          <ac:spMkLst>
            <pc:docMk/>
            <pc:sldMk cId="947780138" sldId="278"/>
            <ac:spMk id="2" creationId="{00000000-0000-0000-0000-000000000000}"/>
          </ac:spMkLst>
        </pc:spChg>
        <pc:spChg chg="mod">
          <ac:chgData name="Georges MATHIO" userId="1057b68d-d9cf-4cd5-bc4c-3fe68ec33e97" providerId="ADAL" clId="{80C8A785-8CB5-41AD-82DB-1BD179DE115F}" dt="2024-11-04T10:48:22.771" v="103" actId="20577"/>
          <ac:spMkLst>
            <pc:docMk/>
            <pc:sldMk cId="947780138" sldId="278"/>
            <ac:spMk id="3" creationId="{00000000-0000-0000-0000-000000000000}"/>
          </ac:spMkLst>
        </pc:spChg>
      </pc:sldChg>
      <pc:sldChg chg="modSp new mod">
        <pc:chgData name="Georges MATHIO" userId="1057b68d-d9cf-4cd5-bc4c-3fe68ec33e97" providerId="ADAL" clId="{80C8A785-8CB5-41AD-82DB-1BD179DE115F}" dt="2024-11-04T10:50:54.184" v="190" actId="20577"/>
        <pc:sldMkLst>
          <pc:docMk/>
          <pc:sldMk cId="3235351140" sldId="279"/>
        </pc:sldMkLst>
      </pc:sldChg>
      <pc:sldChg chg="modSp add mod">
        <pc:chgData name="Georges MATHIO" userId="1057b68d-d9cf-4cd5-bc4c-3fe68ec33e97" providerId="ADAL" clId="{80C8A785-8CB5-41AD-82DB-1BD179DE115F}" dt="2024-11-04T10:51:08.971" v="196" actId="242"/>
        <pc:sldMkLst>
          <pc:docMk/>
          <pc:sldMk cId="1755640249" sldId="280"/>
        </pc:sldMkLst>
      </pc:sldChg>
      <pc:sldChg chg="new del">
        <pc:chgData name="Georges MATHIO" userId="1057b68d-d9cf-4cd5-bc4c-3fe68ec33e97" providerId="ADAL" clId="{80C8A785-8CB5-41AD-82DB-1BD179DE115F}" dt="2024-11-04T10:51:01.174" v="192" actId="47"/>
        <pc:sldMkLst>
          <pc:docMk/>
          <pc:sldMk cId="1822089541" sldId="281"/>
        </pc:sldMkLst>
      </pc:sldChg>
      <pc:sldChg chg="modSp add mod ord">
        <pc:chgData name="Georges MATHIO" userId="1057b68d-d9cf-4cd5-bc4c-3fe68ec33e97" providerId="ADAL" clId="{80C8A785-8CB5-41AD-82DB-1BD179DE115F}" dt="2024-11-04T10:51:47.687" v="232" actId="20577"/>
        <pc:sldMkLst>
          <pc:docMk/>
          <pc:sldMk cId="3876591150" sldId="281"/>
        </pc:sldMkLst>
      </pc:sldChg>
      <pc:sldChg chg="modSp add mod ord">
        <pc:chgData name="Georges MATHIO" userId="1057b68d-d9cf-4cd5-bc4c-3fe68ec33e97" providerId="ADAL" clId="{80C8A785-8CB5-41AD-82DB-1BD179DE115F}" dt="2024-11-04T10:52:25.195" v="297" actId="20577"/>
        <pc:sldMkLst>
          <pc:docMk/>
          <pc:sldMk cId="149252829" sldId="282"/>
        </pc:sldMkLst>
      </pc:sldChg>
    </pc:docChg>
  </pc:docChgLst>
  <pc:docChgLst>
    <pc:chgData name="Georges MATHIO" userId="S::georges.mathio@estia.fr::1057b68d-d9cf-4cd5-bc4c-3fe68ec33e97" providerId="AD" clId="Web-{924963A7-0414-CE62-8997-2742A1CA60F5}"/>
    <pc:docChg chg="addSld modSld">
      <pc:chgData name="Georges MATHIO" userId="S::georges.mathio@estia.fr::1057b68d-d9cf-4cd5-bc4c-3fe68ec33e97" providerId="AD" clId="Web-{924963A7-0414-CE62-8997-2742A1CA60F5}" dt="2023-11-13T15:43:21.668" v="39"/>
      <pc:docMkLst>
        <pc:docMk/>
      </pc:docMkLst>
      <pc:sldChg chg="addSp delSp modSp add">
        <pc:chgData name="Georges MATHIO" userId="S::georges.mathio@estia.fr::1057b68d-d9cf-4cd5-bc4c-3fe68ec33e97" providerId="AD" clId="Web-{924963A7-0414-CE62-8997-2742A1CA60F5}" dt="2023-11-13T15:43:21.668" v="39"/>
        <pc:sldMkLst>
          <pc:docMk/>
          <pc:sldMk cId="3870140485" sldId="265"/>
        </pc:sldMkLst>
      </pc:sldChg>
    </pc:docChg>
  </pc:docChgLst>
  <pc:docChgLst>
    <pc:chgData name="Georges MATHIO" userId="S::georges.mathio@estia.fr::1057b68d-d9cf-4cd5-bc4c-3fe68ec33e97" providerId="AD" clId="Web-{E36303E1-9F5E-44C2-88B8-1C45D9147857}"/>
    <pc:docChg chg="addSld delSld modSld">
      <pc:chgData name="Georges MATHIO" userId="S::georges.mathio@estia.fr::1057b68d-d9cf-4cd5-bc4c-3fe68ec33e97" providerId="AD" clId="Web-{E36303E1-9F5E-44C2-88B8-1C45D9147857}" dt="2023-11-05T19:54:25.905" v="120" actId="20577"/>
      <pc:docMkLst>
        <pc:docMk/>
      </pc:docMkLst>
      <pc:sldChg chg="modSp">
        <pc:chgData name="Georges MATHIO" userId="S::georges.mathio@estia.fr::1057b68d-d9cf-4cd5-bc4c-3fe68ec33e97" providerId="AD" clId="Web-{E36303E1-9F5E-44C2-88B8-1C45D9147857}" dt="2023-11-05T19:48:11.848" v="11" actId="20577"/>
        <pc:sldMkLst>
          <pc:docMk/>
          <pc:sldMk cId="1018468898" sldId="261"/>
        </pc:sldMkLst>
      </pc:sldChg>
      <pc:sldChg chg="modSp">
        <pc:chgData name="Georges MATHIO" userId="S::georges.mathio@estia.fr::1057b68d-d9cf-4cd5-bc4c-3fe68ec33e97" providerId="AD" clId="Web-{E36303E1-9F5E-44C2-88B8-1C45D9147857}" dt="2023-11-05T19:46:23.220" v="5" actId="1076"/>
        <pc:sldMkLst>
          <pc:docMk/>
          <pc:sldMk cId="1455700223" sldId="263"/>
        </pc:sldMkLst>
      </pc:sldChg>
      <pc:sldChg chg="add del replId">
        <pc:chgData name="Georges MATHIO" userId="S::georges.mathio@estia.fr::1057b68d-d9cf-4cd5-bc4c-3fe68ec33e97" providerId="AD" clId="Web-{E36303E1-9F5E-44C2-88B8-1C45D9147857}" dt="2023-11-05T19:47:57.910" v="7"/>
        <pc:sldMkLst>
          <pc:docMk/>
          <pc:sldMk cId="3833791650" sldId="264"/>
        </pc:sldMkLst>
      </pc:sldChg>
      <pc:sldChg chg="modSp add replId">
        <pc:chgData name="Georges MATHIO" userId="S::georges.mathio@estia.fr::1057b68d-d9cf-4cd5-bc4c-3fe68ec33e97" providerId="AD" clId="Web-{E36303E1-9F5E-44C2-88B8-1C45D9147857}" dt="2023-11-05T19:54:25.905" v="120" actId="20577"/>
        <pc:sldMkLst>
          <pc:docMk/>
          <pc:sldMk cId="4167943880" sldId="264"/>
        </pc:sldMkLst>
      </pc:sldChg>
    </pc:docChg>
  </pc:docChgLst>
  <pc:docChgLst>
    <pc:chgData name="Georges MATHIO" userId="S::georges.mathio@estia.fr::1057b68d-d9cf-4cd5-bc4c-3fe68ec33e97" providerId="AD" clId="Web-{F53324A8-73B9-DE5A-2785-85B2E009E62C}"/>
    <pc:docChg chg="addSld modSld">
      <pc:chgData name="Georges MATHIO" userId="S::georges.mathio@estia.fr::1057b68d-d9cf-4cd5-bc4c-3fe68ec33e97" providerId="AD" clId="Web-{F53324A8-73B9-DE5A-2785-85B2E009E62C}" dt="2023-11-27T16:08:35.615" v="224" actId="1076"/>
      <pc:docMkLst>
        <pc:docMk/>
      </pc:docMkLst>
      <pc:sldChg chg="addSp modSp">
        <pc:chgData name="Georges MATHIO" userId="S::georges.mathio@estia.fr::1057b68d-d9cf-4cd5-bc4c-3fe68ec33e97" providerId="AD" clId="Web-{F53324A8-73B9-DE5A-2785-85B2E009E62C}" dt="2023-11-27T16:08:35.615" v="224" actId="1076"/>
        <pc:sldMkLst>
          <pc:docMk/>
          <pc:sldMk cId="3870140485" sldId="265"/>
        </pc:sldMkLst>
      </pc:sldChg>
      <pc:sldChg chg="addSp modSp add replId">
        <pc:chgData name="Georges MATHIO" userId="S::georges.mathio@estia.fr::1057b68d-d9cf-4cd5-bc4c-3fe68ec33e97" providerId="AD" clId="Web-{F53324A8-73B9-DE5A-2785-85B2E009E62C}" dt="2023-11-27T16:07:53.332" v="220" actId="20577"/>
        <pc:sldMkLst>
          <pc:docMk/>
          <pc:sldMk cId="1487403360" sldId="266"/>
        </pc:sldMkLst>
      </pc:sldChg>
    </pc:docChg>
  </pc:docChgLst>
  <pc:docChgLst>
    <pc:chgData name="Georges MATHIO" userId="1057b68d-d9cf-4cd5-bc4c-3fe68ec33e97" providerId="ADAL" clId="{D774E528-2550-4EC3-A683-2E28FEB809DF}"/>
    <pc:docChg chg="undo custSel addSld delSld modSld sldOrd">
      <pc:chgData name="Georges MATHIO" userId="1057b68d-d9cf-4cd5-bc4c-3fe68ec33e97" providerId="ADAL" clId="{D774E528-2550-4EC3-A683-2E28FEB809DF}" dt="2024-11-15T11:49:51.286" v="1935" actId="27636"/>
      <pc:docMkLst>
        <pc:docMk/>
      </pc:docMkLst>
      <pc:sldChg chg="addSp modSp mod">
        <pc:chgData name="Georges MATHIO" userId="1057b68d-d9cf-4cd5-bc4c-3fe68ec33e97" providerId="ADAL" clId="{D774E528-2550-4EC3-A683-2E28FEB809DF}" dt="2024-11-15T11:09:59.419" v="1818" actId="20577"/>
        <pc:sldMkLst>
          <pc:docMk/>
          <pc:sldMk cId="3235351140" sldId="279"/>
        </pc:sldMkLst>
      </pc:sldChg>
      <pc:sldChg chg="del">
        <pc:chgData name="Georges MATHIO" userId="1057b68d-d9cf-4cd5-bc4c-3fe68ec33e97" providerId="ADAL" clId="{D774E528-2550-4EC3-A683-2E28FEB809DF}" dt="2024-11-13T10:54:51.656" v="608" actId="47"/>
        <pc:sldMkLst>
          <pc:docMk/>
          <pc:sldMk cId="1755640249" sldId="280"/>
        </pc:sldMkLst>
      </pc:sldChg>
      <pc:sldChg chg="addSp delSp modSp mod">
        <pc:chgData name="Georges MATHIO" userId="1057b68d-d9cf-4cd5-bc4c-3fe68ec33e97" providerId="ADAL" clId="{D774E528-2550-4EC3-A683-2E28FEB809DF}" dt="2024-11-15T11:49:51.286" v="1935" actId="27636"/>
        <pc:sldMkLst>
          <pc:docMk/>
          <pc:sldMk cId="3876591150" sldId="281"/>
        </pc:sldMkLst>
      </pc:sldChg>
      <pc:sldChg chg="modSp mod">
        <pc:chgData name="Georges MATHIO" userId="1057b68d-d9cf-4cd5-bc4c-3fe68ec33e97" providerId="ADAL" clId="{D774E528-2550-4EC3-A683-2E28FEB809DF}" dt="2024-11-13T14:23:43.723" v="867" actId="2711"/>
        <pc:sldMkLst>
          <pc:docMk/>
          <pc:sldMk cId="149252829" sldId="282"/>
        </pc:sldMkLst>
      </pc:sldChg>
      <pc:sldChg chg="addSp modSp add mod">
        <pc:chgData name="Georges MATHIO" userId="1057b68d-d9cf-4cd5-bc4c-3fe68ec33e97" providerId="ADAL" clId="{D774E528-2550-4EC3-A683-2E28FEB809DF}" dt="2024-11-13T14:22:43.124" v="832" actId="1076"/>
        <pc:sldMkLst>
          <pc:docMk/>
          <pc:sldMk cId="2350020133" sldId="283"/>
        </pc:sldMkLst>
      </pc:sldChg>
      <pc:sldChg chg="addSp delSp modSp add mod">
        <pc:chgData name="Georges MATHIO" userId="1057b68d-d9cf-4cd5-bc4c-3fe68ec33e97" providerId="ADAL" clId="{D774E528-2550-4EC3-A683-2E28FEB809DF}" dt="2024-11-15T09:51:14.162" v="1260" actId="1036"/>
        <pc:sldMkLst>
          <pc:docMk/>
          <pc:sldMk cId="1785084455" sldId="284"/>
        </pc:sldMkLst>
      </pc:sldChg>
      <pc:sldChg chg="addSp modSp add mod ord">
        <pc:chgData name="Georges MATHIO" userId="1057b68d-d9cf-4cd5-bc4c-3fe68ec33e97" providerId="ADAL" clId="{D774E528-2550-4EC3-A683-2E28FEB809DF}" dt="2024-11-15T09:58:45.794" v="1513" actId="20577"/>
        <pc:sldMkLst>
          <pc:docMk/>
          <pc:sldMk cId="696138440" sldId="285"/>
        </pc:sldMkLst>
      </pc:sldChg>
      <pc:sldChg chg="modSp add mod">
        <pc:chgData name="Georges MATHIO" userId="1057b68d-d9cf-4cd5-bc4c-3fe68ec33e97" providerId="ADAL" clId="{D774E528-2550-4EC3-A683-2E28FEB809DF}" dt="2024-11-15T10:02:10.725" v="1751" actId="20577"/>
        <pc:sldMkLst>
          <pc:docMk/>
          <pc:sldMk cId="1439362577" sldId="286"/>
        </pc:sldMkLst>
      </pc:sldChg>
    </pc:docChg>
  </pc:docChgLst>
  <pc:docChgLst>
    <pc:chgData name="Georges MATHIO" userId="1057b68d-d9cf-4cd5-bc4c-3fe68ec33e97" providerId="ADAL" clId="{8BCAAD47-39EC-4A39-A166-8E9777C12AD5}"/>
    <pc:docChg chg="modSld">
      <pc:chgData name="Georges MATHIO" userId="1057b68d-d9cf-4cd5-bc4c-3fe68ec33e97" providerId="ADAL" clId="{8BCAAD47-39EC-4A39-A166-8E9777C12AD5}" dt="2024-07-21T21:01:57.905" v="2" actId="20577"/>
      <pc:docMkLst>
        <pc:docMk/>
      </pc:docMkLst>
      <pc:sldChg chg="modSp mod">
        <pc:chgData name="Georges MATHIO" userId="1057b68d-d9cf-4cd5-bc4c-3fe68ec33e97" providerId="ADAL" clId="{8BCAAD47-39EC-4A39-A166-8E9777C12AD5}" dt="2024-07-21T21:01:45.889" v="0" actId="6549"/>
        <pc:sldMkLst>
          <pc:docMk/>
          <pc:sldMk cId="1554076419" sldId="258"/>
        </pc:sldMkLst>
      </pc:sldChg>
      <pc:sldChg chg="modSp mod">
        <pc:chgData name="Georges MATHIO" userId="1057b68d-d9cf-4cd5-bc4c-3fe68ec33e97" providerId="ADAL" clId="{8BCAAD47-39EC-4A39-A166-8E9777C12AD5}" dt="2024-07-21T21:01:57.905" v="2" actId="20577"/>
        <pc:sldMkLst>
          <pc:docMk/>
          <pc:sldMk cId="319033476" sldId="260"/>
        </pc:sldMkLst>
      </pc:sldChg>
    </pc:docChg>
  </pc:docChgLst>
  <pc:docChgLst>
    <pc:chgData name="Georges MATHIO" userId="S::georges.mathio@estia.fr::1057b68d-d9cf-4cd5-bc4c-3fe68ec33e97" providerId="AD" clId="Web-{D188567B-FEA3-3AFD-7A3D-A0834D404585}"/>
    <pc:docChg chg="modSld">
      <pc:chgData name="Georges MATHIO" userId="S::georges.mathio@estia.fr::1057b68d-d9cf-4cd5-bc4c-3fe68ec33e97" providerId="AD" clId="Web-{D188567B-FEA3-3AFD-7A3D-A0834D404585}" dt="2024-07-18T11:45:28.694" v="5" actId="20577"/>
      <pc:docMkLst>
        <pc:docMk/>
      </pc:docMkLst>
      <pc:sldChg chg="modSp">
        <pc:chgData name="Georges MATHIO" userId="S::georges.mathio@estia.fr::1057b68d-d9cf-4cd5-bc4c-3fe68ec33e97" providerId="AD" clId="Web-{D188567B-FEA3-3AFD-7A3D-A0834D404585}" dt="2024-07-18T11:43:39.533" v="3" actId="1076"/>
        <pc:sldMkLst>
          <pc:docMk/>
          <pc:sldMk cId="2482283123" sldId="259"/>
        </pc:sldMkLst>
      </pc:sldChg>
      <pc:sldChg chg="modSp">
        <pc:chgData name="Georges MATHIO" userId="S::georges.mathio@estia.fr::1057b68d-d9cf-4cd5-bc4c-3fe68ec33e97" providerId="AD" clId="Web-{D188567B-FEA3-3AFD-7A3D-A0834D404585}" dt="2024-07-18T11:45:28.694" v="5" actId="20577"/>
        <pc:sldMkLst>
          <pc:docMk/>
          <pc:sldMk cId="1455700223" sldId="263"/>
        </pc:sldMkLst>
      </pc:sldChg>
    </pc:docChg>
  </pc:docChgLst>
  <pc:docChgLst>
    <pc:chgData name="Georges MATHIO" userId="1057b68d-d9cf-4cd5-bc4c-3fe68ec33e97" providerId="ADAL" clId="{82B82AAD-A176-4F9A-88D1-A56861D01535}"/>
    <pc:docChg chg="undo custSel modSld">
      <pc:chgData name="Georges MATHIO" userId="1057b68d-d9cf-4cd5-bc4c-3fe68ec33e97" providerId="ADAL" clId="{82B82AAD-A176-4F9A-88D1-A56861D01535}" dt="2023-11-27T16:09:30.504" v="795" actId="14861"/>
      <pc:docMkLst>
        <pc:docMk/>
      </pc:docMkLst>
      <pc:sldChg chg="addSp delSp modSp mod">
        <pc:chgData name="Georges MATHIO" userId="1057b68d-d9cf-4cd5-bc4c-3fe68ec33e97" providerId="ADAL" clId="{82B82AAD-A176-4F9A-88D1-A56861D01535}" dt="2023-11-27T16:09:30.504" v="795" actId="14861"/>
        <pc:sldMkLst>
          <pc:docMk/>
          <pc:sldMk cId="3870140485" sldId="265"/>
        </pc:sldMkLst>
      </pc:sldChg>
    </pc:docChg>
  </pc:docChgLst>
  <pc:docChgLst>
    <pc:chgData name="Georges MATHIO" userId="1057b68d-d9cf-4cd5-bc4c-3fe68ec33e97" providerId="ADAL" clId="{FCBB5270-DEBA-45EE-AD54-6E7B964CB6D2}"/>
    <pc:docChg chg="undo redo custSel addSld delSld modSld sldOrd">
      <pc:chgData name="Georges MATHIO" userId="1057b68d-d9cf-4cd5-bc4c-3fe68ec33e97" providerId="ADAL" clId="{FCBB5270-DEBA-45EE-AD54-6E7B964CB6D2}" dt="2024-10-24T13:14:43.981" v="4990" actId="255"/>
      <pc:docMkLst>
        <pc:docMk/>
      </pc:docMkLst>
      <pc:sldChg chg="addSp modSp mod setBg addAnim modAnim">
        <pc:chgData name="Georges MATHIO" userId="1057b68d-d9cf-4cd5-bc4c-3fe68ec33e97" providerId="ADAL" clId="{FCBB5270-DEBA-45EE-AD54-6E7B964CB6D2}" dt="2024-10-24T09:05:16.649" v="2587"/>
        <pc:sldMkLst>
          <pc:docMk/>
          <pc:sldMk cId="2526593619" sldId="256"/>
        </pc:sldMkLst>
      </pc:sldChg>
      <pc:sldChg chg="modSp mod">
        <pc:chgData name="Georges MATHIO" userId="1057b68d-d9cf-4cd5-bc4c-3fe68ec33e97" providerId="ADAL" clId="{FCBB5270-DEBA-45EE-AD54-6E7B964CB6D2}" dt="2024-10-24T09:14:51.411" v="2878" actId="12"/>
        <pc:sldMkLst>
          <pc:docMk/>
          <pc:sldMk cId="1554076419" sldId="258"/>
        </pc:sldMkLst>
      </pc:sldChg>
      <pc:sldChg chg="addSp modSp mod">
        <pc:chgData name="Georges MATHIO" userId="1057b68d-d9cf-4cd5-bc4c-3fe68ec33e97" providerId="ADAL" clId="{FCBB5270-DEBA-45EE-AD54-6E7B964CB6D2}" dt="2024-10-24T09:25:31.908" v="3249" actId="1076"/>
        <pc:sldMkLst>
          <pc:docMk/>
          <pc:sldMk cId="698645210" sldId="259"/>
        </pc:sldMkLst>
      </pc:sldChg>
      <pc:sldChg chg="addSp modSp mod">
        <pc:chgData name="Georges MATHIO" userId="1057b68d-d9cf-4cd5-bc4c-3fe68ec33e97" providerId="ADAL" clId="{FCBB5270-DEBA-45EE-AD54-6E7B964CB6D2}" dt="2024-10-24T09:25:41.924" v="3250" actId="6549"/>
        <pc:sldMkLst>
          <pc:docMk/>
          <pc:sldMk cId="2019018920" sldId="260"/>
        </pc:sldMkLst>
      </pc:sldChg>
      <pc:sldChg chg="addSp delSp modSp mod">
        <pc:chgData name="Georges MATHIO" userId="1057b68d-d9cf-4cd5-bc4c-3fe68ec33e97" providerId="ADAL" clId="{FCBB5270-DEBA-45EE-AD54-6E7B964CB6D2}" dt="2024-10-24T09:58:09.551" v="3744" actId="12"/>
        <pc:sldMkLst>
          <pc:docMk/>
          <pc:sldMk cId="4161449416" sldId="261"/>
        </pc:sldMkLst>
      </pc:sldChg>
      <pc:sldChg chg="addSp modSp mod ord setBg">
        <pc:chgData name="Georges MATHIO" userId="1057b68d-d9cf-4cd5-bc4c-3fe68ec33e97" providerId="ADAL" clId="{FCBB5270-DEBA-45EE-AD54-6E7B964CB6D2}" dt="2024-10-24T13:07:57.612" v="4745" actId="14100"/>
        <pc:sldMkLst>
          <pc:docMk/>
          <pc:sldMk cId="3988114519" sldId="267"/>
        </pc:sldMkLst>
      </pc:sldChg>
      <pc:sldChg chg="modSp mod">
        <pc:chgData name="Georges MATHIO" userId="1057b68d-d9cf-4cd5-bc4c-3fe68ec33e97" providerId="ADAL" clId="{FCBB5270-DEBA-45EE-AD54-6E7B964CB6D2}" dt="2024-10-24T13:14:43.981" v="4990" actId="255"/>
        <pc:sldMkLst>
          <pc:docMk/>
          <pc:sldMk cId="787731320" sldId="268"/>
        </pc:sldMkLst>
      </pc:sldChg>
      <pc:sldChg chg="addSp modSp new mod">
        <pc:chgData name="Georges MATHIO" userId="1057b68d-d9cf-4cd5-bc4c-3fe68ec33e97" providerId="ADAL" clId="{FCBB5270-DEBA-45EE-AD54-6E7B964CB6D2}" dt="2024-10-24T13:14:28.598" v="4989" actId="14861"/>
        <pc:sldMkLst>
          <pc:docMk/>
          <pc:sldMk cId="3491289200" sldId="269"/>
        </pc:sldMkLst>
      </pc:sldChg>
      <pc:sldChg chg="addSp delSp modSp add mod">
        <pc:chgData name="Georges MATHIO" userId="1057b68d-d9cf-4cd5-bc4c-3fe68ec33e97" providerId="ADAL" clId="{FCBB5270-DEBA-45EE-AD54-6E7B964CB6D2}" dt="2024-10-24T13:09:38.799" v="4749"/>
        <pc:sldMkLst>
          <pc:docMk/>
          <pc:sldMk cId="4175335468" sldId="270"/>
        </pc:sldMkLst>
      </pc:sldChg>
      <pc:sldChg chg="addSp delSp modSp add mod">
        <pc:chgData name="Georges MATHIO" userId="1057b68d-d9cf-4cd5-bc4c-3fe68ec33e97" providerId="ADAL" clId="{FCBB5270-DEBA-45EE-AD54-6E7B964CB6D2}" dt="2024-10-24T13:09:42.390" v="4751"/>
        <pc:sldMkLst>
          <pc:docMk/>
          <pc:sldMk cId="53047199" sldId="271"/>
        </pc:sldMkLst>
      </pc:sldChg>
      <pc:sldChg chg="addSp delSp modSp add mod">
        <pc:chgData name="Georges MATHIO" userId="1057b68d-d9cf-4cd5-bc4c-3fe68ec33e97" providerId="ADAL" clId="{FCBB5270-DEBA-45EE-AD54-6E7B964CB6D2}" dt="2024-10-24T12:07:05.081" v="3789" actId="20577"/>
        <pc:sldMkLst>
          <pc:docMk/>
          <pc:sldMk cId="596867331" sldId="272"/>
        </pc:sldMkLst>
      </pc:sldChg>
      <pc:sldChg chg="delSp add del">
        <pc:chgData name="Georges MATHIO" userId="1057b68d-d9cf-4cd5-bc4c-3fe68ec33e97" providerId="ADAL" clId="{FCBB5270-DEBA-45EE-AD54-6E7B964CB6D2}" dt="2024-10-15T09:00:56.818" v="1603" actId="47"/>
        <pc:sldMkLst>
          <pc:docMk/>
          <pc:sldMk cId="1540543391" sldId="273"/>
        </pc:sldMkLst>
      </pc:sldChg>
      <pc:sldChg chg="addSp delSp modSp add mod">
        <pc:chgData name="Georges MATHIO" userId="1057b68d-d9cf-4cd5-bc4c-3fe68ec33e97" providerId="ADAL" clId="{FCBB5270-DEBA-45EE-AD54-6E7B964CB6D2}" dt="2024-10-15T09:31:09.043" v="2203" actId="20577"/>
        <pc:sldMkLst>
          <pc:docMk/>
          <pc:sldMk cId="478461332" sldId="274"/>
        </pc:sldMkLst>
      </pc:sldChg>
      <pc:sldChg chg="modSp new mod">
        <pc:chgData name="Georges MATHIO" userId="1057b68d-d9cf-4cd5-bc4c-3fe68ec33e97" providerId="ADAL" clId="{FCBB5270-DEBA-45EE-AD54-6E7B964CB6D2}" dt="2024-10-15T12:47:49.941" v="2549" actId="122"/>
        <pc:sldMkLst>
          <pc:docMk/>
          <pc:sldMk cId="3779523331" sldId="275"/>
        </pc:sldMkLst>
      </pc:sldChg>
      <pc:sldChg chg="addSp delSp modSp new mod">
        <pc:chgData name="Georges MATHIO" userId="1057b68d-d9cf-4cd5-bc4c-3fe68ec33e97" providerId="ADAL" clId="{FCBB5270-DEBA-45EE-AD54-6E7B964CB6D2}" dt="2024-10-24T09:23:14.989" v="3213" actId="1076"/>
        <pc:sldMkLst>
          <pc:docMk/>
          <pc:sldMk cId="3476794743" sldId="276"/>
        </pc:sldMkLst>
      </pc:sldChg>
      <pc:sldChg chg="modSp new mod">
        <pc:chgData name="Georges MATHIO" userId="1057b68d-d9cf-4cd5-bc4c-3fe68ec33e97" providerId="ADAL" clId="{FCBB5270-DEBA-45EE-AD54-6E7B964CB6D2}" dt="2024-10-24T09:46:26.311" v="3427" actId="242"/>
        <pc:sldMkLst>
          <pc:docMk/>
          <pc:sldMk cId="3286416962" sldId="277"/>
        </pc:sldMkLst>
      </pc:sldChg>
      <pc:sldChg chg="addSp delSp modSp add mod">
        <pc:chgData name="Georges MATHIO" userId="1057b68d-d9cf-4cd5-bc4c-3fe68ec33e97" providerId="ADAL" clId="{FCBB5270-DEBA-45EE-AD54-6E7B964CB6D2}" dt="2024-10-24T09:58:58.183" v="3788" actId="1037"/>
        <pc:sldMkLst>
          <pc:docMk/>
          <pc:sldMk cId="109681997" sldId="278"/>
        </pc:sldMkLst>
      </pc:sldChg>
      <pc:sldChg chg="modSp add mod">
        <pc:chgData name="Georges MATHIO" userId="1057b68d-d9cf-4cd5-bc4c-3fe68ec33e97" providerId="ADAL" clId="{FCBB5270-DEBA-45EE-AD54-6E7B964CB6D2}" dt="2024-10-24T12:45:49.970" v="4356" actId="1076"/>
        <pc:sldMkLst>
          <pc:docMk/>
          <pc:sldMk cId="3397681657" sldId="279"/>
        </pc:sldMkLst>
      </pc:sldChg>
      <pc:sldChg chg="modSp add mod">
        <pc:chgData name="Georges MATHIO" userId="1057b68d-d9cf-4cd5-bc4c-3fe68ec33e97" providerId="ADAL" clId="{FCBB5270-DEBA-45EE-AD54-6E7B964CB6D2}" dt="2024-10-24T12:51:17.702" v="4585" actId="113"/>
        <pc:sldMkLst>
          <pc:docMk/>
          <pc:sldMk cId="1341887883" sldId="280"/>
        </pc:sldMkLst>
      </pc:sldChg>
    </pc:docChg>
  </pc:docChgLst>
  <pc:docChgLst>
    <pc:chgData name="Georges MATHIO" userId="1057b68d-d9cf-4cd5-bc4c-3fe68ec33e97" providerId="ADAL" clId="{A809CB15-188B-4206-965E-D05EC8603C42}"/>
    <pc:docChg chg="undo redo custSel addSld delSld modSld sldOrd">
      <pc:chgData name="Georges MATHIO" userId="1057b68d-d9cf-4cd5-bc4c-3fe68ec33e97" providerId="ADAL" clId="{A809CB15-188B-4206-965E-D05EC8603C42}" dt="2024-10-25T09:44:54.113" v="1726" actId="14100"/>
      <pc:docMkLst>
        <pc:docMk/>
      </pc:docMkLst>
      <pc:sldChg chg="addSp delSp modSp mod addAnim modAnim">
        <pc:chgData name="Georges MATHIO" userId="1057b68d-d9cf-4cd5-bc4c-3fe68ec33e97" providerId="ADAL" clId="{A809CB15-188B-4206-965E-D05EC8603C42}" dt="2024-10-24T15:24:27.271" v="476"/>
        <pc:sldMkLst>
          <pc:docMk/>
          <pc:sldMk cId="2526593619" sldId="256"/>
        </pc:sldMkLst>
      </pc:sldChg>
      <pc:sldChg chg="del">
        <pc:chgData name="Georges MATHIO" userId="1057b68d-d9cf-4cd5-bc4c-3fe68ec33e97" providerId="ADAL" clId="{A809CB15-188B-4206-965E-D05EC8603C42}" dt="2024-10-24T13:18:40.944" v="0" actId="47"/>
        <pc:sldMkLst>
          <pc:docMk/>
          <pc:sldMk cId="1554076419" sldId="258"/>
        </pc:sldMkLst>
      </pc:sldChg>
      <pc:sldChg chg="del">
        <pc:chgData name="Georges MATHIO" userId="1057b68d-d9cf-4cd5-bc4c-3fe68ec33e97" providerId="ADAL" clId="{A809CB15-188B-4206-965E-D05EC8603C42}" dt="2024-10-24T13:18:55.088" v="3" actId="47"/>
        <pc:sldMkLst>
          <pc:docMk/>
          <pc:sldMk cId="698645210" sldId="259"/>
        </pc:sldMkLst>
      </pc:sldChg>
      <pc:sldChg chg="del">
        <pc:chgData name="Georges MATHIO" userId="1057b68d-d9cf-4cd5-bc4c-3fe68ec33e97" providerId="ADAL" clId="{A809CB15-188B-4206-965E-D05EC8603C42}" dt="2024-10-24T13:18:55.779" v="4" actId="47"/>
        <pc:sldMkLst>
          <pc:docMk/>
          <pc:sldMk cId="2019018920" sldId="260"/>
        </pc:sldMkLst>
      </pc:sldChg>
      <pc:sldChg chg="del">
        <pc:chgData name="Georges MATHIO" userId="1057b68d-d9cf-4cd5-bc4c-3fe68ec33e97" providerId="ADAL" clId="{A809CB15-188B-4206-965E-D05EC8603C42}" dt="2024-10-24T13:18:56.453" v="5" actId="47"/>
        <pc:sldMkLst>
          <pc:docMk/>
          <pc:sldMk cId="4161449416" sldId="261"/>
        </pc:sldMkLst>
      </pc:sldChg>
      <pc:sldChg chg="addSp modSp mod">
        <pc:chgData name="Georges MATHIO" userId="1057b68d-d9cf-4cd5-bc4c-3fe68ec33e97" providerId="ADAL" clId="{A809CB15-188B-4206-965E-D05EC8603C42}" dt="2024-10-25T09:44:54.113" v="1726" actId="14100"/>
        <pc:sldMkLst>
          <pc:docMk/>
          <pc:sldMk cId="3587356529" sldId="262"/>
        </pc:sldMkLst>
      </pc:sldChg>
      <pc:sldChg chg="del">
        <pc:chgData name="Georges MATHIO" userId="1057b68d-d9cf-4cd5-bc4c-3fe68ec33e97" providerId="ADAL" clId="{A809CB15-188B-4206-965E-D05EC8603C42}" dt="2024-10-25T08:03:53.208" v="1264" actId="47"/>
        <pc:sldMkLst>
          <pc:docMk/>
          <pc:sldMk cId="631768457" sldId="263"/>
        </pc:sldMkLst>
      </pc:sldChg>
      <pc:sldChg chg="addSp modSp mod ord">
        <pc:chgData name="Georges MATHIO" userId="1057b68d-d9cf-4cd5-bc4c-3fe68ec33e97" providerId="ADAL" clId="{A809CB15-188B-4206-965E-D05EC8603C42}" dt="2024-10-25T08:37:31.010" v="1589" actId="20577"/>
        <pc:sldMkLst>
          <pc:docMk/>
          <pc:sldMk cId="3585669407" sldId="264"/>
        </pc:sldMkLst>
      </pc:sldChg>
      <pc:sldChg chg="modSp del mod ord">
        <pc:chgData name="Georges MATHIO" userId="1057b68d-d9cf-4cd5-bc4c-3fe68ec33e97" providerId="ADAL" clId="{A809CB15-188B-4206-965E-D05EC8603C42}" dt="2024-10-25T09:41:37.628" v="1686" actId="2696"/>
        <pc:sldMkLst>
          <pc:docMk/>
          <pc:sldMk cId="2440634833" sldId="265"/>
        </pc:sldMkLst>
      </pc:sldChg>
      <pc:sldChg chg="modSp add del mod">
        <pc:chgData name="Georges MATHIO" userId="1057b68d-d9cf-4cd5-bc4c-3fe68ec33e97" providerId="ADAL" clId="{A809CB15-188B-4206-965E-D05EC8603C42}" dt="2024-10-25T09:41:59.260" v="1687" actId="47"/>
        <pc:sldMkLst>
          <pc:docMk/>
          <pc:sldMk cId="3108279696" sldId="267"/>
        </pc:sldMkLst>
      </pc:sldChg>
      <pc:sldChg chg="del">
        <pc:chgData name="Georges MATHIO" userId="1057b68d-d9cf-4cd5-bc4c-3fe68ec33e97" providerId="ADAL" clId="{A809CB15-188B-4206-965E-D05EC8603C42}" dt="2024-10-24T13:19:00.441" v="12" actId="47"/>
        <pc:sldMkLst>
          <pc:docMk/>
          <pc:sldMk cId="3988114519" sldId="267"/>
        </pc:sldMkLst>
      </pc:sldChg>
      <pc:sldChg chg="modSp mod">
        <pc:chgData name="Georges MATHIO" userId="1057b68d-d9cf-4cd5-bc4c-3fe68ec33e97" providerId="ADAL" clId="{A809CB15-188B-4206-965E-D05EC8603C42}" dt="2024-10-24T15:26:55.823" v="552" actId="1036"/>
        <pc:sldMkLst>
          <pc:docMk/>
          <pc:sldMk cId="787731320" sldId="268"/>
        </pc:sldMkLst>
      </pc:sldChg>
      <pc:sldChg chg="addSp modSp del mod modAnim">
        <pc:chgData name="Georges MATHIO" userId="1057b68d-d9cf-4cd5-bc4c-3fe68ec33e97" providerId="ADAL" clId="{A809CB15-188B-4206-965E-D05EC8603C42}" dt="2024-10-24T13:30:46.471" v="156" actId="47"/>
        <pc:sldMkLst>
          <pc:docMk/>
          <pc:sldMk cId="3491289200" sldId="269"/>
        </pc:sldMkLst>
      </pc:sldChg>
      <pc:sldChg chg="addSp delSp modSp mod modAnim">
        <pc:chgData name="Georges MATHIO" userId="1057b68d-d9cf-4cd5-bc4c-3fe68ec33e97" providerId="ADAL" clId="{A809CB15-188B-4206-965E-D05EC8603C42}" dt="2024-10-25T08:14:49.895" v="1293" actId="27636"/>
        <pc:sldMkLst>
          <pc:docMk/>
          <pc:sldMk cId="4175335468" sldId="270"/>
        </pc:sldMkLst>
      </pc:sldChg>
      <pc:sldChg chg="modSp mod">
        <pc:chgData name="Georges MATHIO" userId="1057b68d-d9cf-4cd5-bc4c-3fe68ec33e97" providerId="ADAL" clId="{A809CB15-188B-4206-965E-D05EC8603C42}" dt="2024-10-25T08:21:35.211" v="1393" actId="115"/>
        <pc:sldMkLst>
          <pc:docMk/>
          <pc:sldMk cId="53047199" sldId="271"/>
        </pc:sldMkLst>
      </pc:sldChg>
      <pc:sldChg chg="del">
        <pc:chgData name="Georges MATHIO" userId="1057b68d-d9cf-4cd5-bc4c-3fe68ec33e97" providerId="ADAL" clId="{A809CB15-188B-4206-965E-D05EC8603C42}" dt="2024-10-24T13:18:57.693" v="8" actId="47"/>
        <pc:sldMkLst>
          <pc:docMk/>
          <pc:sldMk cId="596867331" sldId="272"/>
        </pc:sldMkLst>
      </pc:sldChg>
      <pc:sldChg chg="del">
        <pc:chgData name="Georges MATHIO" userId="1057b68d-d9cf-4cd5-bc4c-3fe68ec33e97" providerId="ADAL" clId="{A809CB15-188B-4206-965E-D05EC8603C42}" dt="2024-10-24T13:18:59.051" v="10" actId="47"/>
        <pc:sldMkLst>
          <pc:docMk/>
          <pc:sldMk cId="478461332" sldId="274"/>
        </pc:sldMkLst>
      </pc:sldChg>
      <pc:sldChg chg="del">
        <pc:chgData name="Georges MATHIO" userId="1057b68d-d9cf-4cd5-bc4c-3fe68ec33e97" providerId="ADAL" clId="{A809CB15-188B-4206-965E-D05EC8603C42}" dt="2024-10-24T13:19:02.122" v="13" actId="47"/>
        <pc:sldMkLst>
          <pc:docMk/>
          <pc:sldMk cId="3779523331" sldId="275"/>
        </pc:sldMkLst>
      </pc:sldChg>
      <pc:sldChg chg="add del">
        <pc:chgData name="Georges MATHIO" userId="1057b68d-d9cf-4cd5-bc4c-3fe68ec33e97" providerId="ADAL" clId="{A809CB15-188B-4206-965E-D05EC8603C42}" dt="2024-10-24T15:24:42.965" v="477" actId="47"/>
        <pc:sldMkLst>
          <pc:docMk/>
          <pc:sldMk cId="3476794743" sldId="276"/>
        </pc:sldMkLst>
      </pc:sldChg>
      <pc:sldChg chg="del">
        <pc:chgData name="Georges MATHIO" userId="1057b68d-d9cf-4cd5-bc4c-3fe68ec33e97" providerId="ADAL" clId="{A809CB15-188B-4206-965E-D05EC8603C42}" dt="2024-10-24T13:18:57.254" v="7" actId="47"/>
        <pc:sldMkLst>
          <pc:docMk/>
          <pc:sldMk cId="3286416962" sldId="277"/>
        </pc:sldMkLst>
      </pc:sldChg>
      <pc:sldChg chg="modSp add mod addAnim delAnim modAnim">
        <pc:chgData name="Georges MATHIO" userId="1057b68d-d9cf-4cd5-bc4c-3fe68ec33e97" providerId="ADAL" clId="{A809CB15-188B-4206-965E-D05EC8603C42}" dt="2024-10-25T08:14:42.642" v="1291" actId="27636"/>
        <pc:sldMkLst>
          <pc:docMk/>
          <pc:sldMk cId="3719670501" sldId="277"/>
        </pc:sldMkLst>
      </pc:sldChg>
      <pc:sldChg chg="del">
        <pc:chgData name="Georges MATHIO" userId="1057b68d-d9cf-4cd5-bc4c-3fe68ec33e97" providerId="ADAL" clId="{A809CB15-188B-4206-965E-D05EC8603C42}" dt="2024-10-24T13:18:56.814" v="6" actId="47"/>
        <pc:sldMkLst>
          <pc:docMk/>
          <pc:sldMk cId="109681997" sldId="278"/>
        </pc:sldMkLst>
      </pc:sldChg>
      <pc:sldChg chg="del">
        <pc:chgData name="Georges MATHIO" userId="1057b68d-d9cf-4cd5-bc4c-3fe68ec33e97" providerId="ADAL" clId="{A809CB15-188B-4206-965E-D05EC8603C42}" dt="2024-10-24T13:18:58.478" v="9" actId="47"/>
        <pc:sldMkLst>
          <pc:docMk/>
          <pc:sldMk cId="3397681657" sldId="279"/>
        </pc:sldMkLst>
      </pc:sldChg>
      <pc:sldChg chg="del">
        <pc:chgData name="Georges MATHIO" userId="1057b68d-d9cf-4cd5-bc4c-3fe68ec33e97" providerId="ADAL" clId="{A809CB15-188B-4206-965E-D05EC8603C42}" dt="2024-10-24T13:18:59.672" v="11" actId="47"/>
        <pc:sldMkLst>
          <pc:docMk/>
          <pc:sldMk cId="1341887883" sldId="280"/>
        </pc:sldMkLst>
      </pc:sldChg>
    </pc:docChg>
  </pc:docChgLst>
  <pc:docChgLst>
    <pc:chgData name="Georges MATHIO" userId="S::georges.mathio@estia.fr::1057b68d-d9cf-4cd5-bc4c-3fe68ec33e97" providerId="AD" clId="Web-{36ED8768-8026-1B55-FA1B-B63F3BAF7377}"/>
    <pc:docChg chg="modSld">
      <pc:chgData name="Georges MATHIO" userId="S::georges.mathio@estia.fr::1057b68d-d9cf-4cd5-bc4c-3fe68ec33e97" providerId="AD" clId="Web-{36ED8768-8026-1B55-FA1B-B63F3BAF7377}" dt="2023-11-27T16:15:30.705" v="2" actId="20577"/>
      <pc:docMkLst>
        <pc:docMk/>
      </pc:docMkLst>
      <pc:sldChg chg="modSp">
        <pc:chgData name="Georges MATHIO" userId="S::georges.mathio@estia.fr::1057b68d-d9cf-4cd5-bc4c-3fe68ec33e97" providerId="AD" clId="Web-{36ED8768-8026-1B55-FA1B-B63F3BAF7377}" dt="2023-11-27T16:15:30.705" v="2" actId="20577"/>
        <pc:sldMkLst>
          <pc:docMk/>
          <pc:sldMk cId="2482283123" sldId="259"/>
        </pc:sldMkLst>
      </pc:sldChg>
    </pc:docChg>
  </pc:docChgLst>
  <pc:docChgLst>
    <pc:chgData name="Georges MATHIO" userId="1057b68d-d9cf-4cd5-bc4c-3fe68ec33e97" providerId="ADAL" clId="{424CC4A3-94C0-43E4-A801-8F92997663E9}"/>
    <pc:docChg chg="undo redo custSel addSld delSld modSld sldOrd modMainMaster">
      <pc:chgData name="Georges MATHIO" userId="1057b68d-d9cf-4cd5-bc4c-3fe68ec33e97" providerId="ADAL" clId="{424CC4A3-94C0-43E4-A801-8F92997663E9}" dt="2024-09-17T08:06:52.683" v="2903" actId="1076"/>
      <pc:docMkLst>
        <pc:docMk/>
      </pc:docMkLst>
      <pc:sldChg chg="modSp mod">
        <pc:chgData name="Georges MATHIO" userId="1057b68d-d9cf-4cd5-bc4c-3fe68ec33e97" providerId="ADAL" clId="{424CC4A3-94C0-43E4-A801-8F92997663E9}" dt="2024-09-10T13:47:06.195" v="2505" actId="122"/>
        <pc:sldMkLst>
          <pc:docMk/>
          <pc:sldMk cId="2526593619" sldId="256"/>
        </pc:sldMkLst>
      </pc:sldChg>
      <pc:sldChg chg="addSp delSp modSp mod">
        <pc:chgData name="Georges MATHIO" userId="1057b68d-d9cf-4cd5-bc4c-3fe68ec33e97" providerId="ADAL" clId="{424CC4A3-94C0-43E4-A801-8F92997663E9}" dt="2024-09-17T08:06:52.683" v="2903" actId="1076"/>
        <pc:sldMkLst>
          <pc:docMk/>
          <pc:sldMk cId="1554076419" sldId="258"/>
        </pc:sldMkLst>
      </pc:sldChg>
      <pc:sldChg chg="modSp add mod">
        <pc:chgData name="Georges MATHIO" userId="1057b68d-d9cf-4cd5-bc4c-3fe68ec33e97" providerId="ADAL" clId="{424CC4A3-94C0-43E4-A801-8F92997663E9}" dt="2024-08-26T13:28:11.160" v="288" actId="20577"/>
        <pc:sldMkLst>
          <pc:docMk/>
          <pc:sldMk cId="698645210" sldId="259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2482283123" sldId="259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319033476" sldId="260"/>
        </pc:sldMkLst>
      </pc:sldChg>
      <pc:sldChg chg="add del">
        <pc:chgData name="Georges MATHIO" userId="1057b68d-d9cf-4cd5-bc4c-3fe68ec33e97" providerId="ADAL" clId="{424CC4A3-94C0-43E4-A801-8F92997663E9}" dt="2024-08-26T13:28:20.346" v="290"/>
        <pc:sldMkLst>
          <pc:docMk/>
          <pc:sldMk cId="1988650519" sldId="260"/>
        </pc:sldMkLst>
      </pc:sldChg>
      <pc:sldChg chg="addSp modSp add mod">
        <pc:chgData name="Georges MATHIO" userId="1057b68d-d9cf-4cd5-bc4c-3fe68ec33e97" providerId="ADAL" clId="{424CC4A3-94C0-43E4-A801-8F92997663E9}" dt="2024-08-26T14:43:27.977" v="1001" actId="404"/>
        <pc:sldMkLst>
          <pc:docMk/>
          <pc:sldMk cId="2019018920" sldId="260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1018468898" sldId="261"/>
        </pc:sldMkLst>
      </pc:sldChg>
      <pc:sldChg chg="modSp add mod">
        <pc:chgData name="Georges MATHIO" userId="1057b68d-d9cf-4cd5-bc4c-3fe68ec33e97" providerId="ADAL" clId="{424CC4A3-94C0-43E4-A801-8F92997663E9}" dt="2024-08-26T14:45:53.593" v="1249" actId="20577"/>
        <pc:sldMkLst>
          <pc:docMk/>
          <pc:sldMk cId="4161449416" sldId="261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340622423" sldId="262"/>
        </pc:sldMkLst>
      </pc:sldChg>
      <pc:sldChg chg="modSp add mod">
        <pc:chgData name="Georges MATHIO" userId="1057b68d-d9cf-4cd5-bc4c-3fe68ec33e97" providerId="ADAL" clId="{424CC4A3-94C0-43E4-A801-8F92997663E9}" dt="2024-08-26T14:49:38.158" v="1525" actId="20577"/>
        <pc:sldMkLst>
          <pc:docMk/>
          <pc:sldMk cId="3587356529" sldId="262"/>
        </pc:sldMkLst>
      </pc:sldChg>
      <pc:sldChg chg="modSp add mod">
        <pc:chgData name="Georges MATHIO" userId="1057b68d-d9cf-4cd5-bc4c-3fe68ec33e97" providerId="ADAL" clId="{424CC4A3-94C0-43E4-A801-8F92997663E9}" dt="2024-08-26T14:57:04.050" v="1875" actId="20577"/>
        <pc:sldMkLst>
          <pc:docMk/>
          <pc:sldMk cId="631768457" sldId="263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1455700223" sldId="263"/>
        </pc:sldMkLst>
      </pc:sldChg>
      <pc:sldChg chg="modSp new mod">
        <pc:chgData name="Georges MATHIO" userId="1057b68d-d9cf-4cd5-bc4c-3fe68ec33e97" providerId="ADAL" clId="{424CC4A3-94C0-43E4-A801-8F92997663E9}" dt="2024-08-26T15:03:26.142" v="1990" actId="20577"/>
        <pc:sldMkLst>
          <pc:docMk/>
          <pc:sldMk cId="3585669407" sldId="264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4167943880" sldId="264"/>
        </pc:sldMkLst>
      </pc:sldChg>
      <pc:sldChg chg="modSp add mod">
        <pc:chgData name="Georges MATHIO" userId="1057b68d-d9cf-4cd5-bc4c-3fe68ec33e97" providerId="ADAL" clId="{424CC4A3-94C0-43E4-A801-8F92997663E9}" dt="2024-08-26T15:11:40.995" v="2295" actId="5793"/>
        <pc:sldMkLst>
          <pc:docMk/>
          <pc:sldMk cId="2440634833" sldId="265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3870140485" sldId="265"/>
        </pc:sldMkLst>
      </pc:sldChg>
      <pc:sldChg chg="modSp new mod">
        <pc:chgData name="Georges MATHIO" userId="1057b68d-d9cf-4cd5-bc4c-3fe68ec33e97" providerId="ADAL" clId="{424CC4A3-94C0-43E4-A801-8F92997663E9}" dt="2024-08-26T15:12:55.657" v="2414" actId="20577"/>
        <pc:sldMkLst>
          <pc:docMk/>
          <pc:sldMk cId="1447089258" sldId="266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1487403360" sldId="266"/>
        </pc:sldMkLst>
      </pc:sldChg>
      <pc:sldChg chg="modSp new mod">
        <pc:chgData name="Georges MATHIO" userId="1057b68d-d9cf-4cd5-bc4c-3fe68ec33e97" providerId="ADAL" clId="{424CC4A3-94C0-43E4-A801-8F92997663E9}" dt="2024-08-27T07:03:38.654" v="2504" actId="20577"/>
        <pc:sldMkLst>
          <pc:docMk/>
          <pc:sldMk cId="3988114519" sldId="267"/>
        </pc:sldMkLst>
      </pc:sldChg>
      <pc:sldChg chg="addSp modSp add mod ord">
        <pc:chgData name="Georges MATHIO" userId="1057b68d-d9cf-4cd5-bc4c-3fe68ec33e97" providerId="ADAL" clId="{424CC4A3-94C0-43E4-A801-8F92997663E9}" dt="2024-09-10T14:28:36.901" v="2834" actId="1076"/>
        <pc:sldMkLst>
          <pc:docMk/>
          <pc:sldMk cId="787731320" sldId="268"/>
        </pc:sldMkLst>
      </pc:sldChg>
      <pc:sldMasterChg chg="addSp delSp modSp mod modSldLayout">
        <pc:chgData name="Georges MATHIO" userId="1057b68d-d9cf-4cd5-bc4c-3fe68ec33e97" providerId="ADAL" clId="{424CC4A3-94C0-43E4-A801-8F92997663E9}" dt="2024-08-23T08:56:45.269" v="239"/>
        <pc:sldMasterMkLst>
          <pc:docMk/>
          <pc:sldMasterMk cId="0" sldId="2147483648"/>
        </pc:sldMasterMkLst>
        <pc:sldLayoutChg chg="addSp delSp modSp mod">
          <pc:chgData name="Georges MATHIO" userId="1057b68d-d9cf-4cd5-bc4c-3fe68ec33e97" providerId="ADAL" clId="{424CC4A3-94C0-43E4-A801-8F92997663E9}" dt="2024-08-23T08:56:34.014" v="236" actId="478"/>
          <pc:sldLayoutMkLst>
            <pc:docMk/>
            <pc:sldMasterMk cId="0" sldId="2147483648"/>
            <pc:sldLayoutMk cId="0" sldId="2147483649"/>
          </pc:sldLayoutMkLst>
        </pc:sldLayoutChg>
        <pc:sldLayoutChg chg="addSp delSp modSp mod">
          <pc:chgData name="Georges MATHIO" userId="1057b68d-d9cf-4cd5-bc4c-3fe68ec33e97" providerId="ADAL" clId="{424CC4A3-94C0-43E4-A801-8F92997663E9}" dt="2024-08-23T08:56:45.269" v="239"/>
          <pc:sldLayoutMkLst>
            <pc:docMk/>
            <pc:sldMasterMk cId="0" sldId="2147483648"/>
            <pc:sldLayoutMk cId="0" sldId="2147483650"/>
          </pc:sldLayoutMkLst>
        </pc:sldLayoutChg>
        <pc:sldLayoutChg chg="addSp delSp modSp mod">
          <pc:chgData name="Georges MATHIO" userId="1057b68d-d9cf-4cd5-bc4c-3fe68ec33e97" providerId="ADAL" clId="{424CC4A3-94C0-43E4-A801-8F92997663E9}" dt="2024-08-23T08:56:42.345" v="238" actId="16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Georges MATHIO" userId="1057b68d-d9cf-4cd5-bc4c-3fe68ec33e97" providerId="ADAL" clId="{1E421E42-88E8-4B76-A39B-A8353E171A41}"/>
    <pc:docChg chg="undo custSel addSld delSld modSld">
      <pc:chgData name="Georges MATHIO" userId="1057b68d-d9cf-4cd5-bc4c-3fe68ec33e97" providerId="ADAL" clId="{1E421E42-88E8-4B76-A39B-A8353E171A41}" dt="2024-12-11T13:07:29.595" v="2303" actId="20577"/>
      <pc:docMkLst>
        <pc:docMk/>
      </pc:docMkLst>
      <pc:sldChg chg="delSp modSp add mod">
        <pc:chgData name="Georges MATHIO" userId="1057b68d-d9cf-4cd5-bc4c-3fe68ec33e97" providerId="ADAL" clId="{1E421E42-88E8-4B76-A39B-A8353E171A41}" dt="2024-12-11T13:07:29.595" v="2303" actId="20577"/>
        <pc:sldMkLst>
          <pc:docMk/>
          <pc:sldMk cId="1824297136" sldId="257"/>
        </pc:sldMkLst>
        <pc:spChg chg="mod">
          <ac:chgData name="Georges MATHIO" userId="1057b68d-d9cf-4cd5-bc4c-3fe68ec33e97" providerId="ADAL" clId="{1E421E42-88E8-4B76-A39B-A8353E171A41}" dt="2024-12-11T13:07:29.595" v="2303" actId="20577"/>
          <ac:spMkLst>
            <pc:docMk/>
            <pc:sldMk cId="1824297136" sldId="257"/>
            <ac:spMk id="3" creationId="{F877468A-C6BD-DFB1-948A-75293497D502}"/>
          </ac:spMkLst>
        </pc:spChg>
        <pc:spChg chg="del">
          <ac:chgData name="Georges MATHIO" userId="1057b68d-d9cf-4cd5-bc4c-3fe68ec33e97" providerId="ADAL" clId="{1E421E42-88E8-4B76-A39B-A8353E171A41}" dt="2024-12-11T13:06:25.776" v="2175" actId="478"/>
          <ac:spMkLst>
            <pc:docMk/>
            <pc:sldMk cId="1824297136" sldId="257"/>
            <ac:spMk id="4" creationId="{279A6B06-12BF-FCC1-2101-B0F5F7F2818D}"/>
          </ac:spMkLst>
        </pc:spChg>
        <pc:spChg chg="mod">
          <ac:chgData name="Georges MATHIO" userId="1057b68d-d9cf-4cd5-bc4c-3fe68ec33e97" providerId="ADAL" clId="{1E421E42-88E8-4B76-A39B-A8353E171A41}" dt="2024-12-11T13:06:21.542" v="2174" actId="1076"/>
          <ac:spMkLst>
            <pc:docMk/>
            <pc:sldMk cId="1824297136" sldId="257"/>
            <ac:spMk id="7" creationId="{4B5DD85E-1457-49FA-9F18-CA17878D5EC4}"/>
          </ac:spMkLst>
        </pc:spChg>
      </pc:sldChg>
      <pc:sldChg chg="addSp delSp modSp mod">
        <pc:chgData name="Georges MATHIO" userId="1057b68d-d9cf-4cd5-bc4c-3fe68ec33e97" providerId="ADAL" clId="{1E421E42-88E8-4B76-A39B-A8353E171A41}" dt="2024-12-06T16:21:34.578" v="749" actId="26606"/>
        <pc:sldMkLst>
          <pc:docMk/>
          <pc:sldMk cId="947780138" sldId="278"/>
        </pc:sldMkLst>
        <pc:spChg chg="mod">
          <ac:chgData name="Georges MATHIO" userId="1057b68d-d9cf-4cd5-bc4c-3fe68ec33e97" providerId="ADAL" clId="{1E421E42-88E8-4B76-A39B-A8353E171A41}" dt="2024-12-05T17:02:09.830" v="746" actId="20577"/>
          <ac:spMkLst>
            <pc:docMk/>
            <pc:sldMk cId="947780138" sldId="278"/>
            <ac:spMk id="3" creationId="{00000000-0000-0000-0000-000000000000}"/>
          </ac:spMkLst>
        </pc:spChg>
        <pc:spChg chg="add">
          <ac:chgData name="Georges MATHIO" userId="1057b68d-d9cf-4cd5-bc4c-3fe68ec33e97" providerId="ADAL" clId="{1E421E42-88E8-4B76-A39B-A8353E171A41}" dt="2024-12-06T16:21:34.578" v="749" actId="26606"/>
          <ac:spMkLst>
            <pc:docMk/>
            <pc:sldMk cId="947780138" sldId="278"/>
            <ac:spMk id="1044" creationId="{0DC895F7-4E59-40FB-87DD-ACE47F94C143}"/>
          </ac:spMkLst>
        </pc:spChg>
        <pc:picChg chg="add mod ord">
          <ac:chgData name="Georges MATHIO" userId="1057b68d-d9cf-4cd5-bc4c-3fe68ec33e97" providerId="ADAL" clId="{1E421E42-88E8-4B76-A39B-A8353E171A41}" dt="2024-12-06T16:21:34.578" v="749" actId="26606"/>
          <ac:picMkLst>
            <pc:docMk/>
            <pc:sldMk cId="947780138" sldId="278"/>
            <ac:picMk id="1026" creationId="{12A50259-E84E-8CBC-0CB6-EBAD2F08A36B}"/>
          </ac:picMkLst>
        </pc:picChg>
        <pc:picChg chg="add">
          <ac:chgData name="Georges MATHIO" userId="1057b68d-d9cf-4cd5-bc4c-3fe68ec33e97" providerId="ADAL" clId="{1E421E42-88E8-4B76-A39B-A8353E171A41}" dt="2024-12-06T16:21:34.578" v="749" actId="26606"/>
          <ac:picMkLst>
            <pc:docMk/>
            <pc:sldMk cId="947780138" sldId="278"/>
            <ac:picMk id="1042" creationId="{CBECFFDC-94DB-4DA3-94FE-22FEDDA8FA30}"/>
          </ac:picMkLst>
        </pc:picChg>
        <pc:picChg chg="add">
          <ac:chgData name="Georges MATHIO" userId="1057b68d-d9cf-4cd5-bc4c-3fe68ec33e97" providerId="ADAL" clId="{1E421E42-88E8-4B76-A39B-A8353E171A41}" dt="2024-12-06T16:21:34.578" v="749" actId="26606"/>
          <ac:picMkLst>
            <pc:docMk/>
            <pc:sldMk cId="947780138" sldId="278"/>
            <ac:picMk id="1046" creationId="{1A4C720E-710D-44F8-A8D7-2BAA61E1814B}"/>
          </ac:picMkLst>
        </pc:picChg>
      </pc:sldChg>
      <pc:sldChg chg="addSp delSp modSp mod">
        <pc:chgData name="Georges MATHIO" userId="1057b68d-d9cf-4cd5-bc4c-3fe68ec33e97" providerId="ADAL" clId="{1E421E42-88E8-4B76-A39B-A8353E171A41}" dt="2024-12-03T12:40:32.495" v="739" actId="20577"/>
        <pc:sldMkLst>
          <pc:docMk/>
          <pc:sldMk cId="3235351140" sldId="279"/>
        </pc:sldMkLst>
      </pc:sldChg>
      <pc:sldChg chg="del">
        <pc:chgData name="Georges MATHIO" userId="1057b68d-d9cf-4cd5-bc4c-3fe68ec33e97" providerId="ADAL" clId="{1E421E42-88E8-4B76-A39B-A8353E171A41}" dt="2024-11-15T17:10:10.889" v="199" actId="47"/>
        <pc:sldMkLst>
          <pc:docMk/>
          <pc:sldMk cId="3876591150" sldId="281"/>
        </pc:sldMkLst>
      </pc:sldChg>
      <pc:sldChg chg="del">
        <pc:chgData name="Georges MATHIO" userId="1057b68d-d9cf-4cd5-bc4c-3fe68ec33e97" providerId="ADAL" clId="{1E421E42-88E8-4B76-A39B-A8353E171A41}" dt="2024-11-15T17:10:11.823" v="200" actId="47"/>
        <pc:sldMkLst>
          <pc:docMk/>
          <pc:sldMk cId="149252829" sldId="282"/>
        </pc:sldMkLst>
      </pc:sldChg>
      <pc:sldChg chg="del">
        <pc:chgData name="Georges MATHIO" userId="1057b68d-d9cf-4cd5-bc4c-3fe68ec33e97" providerId="ADAL" clId="{1E421E42-88E8-4B76-A39B-A8353E171A41}" dt="2024-11-15T17:10:08.348" v="198" actId="47"/>
        <pc:sldMkLst>
          <pc:docMk/>
          <pc:sldMk cId="2350020133" sldId="283"/>
        </pc:sldMkLst>
      </pc:sldChg>
      <pc:sldChg chg="addSp modSp mod">
        <pc:chgData name="Georges MATHIO" userId="1057b68d-d9cf-4cd5-bc4c-3fe68ec33e97" providerId="ADAL" clId="{1E421E42-88E8-4B76-A39B-A8353E171A41}" dt="2024-12-06T16:25:40.662" v="921" actId="20577"/>
        <pc:sldMkLst>
          <pc:docMk/>
          <pc:sldMk cId="1785084455" sldId="284"/>
        </pc:sldMkLst>
      </pc:sldChg>
      <pc:sldChg chg="delSp modSp mod">
        <pc:chgData name="Georges MATHIO" userId="1057b68d-d9cf-4cd5-bc4c-3fe68ec33e97" providerId="ADAL" clId="{1E421E42-88E8-4B76-A39B-A8353E171A41}" dt="2024-12-03T12:36:35.731" v="687" actId="20577"/>
        <pc:sldMkLst>
          <pc:docMk/>
          <pc:sldMk cId="696138440" sldId="285"/>
        </pc:sldMkLst>
      </pc:sldChg>
      <pc:sldChg chg="modSp add del mod">
        <pc:chgData name="Georges MATHIO" userId="1057b68d-d9cf-4cd5-bc4c-3fe68ec33e97" providerId="ADAL" clId="{1E421E42-88E8-4B76-A39B-A8353E171A41}" dt="2024-11-21T17:51:59.276" v="439" actId="47"/>
        <pc:sldMkLst>
          <pc:docMk/>
          <pc:sldMk cId="205834677" sldId="286"/>
        </pc:sldMkLst>
      </pc:sldChg>
      <pc:sldChg chg="del">
        <pc:chgData name="Georges MATHIO" userId="1057b68d-d9cf-4cd5-bc4c-3fe68ec33e97" providerId="ADAL" clId="{1E421E42-88E8-4B76-A39B-A8353E171A41}" dt="2024-11-15T17:10:12.893" v="201" actId="47"/>
        <pc:sldMkLst>
          <pc:docMk/>
          <pc:sldMk cId="1439362577" sldId="286"/>
        </pc:sldMkLst>
      </pc:sldChg>
      <pc:sldChg chg="addSp delSp modSp new mod">
        <pc:chgData name="Georges MATHIO" userId="1057b68d-d9cf-4cd5-bc4c-3fe68ec33e97" providerId="ADAL" clId="{1E421E42-88E8-4B76-A39B-A8353E171A41}" dt="2024-12-03T12:37:33.523" v="704" actId="20577"/>
        <pc:sldMkLst>
          <pc:docMk/>
          <pc:sldMk cId="2042682731" sldId="287"/>
        </pc:sldMkLst>
      </pc:sldChg>
      <pc:sldChg chg="addSp modSp add mod">
        <pc:chgData name="Georges MATHIO" userId="1057b68d-d9cf-4cd5-bc4c-3fe68ec33e97" providerId="ADAL" clId="{1E421E42-88E8-4B76-A39B-A8353E171A41}" dt="2024-12-06T16:38:45.528" v="1392" actId="20577"/>
        <pc:sldMkLst>
          <pc:docMk/>
          <pc:sldMk cId="2079156772" sldId="288"/>
        </pc:sldMkLst>
      </pc:sldChg>
      <pc:sldChg chg="add del">
        <pc:chgData name="Georges MATHIO" userId="1057b68d-d9cf-4cd5-bc4c-3fe68ec33e97" providerId="ADAL" clId="{1E421E42-88E8-4B76-A39B-A8353E171A41}" dt="2024-12-09T23:15:46.334" v="1395" actId="47"/>
        <pc:sldMkLst>
          <pc:docMk/>
          <pc:sldMk cId="2264483725" sldId="289"/>
        </pc:sldMkLst>
      </pc:sldChg>
      <pc:sldChg chg="addSp delSp modSp add mod">
        <pc:chgData name="Georges MATHIO" userId="1057b68d-d9cf-4cd5-bc4c-3fe68ec33e97" providerId="ADAL" clId="{1E421E42-88E8-4B76-A39B-A8353E171A41}" dt="2024-12-11T11:57:28.046" v="1671" actId="20577"/>
        <pc:sldMkLst>
          <pc:docMk/>
          <pc:sldMk cId="1015551072" sldId="290"/>
        </pc:sldMkLst>
        <pc:spChg chg="mod">
          <ac:chgData name="Georges MATHIO" userId="1057b68d-d9cf-4cd5-bc4c-3fe68ec33e97" providerId="ADAL" clId="{1E421E42-88E8-4B76-A39B-A8353E171A41}" dt="2024-12-11T11:54:02.611" v="1457" actId="20577"/>
          <ac:spMkLst>
            <pc:docMk/>
            <pc:sldMk cId="1015551072" sldId="290"/>
            <ac:spMk id="2" creationId="{82F3DF20-4B56-999D-C886-1D5900461FFC}"/>
          </ac:spMkLst>
        </pc:spChg>
        <pc:spChg chg="del mod">
          <ac:chgData name="Georges MATHIO" userId="1057b68d-d9cf-4cd5-bc4c-3fe68ec33e97" providerId="ADAL" clId="{1E421E42-88E8-4B76-A39B-A8353E171A41}" dt="2024-12-11T11:54:14.780" v="1458" actId="478"/>
          <ac:spMkLst>
            <pc:docMk/>
            <pc:sldMk cId="1015551072" sldId="290"/>
            <ac:spMk id="4" creationId="{2738D219-3F76-B578-1930-7DCF3648AE96}"/>
          </ac:spMkLst>
        </pc:spChg>
        <pc:spChg chg="del">
          <ac:chgData name="Georges MATHIO" userId="1057b68d-d9cf-4cd5-bc4c-3fe68ec33e97" providerId="ADAL" clId="{1E421E42-88E8-4B76-A39B-A8353E171A41}" dt="2024-12-11T11:54:24.408" v="1463" actId="478"/>
          <ac:spMkLst>
            <pc:docMk/>
            <pc:sldMk cId="1015551072" sldId="290"/>
            <ac:spMk id="5" creationId="{2B431E0C-FB6F-D0E8-6339-B2830EC0FC7E}"/>
          </ac:spMkLst>
        </pc:spChg>
        <pc:spChg chg="add del mod">
          <ac:chgData name="Georges MATHIO" userId="1057b68d-d9cf-4cd5-bc4c-3fe68ec33e97" providerId="ADAL" clId="{1E421E42-88E8-4B76-A39B-A8353E171A41}" dt="2024-12-11T11:54:18.477" v="1461" actId="478"/>
          <ac:spMkLst>
            <pc:docMk/>
            <pc:sldMk cId="1015551072" sldId="290"/>
            <ac:spMk id="6" creationId="{9A2EBFF7-AB90-107E-6AC0-700202625F3B}"/>
          </ac:spMkLst>
        </pc:spChg>
        <pc:spChg chg="add mod">
          <ac:chgData name="Georges MATHIO" userId="1057b68d-d9cf-4cd5-bc4c-3fe68ec33e97" providerId="ADAL" clId="{1E421E42-88E8-4B76-A39B-A8353E171A41}" dt="2024-12-11T11:54:16.709" v="1460"/>
          <ac:spMkLst>
            <pc:docMk/>
            <pc:sldMk cId="1015551072" sldId="290"/>
            <ac:spMk id="7" creationId="{C476DCCB-8034-4A19-7320-173E9ECE8E38}"/>
          </ac:spMkLst>
        </pc:spChg>
        <pc:spChg chg="add mod">
          <ac:chgData name="Georges MATHIO" userId="1057b68d-d9cf-4cd5-bc4c-3fe68ec33e97" providerId="ADAL" clId="{1E421E42-88E8-4B76-A39B-A8353E171A41}" dt="2024-12-11T11:57:28.046" v="1671" actId="20577"/>
          <ac:spMkLst>
            <pc:docMk/>
            <pc:sldMk cId="1015551072" sldId="290"/>
            <ac:spMk id="8" creationId="{07C81F0C-C859-9320-5C88-D8CB390E5883}"/>
          </ac:spMkLst>
        </pc:spChg>
      </pc:sldChg>
      <pc:sldChg chg="addSp modSp add mod">
        <pc:chgData name="Georges MATHIO" userId="1057b68d-d9cf-4cd5-bc4c-3fe68ec33e97" providerId="ADAL" clId="{1E421E42-88E8-4B76-A39B-A8353E171A41}" dt="2024-12-11T12:10:54.785" v="2172" actId="20577"/>
        <pc:sldMkLst>
          <pc:docMk/>
          <pc:sldMk cId="1916568031" sldId="291"/>
        </pc:sldMkLst>
        <pc:spChg chg="mod">
          <ac:chgData name="Georges MATHIO" userId="1057b68d-d9cf-4cd5-bc4c-3fe68ec33e97" providerId="ADAL" clId="{1E421E42-88E8-4B76-A39B-A8353E171A41}" dt="2024-12-11T12:07:39.404" v="2043" actId="20577"/>
          <ac:spMkLst>
            <pc:docMk/>
            <pc:sldMk cId="1916568031" sldId="291"/>
            <ac:spMk id="2" creationId="{B16B650D-CD52-D087-C62C-A9EF20233132}"/>
          </ac:spMkLst>
        </pc:spChg>
        <pc:spChg chg="add">
          <ac:chgData name="Georges MATHIO" userId="1057b68d-d9cf-4cd5-bc4c-3fe68ec33e97" providerId="ADAL" clId="{1E421E42-88E8-4B76-A39B-A8353E171A41}" dt="2024-12-11T12:08:13.278" v="2055"/>
          <ac:spMkLst>
            <pc:docMk/>
            <pc:sldMk cId="1916568031" sldId="291"/>
            <ac:spMk id="3" creationId="{BB8A7310-14CB-D1B7-EAA3-53CBC774A3FF}"/>
          </ac:spMkLst>
        </pc:spChg>
        <pc:spChg chg="mod">
          <ac:chgData name="Georges MATHIO" userId="1057b68d-d9cf-4cd5-bc4c-3fe68ec33e97" providerId="ADAL" clId="{1E421E42-88E8-4B76-A39B-A8353E171A41}" dt="2024-12-11T12:10:54.785" v="2172" actId="20577"/>
          <ac:spMkLst>
            <pc:docMk/>
            <pc:sldMk cId="1916568031" sldId="291"/>
            <ac:spMk id="4" creationId="{9D654AE8-5479-A60E-9C5F-0E2FA576073C}"/>
          </ac:spMkLst>
        </pc:spChg>
        <pc:spChg chg="mod">
          <ac:chgData name="Georges MATHIO" userId="1057b68d-d9cf-4cd5-bc4c-3fe68ec33e97" providerId="ADAL" clId="{1E421E42-88E8-4B76-A39B-A8353E171A41}" dt="2024-12-11T12:07:49.087" v="2044"/>
          <ac:spMkLst>
            <pc:docMk/>
            <pc:sldMk cId="1916568031" sldId="291"/>
            <ac:spMk id="5" creationId="{C2739CF6-3AC3-4A9F-7ED4-ADD435F38C6B}"/>
          </ac:spMkLst>
        </pc:spChg>
        <pc:spChg chg="add">
          <ac:chgData name="Georges MATHIO" userId="1057b68d-d9cf-4cd5-bc4c-3fe68ec33e97" providerId="ADAL" clId="{1E421E42-88E8-4B76-A39B-A8353E171A41}" dt="2024-12-11T12:08:15.877" v="2056"/>
          <ac:spMkLst>
            <pc:docMk/>
            <pc:sldMk cId="1916568031" sldId="291"/>
            <ac:spMk id="6" creationId="{EF440331-0062-A7AB-36D3-487CCA007848}"/>
          </ac:spMkLst>
        </pc:spChg>
      </pc:sldChg>
      <pc:sldChg chg="addSp modSp add mod setBg">
        <pc:chgData name="Georges MATHIO" userId="1057b68d-d9cf-4cd5-bc4c-3fe68ec33e97" providerId="ADAL" clId="{1E421E42-88E8-4B76-A39B-A8353E171A41}" dt="2024-12-11T12:06:10.551" v="2022" actId="20577"/>
        <pc:sldMkLst>
          <pc:docMk/>
          <pc:sldMk cId="3495340627" sldId="292"/>
        </pc:sldMkLst>
        <pc:spChg chg="mod">
          <ac:chgData name="Georges MATHIO" userId="1057b68d-d9cf-4cd5-bc4c-3fe68ec33e97" providerId="ADAL" clId="{1E421E42-88E8-4B76-A39B-A8353E171A41}" dt="2024-12-11T11:59:20.893" v="1692" actId="26606"/>
          <ac:spMkLst>
            <pc:docMk/>
            <pc:sldMk cId="3495340627" sldId="292"/>
            <ac:spMk id="2" creationId="{44D5D00F-997E-2F8B-88EF-43C13BD22D74}"/>
          </ac:spMkLst>
        </pc:spChg>
        <pc:spChg chg="mod">
          <ac:chgData name="Georges MATHIO" userId="1057b68d-d9cf-4cd5-bc4c-3fe68ec33e97" providerId="ADAL" clId="{1E421E42-88E8-4B76-A39B-A8353E171A41}" dt="2024-12-11T12:06:10.551" v="2022" actId="20577"/>
          <ac:spMkLst>
            <pc:docMk/>
            <pc:sldMk cId="3495340627" sldId="292"/>
            <ac:spMk id="8" creationId="{93625566-6581-5BEE-9F54-7D5A25E8325A}"/>
          </ac:spMkLst>
        </pc:spChg>
        <pc:picChg chg="add mod">
          <ac:chgData name="Georges MATHIO" userId="1057b68d-d9cf-4cd5-bc4c-3fe68ec33e97" providerId="ADAL" clId="{1E421E42-88E8-4B76-A39B-A8353E171A41}" dt="2024-12-11T11:59:31.413" v="1694" actId="14100"/>
          <ac:picMkLst>
            <pc:docMk/>
            <pc:sldMk cId="3495340627" sldId="292"/>
            <ac:picMk id="4" creationId="{770E170C-9B79-13AD-8D8B-E9936FBD4A93}"/>
          </ac:picMkLst>
        </pc:picChg>
      </pc:sldChg>
    </pc:docChg>
  </pc:docChgLst>
  <pc:docChgLst>
    <pc:chgData name="Georges MATHIO" userId="S::georges.mathio@estia.fr::1057b68d-d9cf-4cd5-bc4c-3fe68ec33e97" providerId="AD" clId="Web-{7FB7BF05-9048-28FC-5EB7-CE05B75ADC04}"/>
    <pc:docChg chg="addSld delSld modSld">
      <pc:chgData name="Georges MATHIO" userId="S::georges.mathio@estia.fr::1057b68d-d9cf-4cd5-bc4c-3fe68ec33e97" providerId="AD" clId="Web-{7FB7BF05-9048-28FC-5EB7-CE05B75ADC04}" dt="2023-10-26T13:13:17.279" v="42" actId="20577"/>
      <pc:docMkLst>
        <pc:docMk/>
      </pc:docMkLst>
      <pc:sldChg chg="modSp">
        <pc:chgData name="Georges MATHIO" userId="S::georges.mathio@estia.fr::1057b68d-d9cf-4cd5-bc4c-3fe68ec33e97" providerId="AD" clId="Web-{7FB7BF05-9048-28FC-5EB7-CE05B75ADC04}" dt="2023-10-26T13:10:36.055" v="30" actId="1076"/>
        <pc:sldMkLst>
          <pc:docMk/>
          <pc:sldMk cId="2526593619" sldId="256"/>
        </pc:sldMkLst>
      </pc:sldChg>
      <pc:sldChg chg="modSp new">
        <pc:chgData name="Georges MATHIO" userId="S::georges.mathio@estia.fr::1057b68d-d9cf-4cd5-bc4c-3fe68ec33e97" providerId="AD" clId="Web-{7FB7BF05-9048-28FC-5EB7-CE05B75ADC04}" dt="2023-10-26T13:13:17.279" v="42" actId="20577"/>
        <pc:sldMkLst>
          <pc:docMk/>
          <pc:sldMk cId="1029684144" sldId="257"/>
        </pc:sldMkLst>
      </pc:sldChg>
      <pc:sldChg chg="new del">
        <pc:chgData name="Georges MATHIO" userId="S::georges.mathio@estia.fr::1057b68d-d9cf-4cd5-bc4c-3fe68ec33e97" providerId="AD" clId="Web-{7FB7BF05-9048-28FC-5EB7-CE05B75ADC04}" dt="2023-10-26T13:09:48.992" v="6"/>
        <pc:sldMkLst>
          <pc:docMk/>
          <pc:sldMk cId="3970989700" sldId="257"/>
        </pc:sldMkLst>
      </pc:sldChg>
    </pc:docChg>
  </pc:docChgLst>
  <pc:docChgLst>
    <pc:chgData name="Georges MATHIO" userId="1057b68d-d9cf-4cd5-bc4c-3fe68ec33e97" providerId="ADAL" clId="{6896E697-4535-4548-B5BB-7BF60D63B382}"/>
    <pc:docChg chg="undo redo custSel addSld delSld modSld sldOrd modMainMaster">
      <pc:chgData name="Georges MATHIO" userId="1057b68d-d9cf-4cd5-bc4c-3fe68ec33e97" providerId="ADAL" clId="{6896E697-4535-4548-B5BB-7BF60D63B382}" dt="2023-11-06T10:26:22.863" v="3928"/>
      <pc:docMkLst>
        <pc:docMk/>
      </pc:docMkLst>
      <pc:sldChg chg="addSp delSp modSp del mod setBg">
        <pc:chgData name="Georges MATHIO" userId="1057b68d-d9cf-4cd5-bc4c-3fe68ec33e97" providerId="ADAL" clId="{6896E697-4535-4548-B5BB-7BF60D63B382}" dt="2023-10-26T13:39:07.448" v="856" actId="47"/>
        <pc:sldMkLst>
          <pc:docMk/>
          <pc:sldMk cId="1029684144" sldId="257"/>
        </pc:sldMkLst>
      </pc:sldChg>
      <pc:sldChg chg="addSp delSp modSp new mod">
        <pc:chgData name="Georges MATHIO" userId="1057b68d-d9cf-4cd5-bc4c-3fe68ec33e97" providerId="ADAL" clId="{6896E697-4535-4548-B5BB-7BF60D63B382}" dt="2023-10-26T14:11:37.867" v="2689" actId="20577"/>
        <pc:sldMkLst>
          <pc:docMk/>
          <pc:sldMk cId="1554076419" sldId="258"/>
        </pc:sldMkLst>
      </pc:sldChg>
      <pc:sldChg chg="addSp delSp modSp add mod">
        <pc:chgData name="Georges MATHIO" userId="1057b68d-d9cf-4cd5-bc4c-3fe68ec33e97" providerId="ADAL" clId="{6896E697-4535-4548-B5BB-7BF60D63B382}" dt="2023-10-26T14:54:54.547" v="3835" actId="20577"/>
        <pc:sldMkLst>
          <pc:docMk/>
          <pc:sldMk cId="2482283123" sldId="259"/>
        </pc:sldMkLst>
      </pc:sldChg>
      <pc:sldChg chg="addSp delSp modSp add mod">
        <pc:chgData name="Georges MATHIO" userId="1057b68d-d9cf-4cd5-bc4c-3fe68ec33e97" providerId="ADAL" clId="{6896E697-4535-4548-B5BB-7BF60D63B382}" dt="2023-10-26T14:16:24.917" v="2793" actId="1076"/>
        <pc:sldMkLst>
          <pc:docMk/>
          <pc:sldMk cId="319033476" sldId="260"/>
        </pc:sldMkLst>
      </pc:sldChg>
      <pc:sldChg chg="addSp delSp modSp add mod ord">
        <pc:chgData name="Georges MATHIO" userId="1057b68d-d9cf-4cd5-bc4c-3fe68ec33e97" providerId="ADAL" clId="{6896E697-4535-4548-B5BB-7BF60D63B382}" dt="2023-10-26T14:54:05.827" v="3749" actId="1036"/>
        <pc:sldMkLst>
          <pc:docMk/>
          <pc:sldMk cId="1018468898" sldId="261"/>
        </pc:sldMkLst>
      </pc:sldChg>
      <pc:sldChg chg="addSp delSp modSp add mod">
        <pc:chgData name="Georges MATHIO" userId="1057b68d-d9cf-4cd5-bc4c-3fe68ec33e97" providerId="ADAL" clId="{6896E697-4535-4548-B5BB-7BF60D63B382}" dt="2023-10-26T14:38:33.926" v="3521" actId="20577"/>
        <pc:sldMkLst>
          <pc:docMk/>
          <pc:sldMk cId="340622423" sldId="262"/>
        </pc:sldMkLst>
      </pc:sldChg>
      <pc:sldChg chg="delSp modSp add mod">
        <pc:chgData name="Georges MATHIO" userId="1057b68d-d9cf-4cd5-bc4c-3fe68ec33e97" providerId="ADAL" clId="{6896E697-4535-4548-B5BB-7BF60D63B382}" dt="2023-10-26T14:56:52.447" v="3926" actId="20577"/>
        <pc:sldMkLst>
          <pc:docMk/>
          <pc:sldMk cId="1455700223" sldId="263"/>
        </pc:sldMkLst>
      </pc:sldChg>
      <pc:sldMasterChg chg="addSp delSp modSp mod">
        <pc:chgData name="Georges MATHIO" userId="1057b68d-d9cf-4cd5-bc4c-3fe68ec33e97" providerId="ADAL" clId="{6896E697-4535-4548-B5BB-7BF60D63B382}" dt="2023-11-06T10:26:22.863" v="3928"/>
        <pc:sldMasterMkLst>
          <pc:docMk/>
          <pc:sldMasterMk cId="0" sldId="2147483669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EF6789-4D93-43D8-B60D-0C5DEF3B64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D7B4A1-1589-4B83-9C22-DE251D95D0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75488-675E-48BA-A9A2-BA0F5A60D82B}" type="datetime1">
              <a:rPr lang="en-GB" smtClean="0"/>
              <a:t>12/12/2024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724B-3C88-4DC9-855B-56F49D64A6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42BBB-95F1-40A0-9691-67EFE9D0B7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577BD-BE37-474B-8112-471F6F640A97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086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BC9F49-C6C7-4BCF-B5B6-94EE3C9CB663}" type="datetime1">
              <a:rPr lang="en-GB" smtClean="0"/>
              <a:pPr/>
              <a:t>12/12/2024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EB474-4500-4CA8-A4FE-2423436EBB0B}" type="slidenum">
              <a:rPr lang="en-GB" noProof="0" smtClean="0"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965424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EB474-4500-4CA8-A4FE-2423436EBB0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083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>
            <a:extLst>
              <a:ext uri="{FF2B5EF4-FFF2-40B4-BE49-F238E27FC236}">
                <a16:creationId xmlns:a16="http://schemas.microsoft.com/office/drawing/2014/main" id="{6E3A0FE5-C39A-1C49-86B6-D92A234AE4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893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GB" noProof="0" dirty="0"/>
              <a:t>Click to edit Master subtitle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 anchor="ctr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pic>
        <p:nvPicPr>
          <p:cNvPr id="8" name="Picture 5" descr="Celestia-R1---OverlayContentHD.png">
            <a:extLst>
              <a:ext uri="{FF2B5EF4-FFF2-40B4-BE49-F238E27FC236}">
                <a16:creationId xmlns:a16="http://schemas.microsoft.com/office/drawing/2014/main" id="{C0E4D736-DF0E-6FFB-D4A2-46F677BC36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Celestia-R1---OverlayContentHD.png">
            <a:extLst>
              <a:ext uri="{FF2B5EF4-FFF2-40B4-BE49-F238E27FC236}">
                <a16:creationId xmlns:a16="http://schemas.microsoft.com/office/drawing/2014/main" id="{91C81237-E8B3-96FF-4819-AA9DE4BC93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-2645"/>
            <a:ext cx="10131426" cy="106944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066801"/>
            <a:ext cx="10131425" cy="4724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7" name="Rectangle : avec coin arrondi 6">
            <a:extLst>
              <a:ext uri="{FF2B5EF4-FFF2-40B4-BE49-F238E27FC236}">
                <a16:creationId xmlns:a16="http://schemas.microsoft.com/office/drawing/2014/main" id="{6AA074AB-766A-76FA-FB34-4471F2AFCDAA}"/>
              </a:ext>
            </a:extLst>
          </p:cNvPr>
          <p:cNvSpPr/>
          <p:nvPr userDrawn="1"/>
        </p:nvSpPr>
        <p:spPr>
          <a:xfrm flipH="1">
            <a:off x="10974705" y="6196965"/>
            <a:ext cx="1217295" cy="661035"/>
          </a:xfrm>
          <a:prstGeom prst="round1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Image 8" descr="Une image contenant Graphique, capture d’écran, conception&#10;&#10;Description générée automatiquement">
            <a:extLst>
              <a:ext uri="{FF2B5EF4-FFF2-40B4-BE49-F238E27FC236}">
                <a16:creationId xmlns:a16="http://schemas.microsoft.com/office/drawing/2014/main" id="{2C6B33F3-733F-89B1-872D-AA751F65B9D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015602" y="6227445"/>
            <a:ext cx="1176398" cy="609600"/>
          </a:xfrm>
          <a:prstGeom prst="rect">
            <a:avLst/>
          </a:prstGeom>
          <a:ln>
            <a:noFill/>
          </a:ln>
          <a:effectLst/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1041">
            <a:extLst>
              <a:ext uri="{FF2B5EF4-FFF2-40B4-BE49-F238E27FC236}">
                <a16:creationId xmlns:a16="http://schemas.microsoft.com/office/drawing/2014/main" id="{CBECFFDC-94DB-4DA3-94FE-22FEDDA8F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 useBgFill="1">
        <p:nvSpPr>
          <p:cNvPr id="1044" name="Rectangle 1043">
            <a:extLst>
              <a:ext uri="{FF2B5EF4-FFF2-40B4-BE49-F238E27FC236}">
                <a16:creationId xmlns:a16="http://schemas.microsoft.com/office/drawing/2014/main" id="{0DC895F7-4E59-40FB-87DD-ACE47F94C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World's Tallest Sandcastle - Sculpture Digest">
            <a:extLst>
              <a:ext uri="{FF2B5EF4-FFF2-40B4-BE49-F238E27FC236}">
                <a16:creationId xmlns:a16="http://schemas.microsoft.com/office/drawing/2014/main" id="{12A50259-E84E-8CBC-0CB6-EBAD2F08A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1045">
            <a:extLst>
              <a:ext uri="{FF2B5EF4-FFF2-40B4-BE49-F238E27FC236}">
                <a16:creationId xmlns:a16="http://schemas.microsoft.com/office/drawing/2014/main" id="{1A4C720E-710D-44F8-A8D7-2BAA61E18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5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" y="893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Cloud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3962399" y="4385732"/>
            <a:ext cx="7197726" cy="14054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en-US" cap="all" dirty="0"/>
              <a:t>Hands on</a:t>
            </a:r>
            <a:br>
              <a:rPr lang="en-US" cap="all" dirty="0"/>
            </a:br>
            <a:r>
              <a:rPr lang="en-US" cap="all" dirty="0"/>
              <a:t>Network resources</a:t>
            </a:r>
          </a:p>
        </p:txBody>
      </p:sp>
    </p:spTree>
    <p:extLst>
      <p:ext uri="{BB962C8B-B14F-4D97-AF65-F5344CB8AC3E}">
        <p14:creationId xmlns:p14="http://schemas.microsoft.com/office/powerpoint/2010/main" val="947780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Police, conception&#10;&#10;Description générée automatiquement">
            <a:extLst>
              <a:ext uri="{FF2B5EF4-FFF2-40B4-BE49-F238E27FC236}">
                <a16:creationId xmlns:a16="http://schemas.microsoft.com/office/drawing/2014/main" id="{C0A02229-4646-B39E-31BF-38DB7EEA1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4195" y="793778"/>
            <a:ext cx="5002691" cy="4892012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3E5B4A0-32B4-A6AE-6210-CF9464C80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Overview</a:t>
            </a:r>
            <a:endParaRPr lang="en-GB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877468A-C6BD-DFB1-948A-75293497D502}"/>
              </a:ext>
            </a:extLst>
          </p:cNvPr>
          <p:cNvSpPr txBox="1"/>
          <p:nvPr/>
        </p:nvSpPr>
        <p:spPr>
          <a:xfrm>
            <a:off x="881839" y="2318685"/>
            <a:ext cx="4326467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security</a:t>
            </a:r>
            <a:r>
              <a:rPr lang="fr-FR" dirty="0"/>
              <a:t> services</a:t>
            </a:r>
            <a:br>
              <a:rPr lang="fr-FR" dirty="0"/>
            </a:br>
            <a:r>
              <a:rPr lang="fr-FR" dirty="0"/>
              <a:t>to diagnose </a:t>
            </a:r>
            <a:r>
              <a:rPr lang="fr-FR" dirty="0" err="1"/>
              <a:t>our</a:t>
            </a:r>
            <a:r>
              <a:rPr lang="fr-FR" dirty="0"/>
              <a:t> </a:t>
            </a:r>
            <a:r>
              <a:rPr lang="fr-FR" dirty="0" err="1"/>
              <a:t>install</a:t>
            </a:r>
            <a:endParaRPr lang="en-GB" dirty="0"/>
          </a:p>
        </p:txBody>
      </p:sp>
      <p:sp>
        <p:nvSpPr>
          <p:cNvPr id="7" name="Oval 14">
            <a:extLst>
              <a:ext uri="{FF2B5EF4-FFF2-40B4-BE49-F238E27FC236}">
                <a16:creationId xmlns:a16="http://schemas.microsoft.com/office/drawing/2014/main" id="{4B5DD85E-1457-49FA-9F18-CA17878D5EC4}"/>
              </a:ext>
            </a:extLst>
          </p:cNvPr>
          <p:cNvSpPr/>
          <p:nvPr/>
        </p:nvSpPr>
        <p:spPr>
          <a:xfrm>
            <a:off x="8509584" y="2144929"/>
            <a:ext cx="1634996" cy="103558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14">
            <a:extLst>
              <a:ext uri="{FF2B5EF4-FFF2-40B4-BE49-F238E27FC236}">
                <a16:creationId xmlns:a16="http://schemas.microsoft.com/office/drawing/2014/main" id="{4426A173-B789-6ECF-61A7-54CB545C1B09}"/>
              </a:ext>
            </a:extLst>
          </p:cNvPr>
          <p:cNvSpPr/>
          <p:nvPr/>
        </p:nvSpPr>
        <p:spPr>
          <a:xfrm>
            <a:off x="6011916" y="4507129"/>
            <a:ext cx="1634996" cy="1035586"/>
          </a:xfrm>
          <a:prstGeom prst="ellipse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297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82B23-5768-A86D-BC22-F86752960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D5D00F-997E-2F8B-88EF-43C13BD22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Create</a:t>
            </a:r>
            <a:r>
              <a:rPr lang="fr-FR" dirty="0"/>
              <a:t> A new VCN</a:t>
            </a:r>
            <a:endParaRPr lang="en-GB" dirty="0"/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93625566-6581-5BEE-9F54-7D5A25E83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1066801"/>
            <a:ext cx="6028266" cy="5647266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fr-FR" dirty="0" err="1"/>
              <a:t>From</a:t>
            </a:r>
            <a:r>
              <a:rPr lang="fr-FR" dirty="0"/>
              <a:t> the hamburger menu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select Networking / Virtual Cloud Networks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Create</a:t>
            </a:r>
            <a:r>
              <a:rPr lang="fr-FR" dirty="0"/>
              <a:t> a new one in the </a:t>
            </a:r>
            <a:r>
              <a:rPr lang="fr-FR" dirty="0" err="1"/>
              <a:t>tp</a:t>
            </a:r>
            <a:r>
              <a:rPr lang="fr-FR" dirty="0"/>
              <a:t> </a:t>
            </a:r>
            <a:r>
              <a:rPr lang="fr-FR" dirty="0" err="1"/>
              <a:t>compartment</a:t>
            </a:r>
            <a:endParaRPr lang="fr-FR" dirty="0"/>
          </a:p>
          <a:p>
            <a:endParaRPr lang="fr-FR" dirty="0"/>
          </a:p>
          <a:p>
            <a:r>
              <a:rPr lang="fr-FR" dirty="0"/>
              <a:t>CIDR: 10.X.0.0/16</a:t>
            </a:r>
          </a:p>
          <a:p>
            <a:endParaRPr lang="fr-FR" dirty="0"/>
          </a:p>
          <a:p>
            <a:r>
              <a:rPr lang="fr-FR" dirty="0"/>
              <a:t>No IPv6</a:t>
            </a:r>
          </a:p>
          <a:p>
            <a:endParaRPr lang="fr-FR" dirty="0"/>
          </a:p>
          <a:p>
            <a:r>
              <a:rPr lang="fr-FR" dirty="0" err="1"/>
              <a:t>Usual</a:t>
            </a:r>
            <a:r>
              <a:rPr lang="fr-FR" dirty="0"/>
              <a:t> tags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C0E306D-0866-2656-BDB8-C5DE295E1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919" y="451559"/>
            <a:ext cx="4633362" cy="3177815"/>
          </a:xfrm>
          <a:prstGeom prst="roundRect">
            <a:avLst>
              <a:gd name="adj" fmla="val 3027"/>
            </a:avLst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95340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B222C-FD6D-7407-9CF0-8081CE0CB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817740-C452-8ABC-364A-B27D6745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Create</a:t>
            </a:r>
            <a:r>
              <a:rPr lang="fr-FR" dirty="0"/>
              <a:t> A </a:t>
            </a:r>
            <a:r>
              <a:rPr lang="fr-FR" dirty="0" err="1"/>
              <a:t>Subnet</a:t>
            </a:r>
            <a:r>
              <a:rPr lang="fr-FR" dirty="0"/>
              <a:t> &amp; A VM </a:t>
            </a:r>
            <a:r>
              <a:rPr lang="fr-FR" dirty="0" err="1"/>
              <a:t>inside</a:t>
            </a:r>
            <a:endParaRPr lang="en-GB" dirty="0"/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73D76339-9D51-B3E8-3EB8-9DBABC4EB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1066801"/>
            <a:ext cx="7981120" cy="4512732"/>
          </a:xfrm>
        </p:spPr>
        <p:txBody>
          <a:bodyPr anchor="t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fr-FR" dirty="0" err="1"/>
              <a:t>From</a:t>
            </a:r>
            <a:r>
              <a:rPr lang="fr-FR" dirty="0"/>
              <a:t> the VCN </a:t>
            </a:r>
            <a:r>
              <a:rPr lang="fr-FR" dirty="0" err="1"/>
              <a:t>details</a:t>
            </a:r>
            <a:endParaRPr lang="fr-FR" dirty="0"/>
          </a:p>
          <a:p>
            <a:endParaRPr lang="fr-FR" dirty="0"/>
          </a:p>
          <a:p>
            <a:r>
              <a:rPr lang="fr-FR" dirty="0"/>
              <a:t>CIDR: 10.X.0.0/24</a:t>
            </a:r>
          </a:p>
          <a:p>
            <a:endParaRPr lang="fr-FR" dirty="0"/>
          </a:p>
          <a:p>
            <a:r>
              <a:rPr lang="fr-FR" dirty="0"/>
              <a:t>No IPv6</a:t>
            </a:r>
          </a:p>
          <a:p>
            <a:endParaRPr lang="fr-FR" dirty="0"/>
          </a:p>
          <a:p>
            <a:r>
              <a:rPr lang="fr-FR" dirty="0" err="1"/>
              <a:t>Browse</a:t>
            </a:r>
            <a:r>
              <a:rPr lang="fr-FR" dirty="0"/>
              <a:t> the </a:t>
            </a:r>
            <a:r>
              <a:rPr lang="fr-FR" dirty="0" err="1"/>
              <a:t>existing</a:t>
            </a:r>
            <a:r>
              <a:rPr lang="fr-FR" dirty="0"/>
              <a:t> </a:t>
            </a:r>
            <a:r>
              <a:rPr lang="fr-FR" dirty="0" err="1"/>
              <a:t>manual</a:t>
            </a:r>
            <a:r>
              <a:rPr lang="fr-FR" dirty="0"/>
              <a:t> VM</a:t>
            </a:r>
          </a:p>
          <a:p>
            <a:endParaRPr lang="fr-FR" dirty="0"/>
          </a:p>
          <a:p>
            <a:r>
              <a:rPr lang="fr-FR" dirty="0"/>
              <a:t>Under the « </a:t>
            </a:r>
            <a:r>
              <a:rPr lang="fr-FR" dirty="0" err="1"/>
              <a:t>Attached</a:t>
            </a:r>
            <a:r>
              <a:rPr lang="fr-FR" dirty="0"/>
              <a:t> </a:t>
            </a:r>
            <a:r>
              <a:rPr lang="fr-FR" dirty="0" err="1"/>
              <a:t>VNICs</a:t>
            </a:r>
            <a:r>
              <a:rPr lang="fr-FR" dirty="0"/>
              <a:t> » entry, </a:t>
            </a:r>
            <a:r>
              <a:rPr lang="fr-FR" dirty="0" err="1"/>
              <a:t>create</a:t>
            </a:r>
            <a:r>
              <a:rPr lang="fr-FR" dirty="0"/>
              <a:t> a new one in the new </a:t>
            </a:r>
            <a:r>
              <a:rPr lang="fr-FR" dirty="0" err="1"/>
              <a:t>subnet</a:t>
            </a:r>
            <a:endParaRPr lang="fr-FR" dirty="0"/>
          </a:p>
          <a:p>
            <a:r>
              <a:rPr lang="fr-FR" dirty="0" err="1"/>
              <a:t>Detach</a:t>
            </a:r>
            <a:r>
              <a:rPr lang="fr-FR" dirty="0"/>
              <a:t> the </a:t>
            </a:r>
            <a:r>
              <a:rPr lang="fr-FR" dirty="0" err="1"/>
              <a:t>previous</a:t>
            </a:r>
            <a:r>
              <a:rPr lang="fr-FR" dirty="0"/>
              <a:t> one</a:t>
            </a:r>
          </a:p>
          <a:p>
            <a:r>
              <a:rPr lang="fr-FR" dirty="0"/>
              <a:t>=&gt; </a:t>
            </a:r>
            <a:r>
              <a:rPr lang="fr-FR" dirty="0" err="1"/>
              <a:t>now</a:t>
            </a:r>
            <a:r>
              <a:rPr lang="fr-FR" dirty="0"/>
              <a:t> the VM has a new IP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0831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D150E-51F5-C932-6524-853CF93A3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0D007F-4AD9-8ED3-A005-62CBD97BC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Add</a:t>
            </a:r>
            <a:r>
              <a:rPr lang="fr-FR" dirty="0"/>
              <a:t> an internet </a:t>
            </a:r>
            <a:r>
              <a:rPr lang="fr-FR" dirty="0" err="1"/>
              <a:t>gateway</a:t>
            </a:r>
            <a:r>
              <a:rPr lang="fr-FR" dirty="0"/>
              <a:t> to the </a:t>
            </a:r>
            <a:r>
              <a:rPr lang="fr-FR" dirty="0" err="1"/>
              <a:t>the</a:t>
            </a:r>
            <a:r>
              <a:rPr lang="fr-FR" dirty="0"/>
              <a:t> new VCN</a:t>
            </a:r>
            <a:endParaRPr lang="en-GB" dirty="0"/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463FB95B-F468-FBF5-21C0-4CB717C6A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1066801"/>
            <a:ext cx="7981120" cy="4512732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fr-FR" dirty="0" err="1"/>
              <a:t>From</a:t>
            </a:r>
            <a:r>
              <a:rPr lang="fr-FR" dirty="0"/>
              <a:t> the VCN </a:t>
            </a:r>
            <a:r>
              <a:rPr lang="fr-FR" dirty="0" err="1"/>
              <a:t>details</a:t>
            </a:r>
            <a:r>
              <a:rPr lang="fr-FR" dirty="0"/>
              <a:t>,</a:t>
            </a:r>
          </a:p>
          <a:p>
            <a:pPr>
              <a:lnSpc>
                <a:spcPct val="150000"/>
              </a:lnSpc>
            </a:pPr>
            <a:r>
              <a:rPr lang="fr-FR" dirty="0"/>
              <a:t>Click on the « Internet </a:t>
            </a:r>
            <a:r>
              <a:rPr lang="fr-FR" dirty="0" err="1"/>
              <a:t>Gateways</a:t>
            </a:r>
            <a:r>
              <a:rPr lang="fr-FR" dirty="0"/>
              <a:t> (0) » entry </a:t>
            </a:r>
          </a:p>
          <a:p>
            <a:pPr>
              <a:lnSpc>
                <a:spcPct val="150000"/>
              </a:lnSpc>
            </a:pPr>
            <a:r>
              <a:rPr lang="fr-FR" dirty="0" err="1"/>
              <a:t>Create</a:t>
            </a:r>
            <a:r>
              <a:rPr lang="fr-FR" dirty="0"/>
              <a:t> </a:t>
            </a:r>
            <a:r>
              <a:rPr lang="fr-FR" dirty="0" err="1"/>
              <a:t>it</a:t>
            </a:r>
            <a:endParaRPr lang="fr-FR" dirty="0"/>
          </a:p>
          <a:p>
            <a:pPr>
              <a:lnSpc>
                <a:spcPct val="150000"/>
              </a:lnSpc>
            </a:pP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Click on the « Route Tables (0) » entry </a:t>
            </a:r>
          </a:p>
          <a:p>
            <a:pPr>
              <a:lnSpc>
                <a:spcPct val="150000"/>
              </a:lnSpc>
            </a:pPr>
            <a:r>
              <a:rPr lang="fr-FR" dirty="0" err="1"/>
              <a:t>Create</a:t>
            </a:r>
            <a:r>
              <a:rPr lang="fr-FR" dirty="0"/>
              <a:t> a new one: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type: internet </a:t>
            </a:r>
            <a:r>
              <a:rPr lang="fr-FR" dirty="0" err="1"/>
              <a:t>gateway</a:t>
            </a:r>
            <a:endParaRPr lang="fr-FR" dirty="0"/>
          </a:p>
          <a:p>
            <a:pPr lvl="1">
              <a:lnSpc>
                <a:spcPct val="150000"/>
              </a:lnSpc>
            </a:pPr>
            <a:r>
              <a:rPr lang="fr-FR" dirty="0"/>
              <a:t>destination</a:t>
            </a:r>
            <a:r>
              <a:rPr lang="fr-FR"/>
              <a:t>: 0.0.0.0/0</a:t>
            </a:r>
            <a:endParaRPr lang="fr-FR" dirty="0"/>
          </a:p>
          <a:p>
            <a:pPr>
              <a:lnSpc>
                <a:spcPct val="150000"/>
              </a:lnSpc>
            </a:pPr>
            <a:endParaRPr lang="fr-FR" dirty="0"/>
          </a:p>
          <a:p>
            <a:pPr>
              <a:lnSpc>
                <a:spcPct val="150000"/>
              </a:lnSpc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5632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3CDB6-F6C2-4E91-DB6A-3E501B3B8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6B650D-CD52-D087-C62C-A9EF20233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Create</a:t>
            </a:r>
            <a:r>
              <a:rPr lang="fr-FR" dirty="0"/>
              <a:t> A new VCN as code</a:t>
            </a:r>
            <a:endParaRPr lang="en-GB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9D654AE8-5479-A60E-9C5F-0E2FA5760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066801"/>
            <a:ext cx="10131425" cy="4724399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fr-FR" dirty="0" err="1"/>
              <a:t>Create</a:t>
            </a:r>
            <a:r>
              <a:rPr lang="fr-FR" dirty="0"/>
              <a:t> a </a:t>
            </a:r>
            <a:r>
              <a:rPr lang="fr-FR" dirty="0" err="1"/>
              <a:t>pulumi</a:t>
            </a:r>
            <a:r>
              <a:rPr lang="fr-FR" dirty="0"/>
              <a:t> </a:t>
            </a:r>
            <a:r>
              <a:rPr lang="fr-FR" dirty="0" err="1"/>
              <a:t>resource</a:t>
            </a:r>
            <a:r>
              <a:rPr lang="fr-FR" dirty="0"/>
              <a:t> of type </a:t>
            </a:r>
            <a:r>
              <a:rPr lang="fr-FR" b="1" dirty="0" err="1">
                <a:latin typeface="Consolas" panose="020B0609020204030204" pitchFamily="49" charset="0"/>
              </a:rPr>
              <a:t>oci.Core.Vcn</a:t>
            </a:r>
            <a:endParaRPr lang="fr-FR" b="1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dirty="0"/>
              <a:t>Put </a:t>
            </a:r>
            <a:r>
              <a:rPr lang="fr-FR" dirty="0" err="1"/>
              <a:t>it</a:t>
            </a:r>
            <a:r>
              <a:rPr lang="fr-FR" dirty="0"/>
              <a:t> in the </a:t>
            </a:r>
            <a:r>
              <a:rPr lang="fr-FR" dirty="0" err="1"/>
              <a:t>tp</a:t>
            </a:r>
            <a:r>
              <a:rPr lang="fr-FR" dirty="0"/>
              <a:t> </a:t>
            </a:r>
            <a:r>
              <a:rPr lang="fr-FR" dirty="0" err="1"/>
              <a:t>compartment</a:t>
            </a: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Set the range to 10.Y.0.0/16</a:t>
            </a:r>
          </a:p>
          <a:p>
            <a:pPr>
              <a:lnSpc>
                <a:spcPct val="150000"/>
              </a:lnSpc>
            </a:pP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Use the </a:t>
            </a:r>
            <a:r>
              <a:rPr lang="fr-FR" dirty="0" err="1"/>
              <a:t>same</a:t>
            </a:r>
            <a:r>
              <a:rPr lang="fr-FR" dirty="0"/>
              <a:t> tags as </a:t>
            </a:r>
            <a:r>
              <a:rPr lang="fr-FR" dirty="0" err="1"/>
              <a:t>before</a:t>
            </a: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Type </a:t>
            </a:r>
            <a:r>
              <a:rPr lang="fr-FR" b="1" dirty="0" err="1">
                <a:latin typeface="Consolas" panose="020B0609020204030204" pitchFamily="49" charset="0"/>
              </a:rPr>
              <a:t>pulumi</a:t>
            </a:r>
            <a:r>
              <a:rPr lang="fr-FR" b="1" dirty="0">
                <a:latin typeface="Consolas" panose="020B0609020204030204" pitchFamily="49" charset="0"/>
              </a:rPr>
              <a:t> </a:t>
            </a:r>
            <a:r>
              <a:rPr lang="fr-FR" b="1" dirty="0" err="1">
                <a:latin typeface="Consolas" panose="020B0609020204030204" pitchFamily="49" charset="0"/>
              </a:rPr>
              <a:t>preview</a:t>
            </a:r>
            <a:r>
              <a:rPr lang="fr-FR" b="1" dirty="0">
                <a:latin typeface="Consolas" panose="020B0609020204030204" pitchFamily="49" charset="0"/>
              </a:rPr>
              <a:t> </a:t>
            </a:r>
            <a:r>
              <a:rPr lang="fr-FR" dirty="0"/>
              <a:t>to check</a:t>
            </a:r>
          </a:p>
          <a:p>
            <a:pPr>
              <a:lnSpc>
                <a:spcPct val="150000"/>
              </a:lnSpc>
            </a:pPr>
            <a:r>
              <a:rPr lang="fr-FR" dirty="0"/>
              <a:t>commit &amp; </a:t>
            </a:r>
            <a:r>
              <a:rPr lang="fr-FR" dirty="0" err="1"/>
              <a:t>then</a:t>
            </a:r>
            <a:r>
              <a:rPr lang="fr-FR" dirty="0"/>
              <a:t> </a:t>
            </a:r>
            <a:r>
              <a:rPr lang="fr-FR" dirty="0" err="1"/>
              <a:t>apply</a:t>
            </a:r>
            <a:r>
              <a:rPr lang="fr-FR" dirty="0"/>
              <a:t> the change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b="1" dirty="0" err="1">
                <a:latin typeface="Consolas" panose="020B0609020204030204" pitchFamily="49" charset="0"/>
              </a:rPr>
              <a:t>pulumi</a:t>
            </a:r>
            <a:r>
              <a:rPr lang="fr-FR" b="1" dirty="0">
                <a:latin typeface="Consolas" panose="020B0609020204030204" pitchFamily="49" charset="0"/>
              </a:rPr>
              <a:t> up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2739CF6-3AC3-4A9F-7ED4-ADD435F38C6B}"/>
              </a:ext>
            </a:extLst>
          </p:cNvPr>
          <p:cNvSpPr txBox="1"/>
          <p:nvPr/>
        </p:nvSpPr>
        <p:spPr>
          <a:xfrm>
            <a:off x="999065" y="6357035"/>
            <a:ext cx="958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https://www.pulumi.com/registry/packages/oci/api-docs/core/vcn</a:t>
            </a:r>
          </a:p>
        </p:txBody>
      </p:sp>
    </p:spTree>
    <p:extLst>
      <p:ext uri="{BB962C8B-B14F-4D97-AF65-F5344CB8AC3E}">
        <p14:creationId xmlns:p14="http://schemas.microsoft.com/office/powerpoint/2010/main" val="1916568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A410C-B6A1-A384-F593-E6C052F63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9C8046-E823-C298-7AC6-3AA85FCFC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Observe the network graph</a:t>
            </a:r>
            <a:endParaRPr lang="en-GB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EAF02B73-2CA0-480B-AF5C-BD5693968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066801"/>
            <a:ext cx="10131425" cy="4724399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fr-FR" dirty="0" err="1"/>
              <a:t>From</a:t>
            </a:r>
            <a:r>
              <a:rPr lang="fr-FR" dirty="0"/>
              <a:t> the hamburger menu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select Networking / Network </a:t>
            </a:r>
            <a:r>
              <a:rPr lang="fr-FR" dirty="0" err="1"/>
              <a:t>vizualizer</a:t>
            </a:r>
            <a:endParaRPr lang="fr-FR" dirty="0"/>
          </a:p>
          <a:p>
            <a:pPr lvl="1">
              <a:lnSpc>
                <a:spcPct val="150000"/>
              </a:lnSpc>
            </a:pP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Let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cook</a:t>
            </a:r>
            <a:endParaRPr lang="fr-FR" dirty="0"/>
          </a:p>
          <a:p>
            <a:pPr>
              <a:lnSpc>
                <a:spcPct val="150000"/>
              </a:lnSpc>
            </a:pP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Observe the </a:t>
            </a:r>
            <a:r>
              <a:rPr lang="fr-FR" dirty="0" err="1"/>
              <a:t>topology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the VCN &amp; Internet Gateway</a:t>
            </a:r>
          </a:p>
          <a:p>
            <a:pPr lvl="1"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02262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737B3D09BE24CA6704E1731033FD6" ma:contentTypeVersion="3" ma:contentTypeDescription="Crée un document." ma:contentTypeScope="" ma:versionID="b5c46fb8abb7cd7b45c605fc29fc369a">
  <xsd:schema xmlns:xsd="http://www.w3.org/2001/XMLSchema" xmlns:xs="http://www.w3.org/2001/XMLSchema" xmlns:p="http://schemas.microsoft.com/office/2006/metadata/properties" xmlns:ns2="859ef32d-54dd-4f3d-88f4-5252b60136fa" targetNamespace="http://schemas.microsoft.com/office/2006/metadata/properties" ma:root="true" ma:fieldsID="f8ae823866e9695407dc4c2ef66278e2" ns2:_="">
    <xsd:import namespace="859ef32d-54dd-4f3d-88f4-5252b60136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9ef32d-54dd-4f3d-88f4-5252b60136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712DCCE-3E49-4233-A17D-698880E0FE2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CABE38-29FB-4F79-9C60-5DFC98D6F98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3CDB0B2-2764-4033-B3C3-B675F45D8E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9ef32d-54dd-4f3d-88f4-5252b60136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3079</TotalTime>
  <Words>249</Words>
  <Application>Microsoft Office PowerPoint</Application>
  <PresentationFormat>Grand écran</PresentationFormat>
  <Paragraphs>54</Paragraphs>
  <Slides>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Consolas</vt:lpstr>
      <vt:lpstr>Celestial</vt:lpstr>
      <vt:lpstr>Cloud Engineering</vt:lpstr>
      <vt:lpstr>Overview</vt:lpstr>
      <vt:lpstr>Create A new VCN</vt:lpstr>
      <vt:lpstr>Create A Subnet &amp; A VM inside</vt:lpstr>
      <vt:lpstr>Add an internet gateway to the the new VCN</vt:lpstr>
      <vt:lpstr>Create A new VCN as code</vt:lpstr>
      <vt:lpstr>Observe the network graph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</dc:title>
  <dc:creator>Georges MATHIO</dc:creator>
  <cp:lastModifiedBy>Georges MATHIO</cp:lastModifiedBy>
  <cp:revision>28</cp:revision>
  <dcterms:created xsi:type="dcterms:W3CDTF">2023-10-26T12:54:23Z</dcterms:created>
  <dcterms:modified xsi:type="dcterms:W3CDTF">2024-12-12T07:44:27Z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0x010100752737B3D09BE24CA6704E1731033FD6</vt:lpwstr>
  </property>
  <property fmtid="{D5CDD505-2E9C-101B-9397-08002B2CF9AE}" pid="3" name="Order">
    <vt:r8>26200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</Properties>
</file>