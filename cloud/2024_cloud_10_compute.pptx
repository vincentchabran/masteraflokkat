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56" r:id="rId5"/>
    <p:sldId id="261" r:id="rId6"/>
    <p:sldId id="285" r:id="rId7"/>
    <p:sldId id="258" r:id="rId8"/>
    <p:sldId id="288" r:id="rId9"/>
    <p:sldId id="259" r:id="rId10"/>
    <p:sldId id="263" r:id="rId11"/>
    <p:sldId id="260" r:id="rId12"/>
    <p:sldId id="289" r:id="rId13"/>
    <p:sldId id="264" r:id="rId14"/>
    <p:sldId id="276" r:id="rId15"/>
    <p:sldId id="274" r:id="rId16"/>
    <p:sldId id="267" r:id="rId17"/>
    <p:sldId id="271" r:id="rId18"/>
    <p:sldId id="266" r:id="rId19"/>
    <p:sldId id="272" r:id="rId20"/>
    <p:sldId id="273" r:id="rId21"/>
    <p:sldId id="290" r:id="rId22"/>
    <p:sldId id="275" r:id="rId23"/>
    <p:sldId id="283" r:id="rId24"/>
    <p:sldId id="265" r:id="rId25"/>
    <p:sldId id="280" r:id="rId26"/>
    <p:sldId id="262" r:id="rId27"/>
    <p:sldId id="281" r:id="rId28"/>
    <p:sldId id="284" r:id="rId29"/>
    <p:sldId id="282" r:id="rId30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5247"/>
    <a:srgbClr val="9E7739"/>
    <a:srgbClr val="90BA4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5A1F21-2B89-41D3-B76A-30465AF06530}" v="628" dt="2024-12-11T07:56:32.1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6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1-06T10:26:22.863" v="3928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</pc:sldChg>
      <pc:sldMasterChg chg="addSp delSp modSp mod">
        <pc:chgData name="Georges MATHIO" userId="1057b68d-d9cf-4cd5-bc4c-3fe68ec33e97" providerId="ADAL" clId="{6896E697-4535-4548-B5BB-7BF60D63B382}" dt="2023-11-06T10:26:22.863" v="3928"/>
        <pc:sldMasterMkLst>
          <pc:docMk/>
          <pc:sldMasterMk cId="0" sldId="2147483669"/>
        </pc:sldMasterMkLst>
      </pc:sldMasterChg>
    </pc:docChg>
  </pc:docChgLst>
  <pc:docChgLst>
    <pc:chgData name="Georges MATHIO" userId="1057b68d-d9cf-4cd5-bc4c-3fe68ec33e97" providerId="ADAL" clId="{8BCAAD47-39EC-4A39-A166-8E9777C12AD5}"/>
    <pc:docChg chg="modSld">
      <pc:chgData name="Georges MATHIO" userId="1057b68d-d9cf-4cd5-bc4c-3fe68ec33e97" providerId="ADAL" clId="{8BCAAD47-39EC-4A39-A166-8E9777C12AD5}" dt="2024-07-21T21:01:57.905" v="2" actId="20577"/>
      <pc:docMkLst>
        <pc:docMk/>
      </pc:docMkLst>
      <pc:sldChg chg="modSp mod">
        <pc:chgData name="Georges MATHIO" userId="1057b68d-d9cf-4cd5-bc4c-3fe68ec33e97" providerId="ADAL" clId="{8BCAAD47-39EC-4A39-A166-8E9777C12AD5}" dt="2024-07-21T21:01:45.889" v="0" actId="6549"/>
        <pc:sldMkLst>
          <pc:docMk/>
          <pc:sldMk cId="1554076419" sldId="258"/>
        </pc:sldMkLst>
      </pc:sldChg>
      <pc:sldChg chg="modSp mod">
        <pc:chgData name="Georges MATHIO" userId="1057b68d-d9cf-4cd5-bc4c-3fe68ec33e97" providerId="ADAL" clId="{8BCAAD47-39EC-4A39-A166-8E9777C12AD5}" dt="2024-07-21T21:01:57.905" v="2" actId="20577"/>
        <pc:sldMkLst>
          <pc:docMk/>
          <pc:sldMk cId="319033476" sldId="260"/>
        </pc:sldMkLst>
      </pc:sldChg>
    </pc:docChg>
  </pc:docChgLst>
  <pc:docChgLst>
    <pc:chgData name="Georges MATHIO" userId="S::georges.mathio@estia.fr::1057b68d-d9cf-4cd5-bc4c-3fe68ec33e97" providerId="AD" clId="Web-{36ED8768-8026-1B55-FA1B-B63F3BAF7377}"/>
    <pc:docChg chg="modSld">
      <pc:chgData name="Georges MATHIO" userId="S::georges.mathio@estia.fr::1057b68d-d9cf-4cd5-bc4c-3fe68ec33e97" providerId="AD" clId="Web-{36ED8768-8026-1B55-FA1B-B63F3BAF7377}" dt="2023-11-27T16:15:30.705" v="2" actId="20577"/>
      <pc:docMkLst>
        <pc:docMk/>
      </pc:docMkLst>
      <pc:sldChg chg="modSp">
        <pc:chgData name="Georges MATHIO" userId="S::georges.mathio@estia.fr::1057b68d-d9cf-4cd5-bc4c-3fe68ec33e97" providerId="AD" clId="Web-{36ED8768-8026-1B55-FA1B-B63F3BAF7377}" dt="2023-11-27T16:15:30.705" v="2" actId="20577"/>
        <pc:sldMkLst>
          <pc:docMk/>
          <pc:sldMk cId="2482283123" sldId="259"/>
        </pc:sldMkLst>
      </pc:sldChg>
    </pc:docChg>
  </pc:docChgLst>
  <pc:docChgLst>
    <pc:chgData name="Georges MATHIO" userId="1057b68d-d9cf-4cd5-bc4c-3fe68ec33e97" providerId="ADAL" clId="{424CC4A3-94C0-43E4-A801-8F92997663E9}"/>
    <pc:docChg chg="undo redo custSel addSld delSld modSld modMainMaster">
      <pc:chgData name="Georges MATHIO" userId="1057b68d-d9cf-4cd5-bc4c-3fe68ec33e97" providerId="ADAL" clId="{424CC4A3-94C0-43E4-A801-8F92997663E9}" dt="2024-08-27T07:03:38.654" v="2504" actId="20577"/>
      <pc:docMkLst>
        <pc:docMk/>
      </pc:docMkLst>
      <pc:sldChg chg="modSp mod">
        <pc:chgData name="Georges MATHIO" userId="1057b68d-d9cf-4cd5-bc4c-3fe68ec33e97" providerId="ADAL" clId="{424CC4A3-94C0-43E4-A801-8F92997663E9}" dt="2024-08-23T08:57:08.107" v="241" actId="14100"/>
        <pc:sldMkLst>
          <pc:docMk/>
          <pc:sldMk cId="2526593619" sldId="256"/>
        </pc:sldMkLst>
      </pc:sldChg>
      <pc:sldChg chg="addSp delSp modSp mod">
        <pc:chgData name="Georges MATHIO" userId="1057b68d-d9cf-4cd5-bc4c-3fe68ec33e97" providerId="ADAL" clId="{424CC4A3-94C0-43E4-A801-8F92997663E9}" dt="2024-08-26T14:55:14.249" v="1701" actId="20577"/>
        <pc:sldMkLst>
          <pc:docMk/>
          <pc:sldMk cId="1554076419" sldId="258"/>
        </pc:sldMkLst>
      </pc:sldChg>
      <pc:sldChg chg="modSp add mod">
        <pc:chgData name="Georges MATHIO" userId="1057b68d-d9cf-4cd5-bc4c-3fe68ec33e97" providerId="ADAL" clId="{424CC4A3-94C0-43E4-A801-8F92997663E9}" dt="2024-08-26T13:28:11.160" v="288" actId="20577"/>
        <pc:sldMkLst>
          <pc:docMk/>
          <pc:sldMk cId="698645210" sldId="259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2482283123" sldId="259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19033476" sldId="260"/>
        </pc:sldMkLst>
      </pc:sldChg>
      <pc:sldChg chg="add del">
        <pc:chgData name="Georges MATHIO" userId="1057b68d-d9cf-4cd5-bc4c-3fe68ec33e97" providerId="ADAL" clId="{424CC4A3-94C0-43E4-A801-8F92997663E9}" dt="2024-08-26T13:28:20.346" v="290"/>
        <pc:sldMkLst>
          <pc:docMk/>
          <pc:sldMk cId="1988650519" sldId="260"/>
        </pc:sldMkLst>
      </pc:sldChg>
      <pc:sldChg chg="addSp modSp add mod">
        <pc:chgData name="Georges MATHIO" userId="1057b68d-d9cf-4cd5-bc4c-3fe68ec33e97" providerId="ADAL" clId="{424CC4A3-94C0-43E4-A801-8F92997663E9}" dt="2024-08-26T14:43:27.977" v="1001" actId="404"/>
        <pc:sldMkLst>
          <pc:docMk/>
          <pc:sldMk cId="2019018920" sldId="260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018468898" sldId="261"/>
        </pc:sldMkLst>
      </pc:sldChg>
      <pc:sldChg chg="modSp add mod">
        <pc:chgData name="Georges MATHIO" userId="1057b68d-d9cf-4cd5-bc4c-3fe68ec33e97" providerId="ADAL" clId="{424CC4A3-94C0-43E4-A801-8F92997663E9}" dt="2024-08-26T14:45:53.593" v="1249" actId="20577"/>
        <pc:sldMkLst>
          <pc:docMk/>
          <pc:sldMk cId="4161449416" sldId="261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40622423" sldId="262"/>
        </pc:sldMkLst>
      </pc:sldChg>
      <pc:sldChg chg="modSp add mod">
        <pc:chgData name="Georges MATHIO" userId="1057b68d-d9cf-4cd5-bc4c-3fe68ec33e97" providerId="ADAL" clId="{424CC4A3-94C0-43E4-A801-8F92997663E9}" dt="2024-08-26T14:49:38.158" v="1525" actId="20577"/>
        <pc:sldMkLst>
          <pc:docMk/>
          <pc:sldMk cId="3587356529" sldId="262"/>
        </pc:sldMkLst>
      </pc:sldChg>
      <pc:sldChg chg="modSp add mod">
        <pc:chgData name="Georges MATHIO" userId="1057b68d-d9cf-4cd5-bc4c-3fe68ec33e97" providerId="ADAL" clId="{424CC4A3-94C0-43E4-A801-8F92997663E9}" dt="2024-08-26T14:57:04.050" v="1875" actId="20577"/>
        <pc:sldMkLst>
          <pc:docMk/>
          <pc:sldMk cId="631768457" sldId="263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55700223" sldId="263"/>
        </pc:sldMkLst>
      </pc:sldChg>
      <pc:sldChg chg="modSp new mod">
        <pc:chgData name="Georges MATHIO" userId="1057b68d-d9cf-4cd5-bc4c-3fe68ec33e97" providerId="ADAL" clId="{424CC4A3-94C0-43E4-A801-8F92997663E9}" dt="2024-08-26T15:03:26.142" v="1990" actId="20577"/>
        <pc:sldMkLst>
          <pc:docMk/>
          <pc:sldMk cId="3585669407" sldId="264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4167943880" sldId="264"/>
        </pc:sldMkLst>
      </pc:sldChg>
      <pc:sldChg chg="modSp add mod">
        <pc:chgData name="Georges MATHIO" userId="1057b68d-d9cf-4cd5-bc4c-3fe68ec33e97" providerId="ADAL" clId="{424CC4A3-94C0-43E4-A801-8F92997663E9}" dt="2024-08-26T15:11:40.995" v="2295" actId="5793"/>
        <pc:sldMkLst>
          <pc:docMk/>
          <pc:sldMk cId="2440634833" sldId="265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870140485" sldId="265"/>
        </pc:sldMkLst>
      </pc:sldChg>
      <pc:sldChg chg="modSp new mod">
        <pc:chgData name="Georges MATHIO" userId="1057b68d-d9cf-4cd5-bc4c-3fe68ec33e97" providerId="ADAL" clId="{424CC4A3-94C0-43E4-A801-8F92997663E9}" dt="2024-08-26T15:12:55.657" v="2414" actId="20577"/>
        <pc:sldMkLst>
          <pc:docMk/>
          <pc:sldMk cId="1447089258" sldId="266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87403360" sldId="266"/>
        </pc:sldMkLst>
      </pc:sldChg>
      <pc:sldChg chg="modSp new mod">
        <pc:chgData name="Georges MATHIO" userId="1057b68d-d9cf-4cd5-bc4c-3fe68ec33e97" providerId="ADAL" clId="{424CC4A3-94C0-43E4-A801-8F92997663E9}" dt="2024-08-27T07:03:38.654" v="2504" actId="20577"/>
        <pc:sldMkLst>
          <pc:docMk/>
          <pc:sldMk cId="3988114519" sldId="267"/>
        </pc:sldMkLst>
      </pc:sldChg>
      <pc:sldMasterChg chg="addSp delSp modSp mod modSldLayout">
        <pc:chgData name="Georges MATHIO" userId="1057b68d-d9cf-4cd5-bc4c-3fe68ec33e97" providerId="ADAL" clId="{424CC4A3-94C0-43E4-A801-8F92997663E9}" dt="2024-08-23T08:56:45.269" v="239"/>
        <pc:sldMasterMkLst>
          <pc:docMk/>
          <pc:sldMasterMk cId="0" sldId="2147483648"/>
        </pc:sldMasterMkLst>
        <pc:sldLayoutChg chg="addSp delSp modSp mod">
          <pc:chgData name="Georges MATHIO" userId="1057b68d-d9cf-4cd5-bc4c-3fe68ec33e97" providerId="ADAL" clId="{424CC4A3-94C0-43E4-A801-8F92997663E9}" dt="2024-08-23T08:56:34.014" v="236" actId="478"/>
          <pc:sldLayoutMkLst>
            <pc:docMk/>
            <pc:sldMasterMk cId="0" sldId="2147483648"/>
            <pc:sldLayoutMk cId="0" sldId="2147483649"/>
          </pc:sldLayoutMkLst>
        </pc:sldLayoutChg>
        <pc:sldLayoutChg chg="addSp delSp modSp mod">
          <pc:chgData name="Georges MATHIO" userId="1057b68d-d9cf-4cd5-bc4c-3fe68ec33e97" providerId="ADAL" clId="{424CC4A3-94C0-43E4-A801-8F92997663E9}" dt="2024-08-23T08:56:45.269" v="239"/>
          <pc:sldLayoutMkLst>
            <pc:docMk/>
            <pc:sldMasterMk cId="0" sldId="2147483648"/>
            <pc:sldLayoutMk cId="0" sldId="2147483650"/>
          </pc:sldLayoutMkLst>
        </pc:sldLayoutChg>
        <pc:sldLayoutChg chg="addSp delSp modSp mod">
          <pc:chgData name="Georges MATHIO" userId="1057b68d-d9cf-4cd5-bc4c-3fe68ec33e97" providerId="ADAL" clId="{424CC4A3-94C0-43E4-A801-8F92997663E9}" dt="2024-08-23T08:56:42.345" v="238" actId="16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1057b68d-d9cf-4cd5-bc4c-3fe68ec33e97" providerId="ADAL" clId="{82C5487D-F4FA-479C-805C-E057908A5989}"/>
    <pc:docChg chg="undo redo custSel addSld delSld modSld sldOrd modMainMaster">
      <pc:chgData name="Georges MATHIO" userId="1057b68d-d9cf-4cd5-bc4c-3fe68ec33e97" providerId="ADAL" clId="{82C5487D-F4FA-479C-805C-E057908A5989}" dt="2024-09-23T15:06:58.848" v="5408" actId="47"/>
      <pc:docMkLst>
        <pc:docMk/>
      </pc:docMkLst>
      <pc:sldChg chg="addSp modSp mod">
        <pc:chgData name="Georges MATHIO" userId="1057b68d-d9cf-4cd5-bc4c-3fe68ec33e97" providerId="ADAL" clId="{82C5487D-F4FA-479C-805C-E057908A5989}" dt="2024-09-17T07:27:32.937" v="1598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82C5487D-F4FA-479C-805C-E057908A5989}" dt="2024-09-17T07:27:32.937" v="1598" actId="20577"/>
          <ac:spMkLst>
            <pc:docMk/>
            <pc:sldMk cId="2526593619" sldId="256"/>
            <ac:spMk id="3" creationId="{00000000-0000-0000-0000-000000000000}"/>
          </ac:spMkLst>
        </pc:spChg>
      </pc:sldChg>
      <pc:sldChg chg="addSp modSp mod">
        <pc:chgData name="Georges MATHIO" userId="1057b68d-d9cf-4cd5-bc4c-3fe68ec33e97" providerId="ADAL" clId="{82C5487D-F4FA-479C-805C-E057908A5989}" dt="2024-09-10T14:37:05.319" v="1026" actId="20577"/>
        <pc:sldMkLst>
          <pc:docMk/>
          <pc:sldMk cId="1554076419" sldId="258"/>
        </pc:sldMkLst>
      </pc:sldChg>
      <pc:sldChg chg="addSp delSp modSp new mod modAnim">
        <pc:chgData name="Georges MATHIO" userId="1057b68d-d9cf-4cd5-bc4c-3fe68ec33e97" providerId="ADAL" clId="{82C5487D-F4FA-479C-805C-E057908A5989}" dt="2024-09-17T09:08:53.903" v="3065" actId="14100"/>
        <pc:sldMkLst>
          <pc:docMk/>
          <pc:sldMk cId="226811849" sldId="259"/>
        </pc:sldMkLst>
        <pc:spChg chg="add mod">
          <ac:chgData name="Georges MATHIO" userId="1057b68d-d9cf-4cd5-bc4c-3fe68ec33e97" providerId="ADAL" clId="{82C5487D-F4FA-479C-805C-E057908A5989}" dt="2024-09-17T07:36:06.458" v="1697" actId="1035"/>
          <ac:spMkLst>
            <pc:docMk/>
            <pc:sldMk cId="226811849" sldId="259"/>
            <ac:spMk id="4" creationId="{6E13AE0A-54BA-E302-9610-D35C7B750FA2}"/>
          </ac:spMkLst>
        </pc:spChg>
        <pc:picChg chg="add mod">
          <ac:chgData name="Georges MATHIO" userId="1057b68d-d9cf-4cd5-bc4c-3fe68ec33e97" providerId="ADAL" clId="{82C5487D-F4FA-479C-805C-E057908A5989}" dt="2024-09-17T09:08:28.634" v="3062" actId="14100"/>
          <ac:picMkLst>
            <pc:docMk/>
            <pc:sldMk cId="226811849" sldId="259"/>
            <ac:picMk id="6" creationId="{9509DC00-0B6A-7E04-A96C-BBC9B12F765A}"/>
          </ac:picMkLst>
        </pc:picChg>
        <pc:picChg chg="add mod">
          <ac:chgData name="Georges MATHIO" userId="1057b68d-d9cf-4cd5-bc4c-3fe68ec33e97" providerId="ADAL" clId="{82C5487D-F4FA-479C-805C-E057908A5989}" dt="2024-09-17T09:08:53.903" v="3065" actId="14100"/>
          <ac:picMkLst>
            <pc:docMk/>
            <pc:sldMk cId="226811849" sldId="259"/>
            <ac:picMk id="8" creationId="{2E8D30E9-B7F3-7460-5DA6-9678BA5D7DE5}"/>
          </ac:picMkLst>
        </pc:picChg>
      </pc:sldChg>
      <pc:sldChg chg="del">
        <pc:chgData name="Georges MATHIO" userId="1057b68d-d9cf-4cd5-bc4c-3fe68ec33e97" providerId="ADAL" clId="{82C5487D-F4FA-479C-805C-E057908A5989}" dt="2024-09-10T13:20:14.903" v="35" actId="47"/>
        <pc:sldMkLst>
          <pc:docMk/>
          <pc:sldMk cId="698645210" sldId="259"/>
        </pc:sldMkLst>
      </pc:sldChg>
      <pc:sldChg chg="del">
        <pc:chgData name="Georges MATHIO" userId="1057b68d-d9cf-4cd5-bc4c-3fe68ec33e97" providerId="ADAL" clId="{82C5487D-F4FA-479C-805C-E057908A5989}" dt="2024-09-10T13:20:16.297" v="36" actId="47"/>
        <pc:sldMkLst>
          <pc:docMk/>
          <pc:sldMk cId="2019018920" sldId="260"/>
        </pc:sldMkLst>
      </pc:sldChg>
      <pc:sldChg chg="addSp delSp modSp new mod ord">
        <pc:chgData name="Georges MATHIO" userId="1057b68d-d9cf-4cd5-bc4c-3fe68ec33e97" providerId="ADAL" clId="{82C5487D-F4FA-479C-805C-E057908A5989}" dt="2024-09-17T08:06:04.235" v="1974"/>
        <pc:sldMkLst>
          <pc:docMk/>
          <pc:sldMk cId="2559389067" sldId="260"/>
        </pc:sldMkLst>
        <pc:graphicFrameChg chg="add mod modGraphic">
          <ac:chgData name="Georges MATHIO" userId="1057b68d-d9cf-4cd5-bc4c-3fe68ec33e97" providerId="ADAL" clId="{82C5487D-F4FA-479C-805C-E057908A5989}" dt="2024-09-17T08:05:23.720" v="1972" actId="20577"/>
          <ac:graphicFrameMkLst>
            <pc:docMk/>
            <pc:sldMk cId="2559389067" sldId="260"/>
            <ac:graphicFrameMk id="9" creationId="{DDBF71B8-26D9-A5CE-E19A-FD16CFEA8844}"/>
          </ac:graphicFrameMkLst>
        </pc:graphicFrameChg>
      </pc:sldChg>
      <pc:sldChg chg="addSp delSp modSp add del mod ord delAnim modAnim">
        <pc:chgData name="Georges MATHIO" userId="1057b68d-d9cf-4cd5-bc4c-3fe68ec33e97" providerId="ADAL" clId="{82C5487D-F4FA-479C-805C-E057908A5989}" dt="2024-09-17T09:06:02.876" v="3053" actId="47"/>
        <pc:sldMkLst>
          <pc:docMk/>
          <pc:sldMk cId="1438521280" sldId="261"/>
        </pc:sldMkLst>
      </pc:sldChg>
      <pc:sldChg chg="del">
        <pc:chgData name="Georges MATHIO" userId="1057b68d-d9cf-4cd5-bc4c-3fe68ec33e97" providerId="ADAL" clId="{82C5487D-F4FA-479C-805C-E057908A5989}" dt="2024-09-10T13:20:16.647" v="37" actId="47"/>
        <pc:sldMkLst>
          <pc:docMk/>
          <pc:sldMk cId="4161449416" sldId="261"/>
        </pc:sldMkLst>
      </pc:sldChg>
      <pc:sldChg chg="addSp delSp modSp new mod ord">
        <pc:chgData name="Georges MATHIO" userId="1057b68d-d9cf-4cd5-bc4c-3fe68ec33e97" providerId="ADAL" clId="{82C5487D-F4FA-479C-805C-E057908A5989}" dt="2024-09-23T15:02:22.301" v="5275"/>
        <pc:sldMkLst>
          <pc:docMk/>
          <pc:sldMk cId="2390649631" sldId="262"/>
        </pc:sldMkLst>
        <pc:spChg chg="mod">
          <ac:chgData name="Georges MATHIO" userId="1057b68d-d9cf-4cd5-bc4c-3fe68ec33e97" providerId="ADAL" clId="{82C5487D-F4FA-479C-805C-E057908A5989}" dt="2024-09-23T14:41:15.692" v="4748" actId="20577"/>
          <ac:spMkLst>
            <pc:docMk/>
            <pc:sldMk cId="2390649631" sldId="262"/>
            <ac:spMk id="2" creationId="{3A83B63E-8695-A261-2D66-4BFE1CECFE25}"/>
          </ac:spMkLst>
        </pc:spChg>
        <pc:spChg chg="add mod">
          <ac:chgData name="Georges MATHIO" userId="1057b68d-d9cf-4cd5-bc4c-3fe68ec33e97" providerId="ADAL" clId="{82C5487D-F4FA-479C-805C-E057908A5989}" dt="2024-09-23T14:46:38.445" v="5103" actId="403"/>
          <ac:spMkLst>
            <pc:docMk/>
            <pc:sldMk cId="2390649631" sldId="262"/>
            <ac:spMk id="7" creationId="{F730F81E-FE15-036B-799E-4164065F9994}"/>
          </ac:spMkLst>
        </pc:spChg>
      </pc:sldChg>
      <pc:sldChg chg="del">
        <pc:chgData name="Georges MATHIO" userId="1057b68d-d9cf-4cd5-bc4c-3fe68ec33e97" providerId="ADAL" clId="{82C5487D-F4FA-479C-805C-E057908A5989}" dt="2024-09-10T13:20:16.849" v="38" actId="47"/>
        <pc:sldMkLst>
          <pc:docMk/>
          <pc:sldMk cId="3587356529" sldId="262"/>
        </pc:sldMkLst>
      </pc:sldChg>
      <pc:sldChg chg="del">
        <pc:chgData name="Georges MATHIO" userId="1057b68d-d9cf-4cd5-bc4c-3fe68ec33e97" providerId="ADAL" clId="{82C5487D-F4FA-479C-805C-E057908A5989}" dt="2024-09-10T13:20:17.030" v="39" actId="47"/>
        <pc:sldMkLst>
          <pc:docMk/>
          <pc:sldMk cId="631768457" sldId="263"/>
        </pc:sldMkLst>
      </pc:sldChg>
      <pc:sldChg chg="delSp modSp add mod delAnim">
        <pc:chgData name="Georges MATHIO" userId="1057b68d-d9cf-4cd5-bc4c-3fe68ec33e97" providerId="ADAL" clId="{82C5487D-F4FA-479C-805C-E057908A5989}" dt="2024-09-17T07:58:35.453" v="1811" actId="20577"/>
        <pc:sldMkLst>
          <pc:docMk/>
          <pc:sldMk cId="2462972198" sldId="263"/>
        </pc:sldMkLst>
        <pc:spChg chg="mod">
          <ac:chgData name="Georges MATHIO" userId="1057b68d-d9cf-4cd5-bc4c-3fe68ec33e97" providerId="ADAL" clId="{82C5487D-F4FA-479C-805C-E057908A5989}" dt="2024-09-17T07:35:29.456" v="1644"/>
          <ac:spMkLst>
            <pc:docMk/>
            <pc:sldMk cId="2462972198" sldId="263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17T07:58:35.453" v="1811" actId="20577"/>
          <ac:spMkLst>
            <pc:docMk/>
            <pc:sldMk cId="2462972198" sldId="263"/>
            <ac:spMk id="3" creationId="{A8A75CFA-E18C-7FAB-3081-C2C903E0054B}"/>
          </ac:spMkLst>
        </pc:spChg>
        <pc:spChg chg="mod">
          <ac:chgData name="Georges MATHIO" userId="1057b68d-d9cf-4cd5-bc4c-3fe68ec33e97" providerId="ADAL" clId="{82C5487D-F4FA-479C-805C-E057908A5989}" dt="2024-09-17T07:36:01.280" v="1686" actId="1035"/>
          <ac:spMkLst>
            <pc:docMk/>
            <pc:sldMk cId="2462972198" sldId="263"/>
            <ac:spMk id="4" creationId="{6E13AE0A-54BA-E302-9610-D35C7B750FA2}"/>
          </ac:spMkLst>
        </pc:spChg>
      </pc:sldChg>
      <pc:sldChg chg="addSp delSp modSp new mod ord">
        <pc:chgData name="Georges MATHIO" userId="1057b68d-d9cf-4cd5-bc4c-3fe68ec33e97" providerId="ADAL" clId="{82C5487D-F4FA-479C-805C-E057908A5989}" dt="2024-09-17T08:56:16.987" v="2709" actId="1076"/>
        <pc:sldMkLst>
          <pc:docMk/>
          <pc:sldMk cId="3235624482" sldId="264"/>
        </pc:sldMkLst>
        <pc:spChg chg="mod">
          <ac:chgData name="Georges MATHIO" userId="1057b68d-d9cf-4cd5-bc4c-3fe68ec33e97" providerId="ADAL" clId="{82C5487D-F4FA-479C-805C-E057908A5989}" dt="2024-09-17T08:20:42.761" v="2031" actId="14100"/>
          <ac:spMkLst>
            <pc:docMk/>
            <pc:sldMk cId="3235624482" sldId="264"/>
            <ac:spMk id="2" creationId="{CB737089-8812-04A5-7B93-1AB5EDC6C0EC}"/>
          </ac:spMkLst>
        </pc:spChg>
        <pc:spChg chg="add mod ord">
          <ac:chgData name="Georges MATHIO" userId="1057b68d-d9cf-4cd5-bc4c-3fe68ec33e97" providerId="ADAL" clId="{82C5487D-F4FA-479C-805C-E057908A5989}" dt="2024-09-17T08:28:20.554" v="2510" actId="1076"/>
          <ac:spMkLst>
            <pc:docMk/>
            <pc:sldMk cId="3235624482" sldId="264"/>
            <ac:spMk id="14" creationId="{18A743E6-2E5B-7BB2-938A-EADF43D9DA53}"/>
          </ac:spMkLst>
        </pc:spChg>
        <pc:spChg chg="add mod ord">
          <ac:chgData name="Georges MATHIO" userId="1057b68d-d9cf-4cd5-bc4c-3fe68ec33e97" providerId="ADAL" clId="{82C5487D-F4FA-479C-805C-E057908A5989}" dt="2024-09-17T08:29:14.763" v="2524" actId="14861"/>
          <ac:spMkLst>
            <pc:docMk/>
            <pc:sldMk cId="3235624482" sldId="264"/>
            <ac:spMk id="17" creationId="{08FBC12F-337E-E89E-55FA-399221144F12}"/>
          </ac:spMkLst>
        </pc:spChg>
        <pc:spChg chg="add mod ord">
          <ac:chgData name="Georges MATHIO" userId="1057b68d-d9cf-4cd5-bc4c-3fe68ec33e97" providerId="ADAL" clId="{82C5487D-F4FA-479C-805C-E057908A5989}" dt="2024-09-17T08:29:04.608" v="2522" actId="167"/>
          <ac:spMkLst>
            <pc:docMk/>
            <pc:sldMk cId="3235624482" sldId="264"/>
            <ac:spMk id="18" creationId="{776D6E20-3491-2DBC-081A-F6F4AA18D872}"/>
          </ac:spMkLst>
        </pc:spChg>
        <pc:spChg chg="add mod">
          <ac:chgData name="Georges MATHIO" userId="1057b68d-d9cf-4cd5-bc4c-3fe68ec33e97" providerId="ADAL" clId="{82C5487D-F4FA-479C-805C-E057908A5989}" dt="2024-09-17T08:56:16.987" v="2709" actId="1076"/>
          <ac:spMkLst>
            <pc:docMk/>
            <pc:sldMk cId="3235624482" sldId="264"/>
            <ac:spMk id="19" creationId="{FC05DE6C-0B46-E626-BF36-F3DE11496887}"/>
          </ac:spMkLst>
        </pc:spChg>
        <pc:spChg chg="add mod">
          <ac:chgData name="Georges MATHIO" userId="1057b68d-d9cf-4cd5-bc4c-3fe68ec33e97" providerId="ADAL" clId="{82C5487D-F4FA-479C-805C-E057908A5989}" dt="2024-09-17T08:56:09.665" v="2708" actId="20577"/>
          <ac:spMkLst>
            <pc:docMk/>
            <pc:sldMk cId="3235624482" sldId="264"/>
            <ac:spMk id="20" creationId="{364FFAB6-3B2B-94EE-7B53-08EA73C3479C}"/>
          </ac:spMkLst>
        </pc:spChg>
        <pc:spChg chg="add mod">
          <ac:chgData name="Georges MATHIO" userId="1057b68d-d9cf-4cd5-bc4c-3fe68ec33e97" providerId="ADAL" clId="{82C5487D-F4FA-479C-805C-E057908A5989}" dt="2024-09-17T08:56:00.712" v="2692"/>
          <ac:spMkLst>
            <pc:docMk/>
            <pc:sldMk cId="3235624482" sldId="264"/>
            <ac:spMk id="21" creationId="{0B1D064C-D614-8D39-D338-FF3DA04CEC49}"/>
          </ac:spMkLst>
        </pc:spChg>
        <pc:picChg chg="add mod">
          <ac:chgData name="Georges MATHIO" userId="1057b68d-d9cf-4cd5-bc4c-3fe68ec33e97" providerId="ADAL" clId="{82C5487D-F4FA-479C-805C-E057908A5989}" dt="2024-09-17T08:49:40.032" v="2593" actId="14861"/>
          <ac:picMkLst>
            <pc:docMk/>
            <pc:sldMk cId="3235624482" sldId="264"/>
            <ac:picMk id="11" creationId="{4C6F3A78-E144-15DD-B7FD-4BB3C5912799}"/>
          </ac:picMkLst>
        </pc:picChg>
        <pc:picChg chg="add mod">
          <ac:chgData name="Georges MATHIO" userId="1057b68d-d9cf-4cd5-bc4c-3fe68ec33e97" providerId="ADAL" clId="{82C5487D-F4FA-479C-805C-E057908A5989}" dt="2024-09-17T08:29:31.399" v="2545" actId="1035"/>
          <ac:picMkLst>
            <pc:docMk/>
            <pc:sldMk cId="3235624482" sldId="264"/>
            <ac:picMk id="13" creationId="{5DCACF9F-D521-647F-F91C-5CDCBB6CE316}"/>
          </ac:picMkLst>
        </pc:picChg>
        <pc:picChg chg="add mod">
          <ac:chgData name="Georges MATHIO" userId="1057b68d-d9cf-4cd5-bc4c-3fe68ec33e97" providerId="ADAL" clId="{82C5487D-F4FA-479C-805C-E057908A5989}" dt="2024-09-17T08:28:51.683" v="2516" actId="14100"/>
          <ac:picMkLst>
            <pc:docMk/>
            <pc:sldMk cId="3235624482" sldId="264"/>
            <ac:picMk id="16" creationId="{DCF59688-78C3-4A9D-07BC-80A8491DDC70}"/>
          </ac:picMkLst>
        </pc:picChg>
      </pc:sldChg>
      <pc:sldChg chg="del">
        <pc:chgData name="Georges MATHIO" userId="1057b68d-d9cf-4cd5-bc4c-3fe68ec33e97" providerId="ADAL" clId="{82C5487D-F4FA-479C-805C-E057908A5989}" dt="2024-09-10T13:20:17.203" v="40" actId="47"/>
        <pc:sldMkLst>
          <pc:docMk/>
          <pc:sldMk cId="3585669407" sldId="264"/>
        </pc:sldMkLst>
      </pc:sldChg>
      <pc:sldChg chg="del">
        <pc:chgData name="Georges MATHIO" userId="1057b68d-d9cf-4cd5-bc4c-3fe68ec33e97" providerId="ADAL" clId="{82C5487D-F4FA-479C-805C-E057908A5989}" dt="2024-09-10T13:20:17.382" v="41" actId="47"/>
        <pc:sldMkLst>
          <pc:docMk/>
          <pc:sldMk cId="2440634833" sldId="265"/>
        </pc:sldMkLst>
      </pc:sldChg>
      <pc:sldChg chg="modSp add mod ord">
        <pc:chgData name="Georges MATHIO" userId="1057b68d-d9cf-4cd5-bc4c-3fe68ec33e97" providerId="ADAL" clId="{82C5487D-F4FA-479C-805C-E057908A5989}" dt="2024-09-23T15:04:02.169" v="5362" actId="20577"/>
        <pc:sldMkLst>
          <pc:docMk/>
          <pc:sldMk cId="2843119897" sldId="265"/>
        </pc:sldMkLst>
        <pc:spChg chg="mod">
          <ac:chgData name="Georges MATHIO" userId="1057b68d-d9cf-4cd5-bc4c-3fe68ec33e97" providerId="ADAL" clId="{82C5487D-F4FA-479C-805C-E057908A5989}" dt="2024-09-23T14:13:04.905" v="3988" actId="20577"/>
          <ac:spMkLst>
            <pc:docMk/>
            <pc:sldMk cId="2843119897" sldId="265"/>
            <ac:spMk id="2" creationId="{CB737089-8812-04A5-7B93-1AB5EDC6C0EC}"/>
          </ac:spMkLst>
        </pc:spChg>
        <pc:spChg chg="mod">
          <ac:chgData name="Georges MATHIO" userId="1057b68d-d9cf-4cd5-bc4c-3fe68ec33e97" providerId="ADAL" clId="{82C5487D-F4FA-479C-805C-E057908A5989}" dt="2024-09-23T15:01:45.217" v="5255" actId="6549"/>
          <ac:spMkLst>
            <pc:docMk/>
            <pc:sldMk cId="2843119897" sldId="265"/>
            <ac:spMk id="19" creationId="{FC05DE6C-0B46-E626-BF36-F3DE11496887}"/>
          </ac:spMkLst>
        </pc:spChg>
        <pc:spChg chg="mod">
          <ac:chgData name="Georges MATHIO" userId="1057b68d-d9cf-4cd5-bc4c-3fe68ec33e97" providerId="ADAL" clId="{82C5487D-F4FA-479C-805C-E057908A5989}" dt="2024-09-23T15:03:58.675" v="5361" actId="6549"/>
          <ac:spMkLst>
            <pc:docMk/>
            <pc:sldMk cId="2843119897" sldId="265"/>
            <ac:spMk id="20" creationId="{364FFAB6-3B2B-94EE-7B53-08EA73C3479C}"/>
          </ac:spMkLst>
        </pc:spChg>
        <pc:spChg chg="mod">
          <ac:chgData name="Georges MATHIO" userId="1057b68d-d9cf-4cd5-bc4c-3fe68ec33e97" providerId="ADAL" clId="{82C5487D-F4FA-479C-805C-E057908A5989}" dt="2024-09-23T15:04:02.169" v="5362" actId="20577"/>
          <ac:spMkLst>
            <pc:docMk/>
            <pc:sldMk cId="2843119897" sldId="265"/>
            <ac:spMk id="21" creationId="{0B1D064C-D614-8D39-D338-FF3DA04CEC49}"/>
          </ac:spMkLst>
        </pc:spChg>
      </pc:sldChg>
      <pc:sldChg chg="del">
        <pc:chgData name="Georges MATHIO" userId="1057b68d-d9cf-4cd5-bc4c-3fe68ec33e97" providerId="ADAL" clId="{82C5487D-F4FA-479C-805C-E057908A5989}" dt="2024-09-10T13:20:17.567" v="42" actId="47"/>
        <pc:sldMkLst>
          <pc:docMk/>
          <pc:sldMk cId="1447089258" sldId="266"/>
        </pc:sldMkLst>
      </pc:sldChg>
      <pc:sldChg chg="modSp add mod">
        <pc:chgData name="Georges MATHIO" userId="1057b68d-d9cf-4cd5-bc4c-3fe68ec33e97" providerId="ADAL" clId="{82C5487D-F4FA-479C-805C-E057908A5989}" dt="2024-09-23T14:15:03.993" v="4013" actId="20577"/>
        <pc:sldMkLst>
          <pc:docMk/>
          <pc:sldMk cId="2284228860" sldId="266"/>
        </pc:sldMkLst>
        <pc:spChg chg="mod">
          <ac:chgData name="Georges MATHIO" userId="1057b68d-d9cf-4cd5-bc4c-3fe68ec33e97" providerId="ADAL" clId="{82C5487D-F4FA-479C-805C-E057908A5989}" dt="2024-09-23T14:15:03.993" v="4013" actId="20577"/>
          <ac:spMkLst>
            <pc:docMk/>
            <pc:sldMk cId="2284228860" sldId="266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17T09:12:50.368" v="3234" actId="20577"/>
          <ac:spMkLst>
            <pc:docMk/>
            <pc:sldMk cId="2284228860" sldId="266"/>
            <ac:spMk id="3" creationId="{A8A75CFA-E18C-7FAB-3081-C2C903E0054B}"/>
          </ac:spMkLst>
        </pc:spChg>
        <pc:picChg chg="mod">
          <ac:chgData name="Georges MATHIO" userId="1057b68d-d9cf-4cd5-bc4c-3fe68ec33e97" providerId="ADAL" clId="{82C5487D-F4FA-479C-805C-E057908A5989}" dt="2024-09-17T09:09:08.318" v="3068" actId="14100"/>
          <ac:picMkLst>
            <pc:docMk/>
            <pc:sldMk cId="2284228860" sldId="266"/>
            <ac:picMk id="6" creationId="{9509DC00-0B6A-7E04-A96C-BBC9B12F765A}"/>
          </ac:picMkLst>
        </pc:picChg>
        <pc:picChg chg="mod">
          <ac:chgData name="Georges MATHIO" userId="1057b68d-d9cf-4cd5-bc4c-3fe68ec33e97" providerId="ADAL" clId="{82C5487D-F4FA-479C-805C-E057908A5989}" dt="2024-09-17T09:09:18.611" v="3071" actId="14100"/>
          <ac:picMkLst>
            <pc:docMk/>
            <pc:sldMk cId="2284228860" sldId="266"/>
            <ac:picMk id="7" creationId="{FCB679A2-5E4F-7966-43BD-CF1E51893504}"/>
          </ac:picMkLst>
        </pc:picChg>
      </pc:sldChg>
      <pc:sldChg chg="add del">
        <pc:chgData name="Georges MATHIO" userId="1057b68d-d9cf-4cd5-bc4c-3fe68ec33e97" providerId="ADAL" clId="{82C5487D-F4FA-479C-805C-E057908A5989}" dt="2024-09-17T09:01:30.006" v="3007"/>
        <pc:sldMkLst>
          <pc:docMk/>
          <pc:sldMk cId="3457630585" sldId="266"/>
        </pc:sldMkLst>
      </pc:sldChg>
      <pc:sldChg chg="addSp modSp add mod">
        <pc:chgData name="Georges MATHIO" userId="1057b68d-d9cf-4cd5-bc4c-3fe68ec33e97" providerId="ADAL" clId="{82C5487D-F4FA-479C-805C-E057908A5989}" dt="2024-09-17T09:09:57.290" v="3074" actId="1076"/>
        <pc:sldMkLst>
          <pc:docMk/>
          <pc:sldMk cId="1104381753" sldId="267"/>
        </pc:sldMkLst>
        <pc:spChg chg="mod">
          <ac:chgData name="Georges MATHIO" userId="1057b68d-d9cf-4cd5-bc4c-3fe68ec33e97" providerId="ADAL" clId="{82C5487D-F4FA-479C-805C-E057908A5989}" dt="2024-09-17T09:05:53.079" v="3051" actId="14100"/>
          <ac:spMkLst>
            <pc:docMk/>
            <pc:sldMk cId="1104381753" sldId="267"/>
            <ac:spMk id="2" creationId="{8AE1D70E-C040-1542-B36E-7DDF82084F61}"/>
          </ac:spMkLst>
        </pc:spChg>
        <pc:spChg chg="mod">
          <ac:chgData name="Georges MATHIO" userId="1057b68d-d9cf-4cd5-bc4c-3fe68ec33e97" providerId="ADAL" clId="{82C5487D-F4FA-479C-805C-E057908A5989}" dt="2024-09-17T09:05:44.812" v="3050" actId="1076"/>
          <ac:spMkLst>
            <pc:docMk/>
            <pc:sldMk cId="1104381753" sldId="267"/>
            <ac:spMk id="3" creationId="{B5620FEA-FA3C-B3F6-C2FC-F9D51C3D46CB}"/>
          </ac:spMkLst>
        </pc:spChg>
        <pc:spChg chg="add mod">
          <ac:chgData name="Georges MATHIO" userId="1057b68d-d9cf-4cd5-bc4c-3fe68ec33e97" providerId="ADAL" clId="{82C5487D-F4FA-479C-805C-E057908A5989}" dt="2024-09-17T09:06:26" v="3056" actId="14100"/>
          <ac:spMkLst>
            <pc:docMk/>
            <pc:sldMk cId="1104381753" sldId="267"/>
            <ac:spMk id="4" creationId="{089C4E9D-634C-9062-D838-8016789FD6FB}"/>
          </ac:spMkLst>
        </pc:spChg>
        <pc:spChg chg="add mod">
          <ac:chgData name="Georges MATHIO" userId="1057b68d-d9cf-4cd5-bc4c-3fe68ec33e97" providerId="ADAL" clId="{82C5487D-F4FA-479C-805C-E057908A5989}" dt="2024-09-17T09:09:57.290" v="3074" actId="1076"/>
          <ac:spMkLst>
            <pc:docMk/>
            <pc:sldMk cId="1104381753" sldId="267"/>
            <ac:spMk id="7" creationId="{D113416F-82CC-2D57-D1DA-0756867D8554}"/>
          </ac:spMkLst>
        </pc:spChg>
        <pc:picChg chg="add mod">
          <ac:chgData name="Georges MATHIO" userId="1057b68d-d9cf-4cd5-bc4c-3fe68ec33e97" providerId="ADAL" clId="{82C5487D-F4FA-479C-805C-E057908A5989}" dt="2024-09-17T09:06:26" v="3056" actId="14100"/>
          <ac:picMkLst>
            <pc:docMk/>
            <pc:sldMk cId="1104381753" sldId="267"/>
            <ac:picMk id="6" creationId="{9A2A43BD-3538-AB7F-38C4-7F5BE6730D99}"/>
          </ac:picMkLst>
        </pc:picChg>
      </pc:sldChg>
      <pc:sldChg chg="del">
        <pc:chgData name="Georges MATHIO" userId="1057b68d-d9cf-4cd5-bc4c-3fe68ec33e97" providerId="ADAL" clId="{82C5487D-F4FA-479C-805C-E057908A5989}" dt="2024-09-10T13:20:18.549" v="43" actId="47"/>
        <pc:sldMkLst>
          <pc:docMk/>
          <pc:sldMk cId="3988114519" sldId="267"/>
        </pc:sldMkLst>
      </pc:sldChg>
      <pc:sldChg chg="addSp modSp add setBg">
        <pc:chgData name="Georges MATHIO" userId="1057b68d-d9cf-4cd5-bc4c-3fe68ec33e97" providerId="ADAL" clId="{82C5487D-F4FA-479C-805C-E057908A5989}" dt="2024-09-17T09:10:00.130" v="3075"/>
        <pc:sldMkLst>
          <pc:docMk/>
          <pc:sldMk cId="313480732" sldId="271"/>
        </pc:sldMkLst>
        <pc:spChg chg="add mod">
          <ac:chgData name="Georges MATHIO" userId="1057b68d-d9cf-4cd5-bc4c-3fe68ec33e97" providerId="ADAL" clId="{82C5487D-F4FA-479C-805C-E057908A5989}" dt="2024-09-17T09:06:30.777" v="3057"/>
          <ac:spMkLst>
            <pc:docMk/>
            <pc:sldMk cId="313480732" sldId="271"/>
            <ac:spMk id="3" creationId="{32D088E4-3A9F-CEFB-969E-F1A6DD238C2F}"/>
          </ac:spMkLst>
        </pc:spChg>
        <pc:spChg chg="add mod">
          <ac:chgData name="Georges MATHIO" userId="1057b68d-d9cf-4cd5-bc4c-3fe68ec33e97" providerId="ADAL" clId="{82C5487D-F4FA-479C-805C-E057908A5989}" dt="2024-09-17T09:10:00.130" v="3075"/>
          <ac:spMkLst>
            <pc:docMk/>
            <pc:sldMk cId="313480732" sldId="271"/>
            <ac:spMk id="6" creationId="{CAF4ADA7-4850-9713-2F8F-F82CE0FD74F0}"/>
          </ac:spMkLst>
        </pc:spChg>
        <pc:picChg chg="add mod">
          <ac:chgData name="Georges MATHIO" userId="1057b68d-d9cf-4cd5-bc4c-3fe68ec33e97" providerId="ADAL" clId="{82C5487D-F4FA-479C-805C-E057908A5989}" dt="2024-09-17T09:06:30.777" v="3057"/>
          <ac:picMkLst>
            <pc:docMk/>
            <pc:sldMk cId="313480732" sldId="271"/>
            <ac:picMk id="5" creationId="{119558D0-27D7-0D84-2FFD-693241084B08}"/>
          </ac:picMkLst>
        </pc:picChg>
      </pc:sldChg>
      <pc:sldChg chg="addSp delSp modSp new mod modAnim">
        <pc:chgData name="Georges MATHIO" userId="1057b68d-d9cf-4cd5-bc4c-3fe68ec33e97" providerId="ADAL" clId="{82C5487D-F4FA-479C-805C-E057908A5989}" dt="2024-09-23T14:38:57.835" v="4618" actId="1076"/>
        <pc:sldMkLst>
          <pc:docMk/>
          <pc:sldMk cId="3284553537" sldId="272"/>
        </pc:sldMkLst>
        <pc:spChg chg="add mod">
          <ac:chgData name="Georges MATHIO" userId="1057b68d-d9cf-4cd5-bc4c-3fe68ec33e97" providerId="ADAL" clId="{82C5487D-F4FA-479C-805C-E057908A5989}" dt="2024-09-17T09:13:21.880" v="3275" actId="20577"/>
          <ac:spMkLst>
            <pc:docMk/>
            <pc:sldMk cId="3284553537" sldId="272"/>
            <ac:spMk id="4" creationId="{5CE1FB7D-CCF0-5D12-682D-D7A6712F3ABE}"/>
          </ac:spMkLst>
        </pc:spChg>
        <pc:spChg chg="add mod">
          <ac:chgData name="Georges MATHIO" userId="1057b68d-d9cf-4cd5-bc4c-3fe68ec33e97" providerId="ADAL" clId="{82C5487D-F4FA-479C-805C-E057908A5989}" dt="2024-09-17T09:13:32.240" v="3299" actId="20577"/>
          <ac:spMkLst>
            <pc:docMk/>
            <pc:sldMk cId="3284553537" sldId="272"/>
            <ac:spMk id="5" creationId="{B5C9B273-D4B2-F320-AAAF-495D4135E644}"/>
          </ac:spMkLst>
        </pc:spChg>
        <pc:spChg chg="add mod">
          <ac:chgData name="Georges MATHIO" userId="1057b68d-d9cf-4cd5-bc4c-3fe68ec33e97" providerId="ADAL" clId="{82C5487D-F4FA-479C-805C-E057908A5989}" dt="2024-09-17T13:19:36.155" v="3446" actId="1076"/>
          <ac:spMkLst>
            <pc:docMk/>
            <pc:sldMk cId="3284553537" sldId="272"/>
            <ac:spMk id="6" creationId="{9E6598BB-4486-25BD-8F41-86C880BC6434}"/>
          </ac:spMkLst>
        </pc:spChg>
        <pc:spChg chg="add mod ord">
          <ac:chgData name="Georges MATHIO" userId="1057b68d-d9cf-4cd5-bc4c-3fe68ec33e97" providerId="ADAL" clId="{82C5487D-F4FA-479C-805C-E057908A5989}" dt="2024-09-17T13:54:15.495" v="3961" actId="20577"/>
          <ac:spMkLst>
            <pc:docMk/>
            <pc:sldMk cId="3284553537" sldId="272"/>
            <ac:spMk id="12" creationId="{0CC4A2EF-3019-580C-C1F6-3E98C5DC530C}"/>
          </ac:spMkLst>
        </pc:spChg>
        <pc:spChg chg="add mod ord">
          <ac:chgData name="Georges MATHIO" userId="1057b68d-d9cf-4cd5-bc4c-3fe68ec33e97" providerId="ADAL" clId="{82C5487D-F4FA-479C-805C-E057908A5989}" dt="2024-09-17T13:54:45.738" v="3972" actId="20577"/>
          <ac:spMkLst>
            <pc:docMk/>
            <pc:sldMk cId="3284553537" sldId="272"/>
            <ac:spMk id="18" creationId="{EBF717F5-AE9A-AFA6-EFAE-EB4B2BE8D2CB}"/>
          </ac:spMkLst>
        </pc:spChg>
        <pc:grpChg chg="add mod">
          <ac:chgData name="Georges MATHIO" userId="1057b68d-d9cf-4cd5-bc4c-3fe68ec33e97" providerId="ADAL" clId="{82C5487D-F4FA-479C-805C-E057908A5989}" dt="2024-09-17T13:26:41.323" v="3749" actId="1076"/>
          <ac:grpSpMkLst>
            <pc:docMk/>
            <pc:sldMk cId="3284553537" sldId="272"/>
            <ac:grpSpMk id="13" creationId="{CE94E23D-2A0A-8CC8-0C81-DFB1ED3F4433}"/>
          </ac:grpSpMkLst>
        </pc:grpChg>
        <pc:picChg chg="add mod">
          <ac:chgData name="Georges MATHIO" userId="1057b68d-d9cf-4cd5-bc4c-3fe68ec33e97" providerId="ADAL" clId="{82C5487D-F4FA-479C-805C-E057908A5989}" dt="2024-09-17T13:19:32.225" v="3445" actId="1076"/>
          <ac:picMkLst>
            <pc:docMk/>
            <pc:sldMk cId="3284553537" sldId="272"/>
            <ac:picMk id="7" creationId="{78826873-F077-2EF4-AF82-061ABC5B9BE5}"/>
          </ac:picMkLst>
        </pc:picChg>
        <pc:picChg chg="add mod modCrop">
          <ac:chgData name="Georges MATHIO" userId="1057b68d-d9cf-4cd5-bc4c-3fe68ec33e97" providerId="ADAL" clId="{82C5487D-F4FA-479C-805C-E057908A5989}" dt="2024-09-17T13:34:39.876" v="3906" actId="688"/>
          <ac:picMkLst>
            <pc:docMk/>
            <pc:sldMk cId="3284553537" sldId="272"/>
            <ac:picMk id="9" creationId="{3D1A6911-B183-BEBB-3B6C-4FCAF59758DD}"/>
          </ac:picMkLst>
        </pc:picChg>
        <pc:picChg chg="add mod modCrop">
          <ac:chgData name="Georges MATHIO" userId="1057b68d-d9cf-4cd5-bc4c-3fe68ec33e97" providerId="ADAL" clId="{82C5487D-F4FA-479C-805C-E057908A5989}" dt="2024-09-17T13:54:00.329" v="3957" actId="1076"/>
          <ac:picMkLst>
            <pc:docMk/>
            <pc:sldMk cId="3284553537" sldId="272"/>
            <ac:picMk id="17" creationId="{6FBA7079-628A-AA51-5E5E-9AE2CCC7EEF3}"/>
          </ac:picMkLst>
        </pc:picChg>
        <pc:picChg chg="add mod">
          <ac:chgData name="Georges MATHIO" userId="1057b68d-d9cf-4cd5-bc4c-3fe68ec33e97" providerId="ADAL" clId="{82C5487D-F4FA-479C-805C-E057908A5989}" dt="2024-09-17T13:53:57.561" v="3956" actId="1076"/>
          <ac:picMkLst>
            <pc:docMk/>
            <pc:sldMk cId="3284553537" sldId="272"/>
            <ac:picMk id="22" creationId="{C0692924-CE60-6F0C-7EAA-293DD9164A46}"/>
          </ac:picMkLst>
        </pc:picChg>
        <pc:picChg chg="add mod">
          <ac:chgData name="Georges MATHIO" userId="1057b68d-d9cf-4cd5-bc4c-3fe68ec33e97" providerId="ADAL" clId="{82C5487D-F4FA-479C-805C-E057908A5989}" dt="2024-09-17T13:50:55.499" v="3918" actId="14100"/>
          <ac:picMkLst>
            <pc:docMk/>
            <pc:sldMk cId="3284553537" sldId="272"/>
            <ac:picMk id="24" creationId="{0F130DEA-14B9-8D96-C66A-A341DF5A873D}"/>
          </ac:picMkLst>
        </pc:picChg>
        <pc:picChg chg="add mod">
          <ac:chgData name="Georges MATHIO" userId="1057b68d-d9cf-4cd5-bc4c-3fe68ec33e97" providerId="ADAL" clId="{82C5487D-F4FA-479C-805C-E057908A5989}" dt="2024-09-17T13:54:03.149" v="3958" actId="1076"/>
          <ac:picMkLst>
            <pc:docMk/>
            <pc:sldMk cId="3284553537" sldId="272"/>
            <ac:picMk id="37" creationId="{91F05E49-8EA3-E32D-6759-D1B5629AAE7A}"/>
          </ac:picMkLst>
        </pc:picChg>
        <pc:picChg chg="add mod">
          <ac:chgData name="Georges MATHIO" userId="1057b68d-d9cf-4cd5-bc4c-3fe68ec33e97" providerId="ADAL" clId="{82C5487D-F4FA-479C-805C-E057908A5989}" dt="2024-09-17T13:28:23.565" v="3845" actId="14100"/>
          <ac:picMkLst>
            <pc:docMk/>
            <pc:sldMk cId="3284553537" sldId="272"/>
            <ac:picMk id="1028" creationId="{19458559-5A03-E6C1-433C-9FF20E1E9E4D}"/>
          </ac:picMkLst>
        </pc:picChg>
        <pc:picChg chg="add mod">
          <ac:chgData name="Georges MATHIO" userId="1057b68d-d9cf-4cd5-bc4c-3fe68ec33e97" providerId="ADAL" clId="{82C5487D-F4FA-479C-805C-E057908A5989}" dt="2024-09-17T13:27:20.133" v="3790" actId="1076"/>
          <ac:picMkLst>
            <pc:docMk/>
            <pc:sldMk cId="3284553537" sldId="272"/>
            <ac:picMk id="1032" creationId="{1D60E3FB-44DB-7EF2-34CE-323EEA95B6D2}"/>
          </ac:picMkLst>
        </pc:picChg>
        <pc:picChg chg="add mod">
          <ac:chgData name="Georges MATHIO" userId="1057b68d-d9cf-4cd5-bc4c-3fe68ec33e97" providerId="ADAL" clId="{82C5487D-F4FA-479C-805C-E057908A5989}" dt="2024-09-23T14:38:57.835" v="4618" actId="1076"/>
          <ac:picMkLst>
            <pc:docMk/>
            <pc:sldMk cId="3284553537" sldId="272"/>
            <ac:picMk id="1038" creationId="{B1E46DD6-FA36-5519-5508-A456DD869862}"/>
          </ac:picMkLst>
        </pc:picChg>
        <pc:cxnChg chg="add mod">
          <ac:chgData name="Georges MATHIO" userId="1057b68d-d9cf-4cd5-bc4c-3fe68ec33e97" providerId="ADAL" clId="{82C5487D-F4FA-479C-805C-E057908A5989}" dt="2024-09-17T13:54:32.648" v="3964" actId="14100"/>
          <ac:cxnSpMkLst>
            <pc:docMk/>
            <pc:sldMk cId="3284553537" sldId="272"/>
            <ac:cxnSpMk id="26" creationId="{D7D211AA-5032-2C21-F4F3-9A6E7896E795}"/>
          </ac:cxnSpMkLst>
        </pc:cxnChg>
        <pc:cxnChg chg="add mod">
          <ac:chgData name="Georges MATHIO" userId="1057b68d-d9cf-4cd5-bc4c-3fe68ec33e97" providerId="ADAL" clId="{82C5487D-F4FA-479C-805C-E057908A5989}" dt="2024-09-17T13:54:26.684" v="3963" actId="14100"/>
          <ac:cxnSpMkLst>
            <pc:docMk/>
            <pc:sldMk cId="3284553537" sldId="272"/>
            <ac:cxnSpMk id="28" creationId="{4FF37A1A-BDE2-5A59-8078-0F0C77E5BC75}"/>
          </ac:cxnSpMkLst>
        </pc:cxnChg>
        <pc:cxnChg chg="add mod">
          <ac:chgData name="Georges MATHIO" userId="1057b68d-d9cf-4cd5-bc4c-3fe68ec33e97" providerId="ADAL" clId="{82C5487D-F4FA-479C-805C-E057908A5989}" dt="2024-09-17T13:54:22.110" v="3962" actId="14100"/>
          <ac:cxnSpMkLst>
            <pc:docMk/>
            <pc:sldMk cId="3284553537" sldId="272"/>
            <ac:cxnSpMk id="30" creationId="{3F97389E-21E8-F9B7-84D3-2260BA650E4C}"/>
          </ac:cxnSpMkLst>
        </pc:cxnChg>
      </pc:sldChg>
      <pc:sldChg chg="addSp delSp modSp add mod delAnim">
        <pc:chgData name="Georges MATHIO" userId="1057b68d-d9cf-4cd5-bc4c-3fe68ec33e97" providerId="ADAL" clId="{82C5487D-F4FA-479C-805C-E057908A5989}" dt="2024-09-23T14:39:36.284" v="4670" actId="20577"/>
        <pc:sldMkLst>
          <pc:docMk/>
          <pc:sldMk cId="3300471138" sldId="273"/>
        </pc:sldMkLst>
        <pc:spChg chg="mod">
          <ac:chgData name="Georges MATHIO" userId="1057b68d-d9cf-4cd5-bc4c-3fe68ec33e97" providerId="ADAL" clId="{82C5487D-F4FA-479C-805C-E057908A5989}" dt="2024-09-23T14:14:59.310" v="4011" actId="20577"/>
          <ac:spMkLst>
            <pc:docMk/>
            <pc:sldMk cId="3300471138" sldId="273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23T14:39:36.284" v="4670" actId="20577"/>
          <ac:spMkLst>
            <pc:docMk/>
            <pc:sldMk cId="3300471138" sldId="273"/>
            <ac:spMk id="3" creationId="{A8A75CFA-E18C-7FAB-3081-C2C903E0054B}"/>
          </ac:spMkLst>
        </pc:spChg>
        <pc:spChg chg="mod">
          <ac:chgData name="Georges MATHIO" userId="1057b68d-d9cf-4cd5-bc4c-3fe68ec33e97" providerId="ADAL" clId="{82C5487D-F4FA-479C-805C-E057908A5989}" dt="2024-09-23T14:18:50.748" v="4079" actId="20577"/>
          <ac:spMkLst>
            <pc:docMk/>
            <pc:sldMk cId="3300471138" sldId="273"/>
            <ac:spMk id="4" creationId="{6E13AE0A-54BA-E302-9610-D35C7B750FA2}"/>
          </ac:spMkLst>
        </pc:spChg>
        <pc:picChg chg="add mod">
          <ac:chgData name="Georges MATHIO" userId="1057b68d-d9cf-4cd5-bc4c-3fe68ec33e97" providerId="ADAL" clId="{82C5487D-F4FA-479C-805C-E057908A5989}" dt="2024-09-23T14:19:34.786" v="4089" actId="1440"/>
          <ac:picMkLst>
            <pc:docMk/>
            <pc:sldMk cId="3300471138" sldId="273"/>
            <ac:picMk id="14" creationId="{A0470E6D-8EAD-B63F-49E9-512A2FBBDC0E}"/>
          </ac:picMkLst>
        </pc:picChg>
      </pc:sldChg>
      <pc:sldChg chg="addSp delSp modSp new mod setBg setClrOvrMap">
        <pc:chgData name="Georges MATHIO" userId="1057b68d-d9cf-4cd5-bc4c-3fe68ec33e97" providerId="ADAL" clId="{82C5487D-F4FA-479C-805C-E057908A5989}" dt="2024-09-23T14:17:41.141" v="4063" actId="403"/>
        <pc:sldMkLst>
          <pc:docMk/>
          <pc:sldMk cId="4205069961" sldId="274"/>
        </pc:sldMkLst>
        <pc:spChg chg="mod">
          <ac:chgData name="Georges MATHIO" userId="1057b68d-d9cf-4cd5-bc4c-3fe68ec33e97" providerId="ADAL" clId="{82C5487D-F4FA-479C-805C-E057908A5989}" dt="2024-09-23T14:17:41.141" v="4063" actId="403"/>
          <ac:spMkLst>
            <pc:docMk/>
            <pc:sldMk cId="4205069961" sldId="274"/>
            <ac:spMk id="2" creationId="{18B86DF7-7DA9-32A0-F92E-11F46962454E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4" creationId="{1F94DC1C-47D1-41D7-8B1B-9A036D614027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6" creationId="{AC12A592-C02D-46EF-8E1F-9335DB8D71DF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7" creationId="{24005816-5BCA-4665-8A58-5580F8E9C84A}"/>
          </ac:spMkLst>
        </pc:spChg>
        <pc:grpChg chg="add">
          <ac:chgData name="Georges MATHIO" userId="1057b68d-d9cf-4cd5-bc4c-3fe68ec33e97" providerId="ADAL" clId="{82C5487D-F4FA-479C-805C-E057908A5989}" dt="2024-09-23T14:16:27.704" v="4023" actId="26606"/>
          <ac:grpSpMkLst>
            <pc:docMk/>
            <pc:sldMk cId="4205069961" sldId="274"/>
            <ac:grpSpMk id="118" creationId="{BF07F359-8CA3-4854-91E7-EE6004020511}"/>
          </ac:grpSpMkLst>
        </pc:grpChg>
        <pc:picChg chg="add mo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3" creationId="{D55D7212-76CD-AAF0-0AB7-84B39527D9A6}"/>
          </ac:picMkLst>
        </pc:picChg>
        <pc:picChg chg="ad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13" creationId="{6AF6706C-CF07-43A1-BCC4-CBA5D33820DA}"/>
          </ac:picMkLst>
        </pc:picChg>
        <pc:picChg chg="ad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15" creationId="{811383CE-CE86-4E1C-B289-798EB9E6E0E5}"/>
          </ac:picMkLst>
        </pc:picChg>
      </pc:sldChg>
      <pc:sldChg chg="modSp add mod">
        <pc:chgData name="Georges MATHIO" userId="1057b68d-d9cf-4cd5-bc4c-3fe68ec33e97" providerId="ADAL" clId="{82C5487D-F4FA-479C-805C-E057908A5989}" dt="2024-09-23T14:40:29.914" v="4737" actId="20577"/>
        <pc:sldMkLst>
          <pc:docMk/>
          <pc:sldMk cId="1236964428" sldId="275"/>
        </pc:sldMkLst>
        <pc:spChg chg="mod">
          <ac:chgData name="Georges MATHIO" userId="1057b68d-d9cf-4cd5-bc4c-3fe68ec33e97" providerId="ADAL" clId="{82C5487D-F4FA-479C-805C-E057908A5989}" dt="2024-09-23T14:40:29.914" v="4737" actId="20577"/>
          <ac:spMkLst>
            <pc:docMk/>
            <pc:sldMk cId="1236964428" sldId="275"/>
            <ac:spMk id="2" creationId="{3A83B63E-8695-A261-2D66-4BFE1CECFE25}"/>
          </ac:spMkLst>
        </pc:spChg>
        <pc:spChg chg="mod">
          <ac:chgData name="Georges MATHIO" userId="1057b68d-d9cf-4cd5-bc4c-3fe68ec33e97" providerId="ADAL" clId="{82C5487D-F4FA-479C-805C-E057908A5989}" dt="2024-09-23T14:40:01.748" v="4696" actId="20577"/>
          <ac:spMkLst>
            <pc:docMk/>
            <pc:sldMk cId="1236964428" sldId="275"/>
            <ac:spMk id="3" creationId="{E7B1851B-891E-7219-903C-44C4234BD6E6}"/>
          </ac:spMkLst>
        </pc:spChg>
      </pc:sldChg>
      <pc:sldChg chg="add ord">
        <pc:chgData name="Georges MATHIO" userId="1057b68d-d9cf-4cd5-bc4c-3fe68ec33e97" providerId="ADAL" clId="{82C5487D-F4FA-479C-805C-E057908A5989}" dt="2024-09-23T14:46:57.866" v="5105"/>
        <pc:sldMkLst>
          <pc:docMk/>
          <pc:sldMk cId="1244614476" sldId="276"/>
        </pc:sldMkLst>
      </pc:sldChg>
      <pc:sldChg chg="modSp add mod">
        <pc:chgData name="Georges MATHIO" userId="1057b68d-d9cf-4cd5-bc4c-3fe68ec33e97" providerId="ADAL" clId="{82C5487D-F4FA-479C-805C-E057908A5989}" dt="2024-09-23T15:03:11.112" v="5352" actId="20577"/>
        <pc:sldMkLst>
          <pc:docMk/>
          <pc:sldMk cId="2793604676" sldId="277"/>
        </pc:sldMkLst>
      </pc:sldChg>
      <pc:sldChg chg="new ord">
        <pc:chgData name="Georges MATHIO" userId="1057b68d-d9cf-4cd5-bc4c-3fe68ec33e97" providerId="ADAL" clId="{82C5487D-F4FA-479C-805C-E057908A5989}" dt="2024-09-23T15:04:49.550" v="5369"/>
        <pc:sldMkLst>
          <pc:docMk/>
          <pc:sldMk cId="2511482636" sldId="278"/>
        </pc:sldMkLst>
      </pc:sldChg>
      <pc:sldChg chg="addSp delSp modSp add del mod ord setBg setClrOvrMap delDesignElem">
        <pc:chgData name="Georges MATHIO" userId="1057b68d-d9cf-4cd5-bc4c-3fe68ec33e97" providerId="ADAL" clId="{82C5487D-F4FA-479C-805C-E057908A5989}" dt="2024-09-23T15:06:58.848" v="5408" actId="47"/>
        <pc:sldMkLst>
          <pc:docMk/>
          <pc:sldMk cId="3189954247" sldId="279"/>
        </pc:sldMkLst>
      </pc:sldChg>
      <pc:sldChg chg="addSp delSp modSp add mod ord">
        <pc:chgData name="Georges MATHIO" userId="1057b68d-d9cf-4cd5-bc4c-3fe68ec33e97" providerId="ADAL" clId="{82C5487D-F4FA-479C-805C-E057908A5989}" dt="2024-09-23T15:06:54.714" v="5407" actId="1440"/>
        <pc:sldMkLst>
          <pc:docMk/>
          <pc:sldMk cId="1744596131" sldId="280"/>
        </pc:sldMkLst>
        <pc:spChg chg="mod">
          <ac:chgData name="Georges MATHIO" userId="1057b68d-d9cf-4cd5-bc4c-3fe68ec33e97" providerId="ADAL" clId="{82C5487D-F4FA-479C-805C-E057908A5989}" dt="2024-09-23T15:06:25.669" v="5404" actId="113"/>
          <ac:spMkLst>
            <pc:docMk/>
            <pc:sldMk cId="1744596131" sldId="280"/>
            <ac:spMk id="2" creationId="{18B86DF7-7DA9-32A0-F92E-11F46962454E}"/>
          </ac:spMkLst>
        </pc:spChg>
      </pc:sldChg>
      <pc:sldChg chg="addSp delSp add del setBg delDesignElem">
        <pc:chgData name="Georges MATHIO" userId="1057b68d-d9cf-4cd5-bc4c-3fe68ec33e97" providerId="ADAL" clId="{82C5487D-F4FA-479C-805C-E057908A5989}" dt="2024-09-23T15:06:04.794" v="5392"/>
        <pc:sldMkLst>
          <pc:docMk/>
          <pc:sldMk cId="2407784976" sldId="280"/>
        </pc:sldMkLst>
      </pc:sldChg>
      <pc:sldMasterChg chg="modSp mod">
        <pc:chgData name="Georges MATHIO" userId="1057b68d-d9cf-4cd5-bc4c-3fe68ec33e97" providerId="ADAL" clId="{82C5487D-F4FA-479C-805C-E057908A5989}" dt="2024-09-10T14:00:03.743" v="575" actId="242"/>
        <pc:sldMasterMkLst>
          <pc:docMk/>
          <pc:sldMasterMk cId="0" sldId="2147483648"/>
        </pc:sldMasterMkLst>
      </pc:sldMasterChg>
    </pc:docChg>
  </pc:docChgLst>
  <pc:docChgLst>
    <pc:chgData name="Georges MATHIO" userId="S::georges.mathio@estia.fr::1057b68d-d9cf-4cd5-bc4c-3fe68ec33e97" providerId="AD" clId="Web-{D188567B-FEA3-3AFD-7A3D-A0834D404585}"/>
    <pc:docChg chg="modSld">
      <pc:chgData name="Georges MATHIO" userId="S::georges.mathio@estia.fr::1057b68d-d9cf-4cd5-bc4c-3fe68ec33e97" providerId="AD" clId="Web-{D188567B-FEA3-3AFD-7A3D-A0834D404585}" dt="2024-07-18T11:45:28.694" v="5" actId="20577"/>
      <pc:docMkLst>
        <pc:docMk/>
      </pc:docMkLst>
      <pc:sldChg chg="modSp">
        <pc:chgData name="Georges MATHIO" userId="S::georges.mathio@estia.fr::1057b68d-d9cf-4cd5-bc4c-3fe68ec33e97" providerId="AD" clId="Web-{D188567B-FEA3-3AFD-7A3D-A0834D404585}" dt="2024-07-18T11:43:39.533" v="3" actId="1076"/>
        <pc:sldMkLst>
          <pc:docMk/>
          <pc:sldMk cId="2482283123" sldId="259"/>
        </pc:sldMkLst>
      </pc:sldChg>
      <pc:sldChg chg="modSp">
        <pc:chgData name="Georges MATHIO" userId="S::georges.mathio@estia.fr::1057b68d-d9cf-4cd5-bc4c-3fe68ec33e97" providerId="AD" clId="Web-{D188567B-FEA3-3AFD-7A3D-A0834D404585}" dt="2024-07-18T11:45:28.694" v="5" actId="20577"/>
        <pc:sldMkLst>
          <pc:docMk/>
          <pc:sldMk cId="1455700223" sldId="263"/>
        </pc:sldMkLst>
      </pc:sldChg>
    </pc:docChg>
  </pc:docChgLst>
  <pc:docChgLst>
    <pc:chgData name="Georges MATHIO" userId="S::georges.mathio@estia.fr::1057b68d-d9cf-4cd5-bc4c-3fe68ec33e97" providerId="AD" clId="Web-{924963A7-0414-CE62-8997-2742A1CA60F5}"/>
    <pc:docChg chg="addSld modSld">
      <pc:chgData name="Georges MATHIO" userId="S::georges.mathio@estia.fr::1057b68d-d9cf-4cd5-bc4c-3fe68ec33e97" providerId="AD" clId="Web-{924963A7-0414-CE62-8997-2742A1CA60F5}" dt="2023-11-13T15:43:21.668" v="39"/>
      <pc:docMkLst>
        <pc:docMk/>
      </pc:docMkLst>
      <pc:sldChg chg="addSp delSp modSp add">
        <pc:chgData name="Georges MATHIO" userId="S::georges.mathio@estia.fr::1057b68d-d9cf-4cd5-bc4c-3fe68ec33e97" providerId="AD" clId="Web-{924963A7-0414-CE62-8997-2742A1CA60F5}" dt="2023-11-13T15:43:21.668" v="39"/>
        <pc:sldMkLst>
          <pc:docMk/>
          <pc:sldMk cId="3870140485" sldId="265"/>
        </pc:sldMkLst>
      </pc:sldChg>
    </pc:docChg>
  </pc:docChgLst>
  <pc:docChgLst>
    <pc:chgData name="Georges MATHIO" userId="1057b68d-d9cf-4cd5-bc4c-3fe68ec33e97" providerId="ADAL" clId="{E75A1F21-2B89-41D3-B76A-30465AF06530}"/>
    <pc:docChg chg="undo redo custSel addSld delSld modSld sldOrd">
      <pc:chgData name="Georges MATHIO" userId="1057b68d-d9cf-4cd5-bc4c-3fe68ec33e97" providerId="ADAL" clId="{E75A1F21-2B89-41D3-B76A-30465AF06530}" dt="2024-12-11T07:56:32.186" v="4767" actId="20577"/>
      <pc:docMkLst>
        <pc:docMk/>
      </pc:docMkLst>
      <pc:sldChg chg="addSp delSp modSp mod modAnim">
        <pc:chgData name="Georges MATHIO" userId="1057b68d-d9cf-4cd5-bc4c-3fe68ec33e97" providerId="ADAL" clId="{E75A1F21-2B89-41D3-B76A-30465AF06530}" dt="2024-10-29T13:57:11.021" v="1675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E75A1F21-2B89-41D3-B76A-30465AF06530}" dt="2024-10-29T13:56:04.493" v="1671" actId="20577"/>
          <ac:spMkLst>
            <pc:docMk/>
            <pc:sldMk cId="1554076419" sldId="258"/>
            <ac:spMk id="3" creationId="{28C0A9F3-C74E-8D4C-12C9-FC5B0E07D0F8}"/>
          </ac:spMkLst>
        </pc:spChg>
        <pc:spChg chg="add mod">
          <ac:chgData name="Georges MATHIO" userId="1057b68d-d9cf-4cd5-bc4c-3fe68ec33e97" providerId="ADAL" clId="{E75A1F21-2B89-41D3-B76A-30465AF06530}" dt="2024-10-29T13:21:14.010" v="1348" actId="20577"/>
          <ac:spMkLst>
            <pc:docMk/>
            <pc:sldMk cId="1554076419" sldId="258"/>
            <ac:spMk id="5" creationId="{156E2D3A-9B74-ECA6-102F-C62201A2C96C}"/>
          </ac:spMkLst>
        </pc:spChg>
        <pc:spChg chg="add mod">
          <ac:chgData name="Georges MATHIO" userId="1057b68d-d9cf-4cd5-bc4c-3fe68ec33e97" providerId="ADAL" clId="{E75A1F21-2B89-41D3-B76A-30465AF06530}" dt="2024-10-29T13:20:33.489" v="1310"/>
          <ac:spMkLst>
            <pc:docMk/>
            <pc:sldMk cId="1554076419" sldId="258"/>
            <ac:spMk id="6" creationId="{805F87E7-5DFD-B6B9-129D-AC79E72F4199}"/>
          </ac:spMkLst>
        </pc:spChg>
        <pc:spChg chg="add mod">
          <ac:chgData name="Georges MATHIO" userId="1057b68d-d9cf-4cd5-bc4c-3fe68ec33e97" providerId="ADAL" clId="{E75A1F21-2B89-41D3-B76A-30465AF06530}" dt="2024-10-29T13:40:03.002" v="1623" actId="20577"/>
          <ac:spMkLst>
            <pc:docMk/>
            <pc:sldMk cId="1554076419" sldId="258"/>
            <ac:spMk id="11" creationId="{A92D9125-7B3A-8509-D03B-96B3F5D8EABB}"/>
          </ac:spMkLst>
        </pc:spChg>
        <pc:picChg chg="mod">
          <ac:chgData name="Georges MATHIO" userId="1057b68d-d9cf-4cd5-bc4c-3fe68ec33e97" providerId="ADAL" clId="{E75A1F21-2B89-41D3-B76A-30465AF06530}" dt="2024-10-29T13:31:58.832" v="1607" actId="1076"/>
          <ac:picMkLst>
            <pc:docMk/>
            <pc:sldMk cId="1554076419" sldId="258"/>
            <ac:picMk id="4" creationId="{B07562AD-13F4-78FB-2B87-3E4DA833361A}"/>
          </ac:picMkLst>
        </pc:picChg>
      </pc:sldChg>
      <pc:sldChg chg="addSp modSp mod modAnim">
        <pc:chgData name="Georges MATHIO" userId="1057b68d-d9cf-4cd5-bc4c-3fe68ec33e97" providerId="ADAL" clId="{E75A1F21-2B89-41D3-B76A-30465AF06530}" dt="2024-12-04T13:49:28.460" v="3916"/>
        <pc:sldMkLst>
          <pc:docMk/>
          <pc:sldMk cId="226811849" sldId="259"/>
        </pc:sldMkLst>
        <pc:spChg chg="mod">
          <ac:chgData name="Georges MATHIO" userId="1057b68d-d9cf-4cd5-bc4c-3fe68ec33e97" providerId="ADAL" clId="{E75A1F21-2B89-41D3-B76A-30465AF06530}" dt="2024-10-29T13:19:54.506" v="1303" actId="14100"/>
          <ac:spMkLst>
            <pc:docMk/>
            <pc:sldMk cId="226811849" sldId="259"/>
            <ac:spMk id="2" creationId="{ADEBCA86-FC88-C76F-F85D-C56FAC8A5DAF}"/>
          </ac:spMkLst>
        </pc:spChg>
        <pc:spChg chg="mod">
          <ac:chgData name="Georges MATHIO" userId="1057b68d-d9cf-4cd5-bc4c-3fe68ec33e97" providerId="ADAL" clId="{E75A1F21-2B89-41D3-B76A-30465AF06530}" dt="2024-10-29T14:03:22.816" v="1771" actId="1076"/>
          <ac:spMkLst>
            <pc:docMk/>
            <pc:sldMk cId="226811849" sldId="259"/>
            <ac:spMk id="3" creationId="{A8A75CFA-E18C-7FAB-3081-C2C903E0054B}"/>
          </ac:spMkLst>
        </pc:spChg>
        <pc:spChg chg="mod">
          <ac:chgData name="Georges MATHIO" userId="1057b68d-d9cf-4cd5-bc4c-3fe68ec33e97" providerId="ADAL" clId="{E75A1F21-2B89-41D3-B76A-30465AF06530}" dt="2024-10-29T13:20:18.613" v="1306" actId="1076"/>
          <ac:spMkLst>
            <pc:docMk/>
            <pc:sldMk cId="226811849" sldId="259"/>
            <ac:spMk id="4" creationId="{6E13AE0A-54BA-E302-9610-D35C7B750FA2}"/>
          </ac:spMkLst>
        </pc:spChg>
        <pc:spChg chg="mod">
          <ac:chgData name="Georges MATHIO" userId="1057b68d-d9cf-4cd5-bc4c-3fe68ec33e97" providerId="ADAL" clId="{E75A1F21-2B89-41D3-B76A-30465AF06530}" dt="2024-10-29T14:03:02.402" v="1747" actId="1036"/>
          <ac:spMkLst>
            <pc:docMk/>
            <pc:sldMk cId="226811849" sldId="259"/>
            <ac:spMk id="9" creationId="{97903BD0-BF05-17E6-D0C7-8221CDD418EE}"/>
          </ac:spMkLst>
        </pc:spChg>
        <pc:spChg chg="mod">
          <ac:chgData name="Georges MATHIO" userId="1057b68d-d9cf-4cd5-bc4c-3fe68ec33e97" providerId="ADAL" clId="{E75A1F21-2B89-41D3-B76A-30465AF06530}" dt="2024-10-29T14:03:10.358" v="1769" actId="1037"/>
          <ac:spMkLst>
            <pc:docMk/>
            <pc:sldMk cId="226811849" sldId="259"/>
            <ac:spMk id="10" creationId="{D8EF6B02-2186-3F04-D957-BA8BEAA6E313}"/>
          </ac:spMkLst>
        </pc:spChg>
        <pc:spChg chg="mod">
          <ac:chgData name="Georges MATHIO" userId="1057b68d-d9cf-4cd5-bc4c-3fe68ec33e97" providerId="ADAL" clId="{E75A1F21-2B89-41D3-B76A-30465AF06530}" dt="2024-10-29T14:03:10.358" v="1769" actId="1037"/>
          <ac:spMkLst>
            <pc:docMk/>
            <pc:sldMk cId="226811849" sldId="259"/>
            <ac:spMk id="11" creationId="{C361A9C3-1F52-48C6-593F-CB60D9F92BFB}"/>
          </ac:spMkLst>
        </pc:spChg>
        <pc:picChg chg="mod">
          <ac:chgData name="Georges MATHIO" userId="1057b68d-d9cf-4cd5-bc4c-3fe68ec33e97" providerId="ADAL" clId="{E75A1F21-2B89-41D3-B76A-30465AF06530}" dt="2024-10-29T14:03:10.358" v="1769" actId="1037"/>
          <ac:picMkLst>
            <pc:docMk/>
            <pc:sldMk cId="226811849" sldId="259"/>
            <ac:picMk id="6" creationId="{9509DC00-0B6A-7E04-A96C-BBC9B12F765A}"/>
          </ac:picMkLst>
        </pc:picChg>
        <pc:picChg chg="mod">
          <ac:chgData name="Georges MATHIO" userId="1057b68d-d9cf-4cd5-bc4c-3fe68ec33e97" providerId="ADAL" clId="{E75A1F21-2B89-41D3-B76A-30465AF06530}" dt="2024-10-29T14:03:10.358" v="1769" actId="1037"/>
          <ac:picMkLst>
            <pc:docMk/>
            <pc:sldMk cId="226811849" sldId="259"/>
            <ac:picMk id="8" creationId="{2E8D30E9-B7F3-7460-5DA6-9678BA5D7DE5}"/>
          </ac:picMkLst>
        </pc:picChg>
      </pc:sldChg>
      <pc:sldChg chg="modSp mod">
        <pc:chgData name="Georges MATHIO" userId="1057b68d-d9cf-4cd5-bc4c-3fe68ec33e97" providerId="ADAL" clId="{E75A1F21-2B89-41D3-B76A-30465AF06530}" dt="2024-11-21T11:22:25.704" v="3689" actId="20577"/>
        <pc:sldMkLst>
          <pc:docMk/>
          <pc:sldMk cId="2559389067" sldId="260"/>
        </pc:sldMkLst>
        <pc:graphicFrameChg chg="modGraphic">
          <ac:chgData name="Georges MATHIO" userId="1057b68d-d9cf-4cd5-bc4c-3fe68ec33e97" providerId="ADAL" clId="{E75A1F21-2B89-41D3-B76A-30465AF06530}" dt="2024-11-21T11:22:25.704" v="3689" actId="20577"/>
          <ac:graphicFrameMkLst>
            <pc:docMk/>
            <pc:sldMk cId="2559389067" sldId="260"/>
            <ac:graphicFrameMk id="9" creationId="{DDBF71B8-26D9-A5CE-E19A-FD16CFEA8844}"/>
          </ac:graphicFrameMkLst>
        </pc:graphicFrameChg>
      </pc:sldChg>
      <pc:sldChg chg="addSp delSp modSp add mod ord">
        <pc:chgData name="Georges MATHIO" userId="1057b68d-d9cf-4cd5-bc4c-3fe68ec33e97" providerId="ADAL" clId="{E75A1F21-2B89-41D3-B76A-30465AF06530}" dt="2024-11-13T08:46:26.126" v="3683" actId="478"/>
        <pc:sldMkLst>
          <pc:docMk/>
          <pc:sldMk cId="1018468898" sldId="261"/>
        </pc:sldMkLst>
        <pc:spChg chg="mod">
          <ac:chgData name="Georges MATHIO" userId="1057b68d-d9cf-4cd5-bc4c-3fe68ec33e97" providerId="ADAL" clId="{E75A1F21-2B89-41D3-B76A-30465AF06530}" dt="2024-10-29T14:05:09.464" v="1779" actId="14100"/>
          <ac:spMkLst>
            <pc:docMk/>
            <pc:sldMk cId="1018468898" sldId="261"/>
            <ac:spMk id="2" creationId="{8AE1D70E-C040-1542-B36E-7DDF82084F61}"/>
          </ac:spMkLst>
        </pc:spChg>
        <pc:spChg chg="mod">
          <ac:chgData name="Georges MATHIO" userId="1057b68d-d9cf-4cd5-bc4c-3fe68ec33e97" providerId="ADAL" clId="{E75A1F21-2B89-41D3-B76A-30465AF06530}" dt="2024-11-08T12:46:09.254" v="3636" actId="1076"/>
          <ac:spMkLst>
            <pc:docMk/>
            <pc:sldMk cId="1018468898" sldId="261"/>
            <ac:spMk id="3" creationId="{B5620FEA-FA3C-B3F6-C2FC-F9D51C3D46CB}"/>
          </ac:spMkLst>
        </pc:spChg>
        <pc:spChg chg="add mod">
          <ac:chgData name="Georges MATHIO" userId="1057b68d-d9cf-4cd5-bc4c-3fe68ec33e97" providerId="ADAL" clId="{E75A1F21-2B89-41D3-B76A-30465AF06530}" dt="2024-11-08T12:47:36.818" v="3679" actId="1076"/>
          <ac:spMkLst>
            <pc:docMk/>
            <pc:sldMk cId="1018468898" sldId="261"/>
            <ac:spMk id="7" creationId="{66FD1DA5-B26D-460F-EF14-5499B496C4AE}"/>
          </ac:spMkLst>
        </pc:spChg>
        <pc:picChg chg="add mod ord">
          <ac:chgData name="Georges MATHIO" userId="1057b68d-d9cf-4cd5-bc4c-3fe68ec33e97" providerId="ADAL" clId="{E75A1F21-2B89-41D3-B76A-30465AF06530}" dt="2024-11-13T08:46:24.135" v="3682" actId="167"/>
          <ac:picMkLst>
            <pc:docMk/>
            <pc:sldMk cId="1018468898" sldId="261"/>
            <ac:picMk id="4" creationId="{D79AE315-16B0-0F32-49F9-9EE2138616B2}"/>
          </ac:picMkLst>
        </pc:picChg>
      </pc:sldChg>
      <pc:sldChg chg="addSp modSp mod ord modTransition">
        <pc:chgData name="Georges MATHIO" userId="1057b68d-d9cf-4cd5-bc4c-3fe68ec33e97" providerId="ADAL" clId="{E75A1F21-2B89-41D3-B76A-30465AF06530}" dt="2024-12-04T13:57:42.842" v="4030" actId="1076"/>
        <pc:sldMkLst>
          <pc:docMk/>
          <pc:sldMk cId="2390649631" sldId="262"/>
        </pc:sldMkLst>
        <pc:spChg chg="mod">
          <ac:chgData name="Georges MATHIO" userId="1057b68d-d9cf-4cd5-bc4c-3fe68ec33e97" providerId="ADAL" clId="{E75A1F21-2B89-41D3-B76A-30465AF06530}" dt="2024-12-04T13:33:54.410" v="3866" actId="20577"/>
          <ac:spMkLst>
            <pc:docMk/>
            <pc:sldMk cId="2390649631" sldId="262"/>
            <ac:spMk id="2" creationId="{3A83B63E-8695-A261-2D66-4BFE1CECFE25}"/>
          </ac:spMkLst>
        </pc:spChg>
        <pc:spChg chg="add mod">
          <ac:chgData name="Georges MATHIO" userId="1057b68d-d9cf-4cd5-bc4c-3fe68ec33e97" providerId="ADAL" clId="{E75A1F21-2B89-41D3-B76A-30465AF06530}" dt="2024-10-29T09:32:14.254" v="433" actId="1076"/>
          <ac:spMkLst>
            <pc:docMk/>
            <pc:sldMk cId="2390649631" sldId="262"/>
            <ac:spMk id="3" creationId="{5A64B6A5-0C74-25B3-3960-6CBFF84990DE}"/>
          </ac:spMkLst>
        </pc:spChg>
        <pc:spChg chg="mod">
          <ac:chgData name="Georges MATHIO" userId="1057b68d-d9cf-4cd5-bc4c-3fe68ec33e97" providerId="ADAL" clId="{E75A1F21-2B89-41D3-B76A-30465AF06530}" dt="2024-10-29T10:34:02.402" v="639" actId="404"/>
          <ac:spMkLst>
            <pc:docMk/>
            <pc:sldMk cId="2390649631" sldId="262"/>
            <ac:spMk id="7" creationId="{F730F81E-FE15-036B-799E-4164065F9994}"/>
          </ac:spMkLst>
        </pc:spChg>
      </pc:sldChg>
      <pc:sldChg chg="addSp delSp modSp mod modAnim">
        <pc:chgData name="Georges MATHIO" userId="1057b68d-d9cf-4cd5-bc4c-3fe68ec33e97" providerId="ADAL" clId="{E75A1F21-2B89-41D3-B76A-30465AF06530}" dt="2024-12-05T15:53:01.139" v="4211" actId="21"/>
        <pc:sldMkLst>
          <pc:docMk/>
          <pc:sldMk cId="2462972198" sldId="263"/>
        </pc:sldMkLst>
        <pc:spChg chg="mod">
          <ac:chgData name="Georges MATHIO" userId="1057b68d-d9cf-4cd5-bc4c-3fe68ec33e97" providerId="ADAL" clId="{E75A1F21-2B89-41D3-B76A-30465AF06530}" dt="2024-12-04T14:04:54.381" v="4033" actId="20577"/>
          <ac:spMkLst>
            <pc:docMk/>
            <pc:sldMk cId="2462972198" sldId="263"/>
            <ac:spMk id="3" creationId="{A8A75CFA-E18C-7FAB-3081-C2C903E0054B}"/>
          </ac:spMkLst>
        </pc:spChg>
        <pc:spChg chg="add mod">
          <ac:chgData name="Georges MATHIO" userId="1057b68d-d9cf-4cd5-bc4c-3fe68ec33e97" providerId="ADAL" clId="{E75A1F21-2B89-41D3-B76A-30465AF06530}" dt="2024-12-04T13:52:23.584" v="3950" actId="20577"/>
          <ac:spMkLst>
            <pc:docMk/>
            <pc:sldMk cId="2462972198" sldId="263"/>
            <ac:spMk id="6" creationId="{9395615C-6C59-1E6E-C1D0-59C4645F3D6C}"/>
          </ac:spMkLst>
        </pc:spChg>
        <pc:spChg chg="add mod">
          <ac:chgData name="Georges MATHIO" userId="1057b68d-d9cf-4cd5-bc4c-3fe68ec33e97" providerId="ADAL" clId="{E75A1F21-2B89-41D3-B76A-30465AF06530}" dt="2024-10-29T14:29:26.045" v="2464" actId="1076"/>
          <ac:spMkLst>
            <pc:docMk/>
            <pc:sldMk cId="2462972198" sldId="263"/>
            <ac:spMk id="11" creationId="{FDC058CA-5CA3-8F33-3A4C-E0EF9FE8C307}"/>
          </ac:spMkLst>
        </pc:spChg>
        <pc:spChg chg="add mod">
          <ac:chgData name="Georges MATHIO" userId="1057b68d-d9cf-4cd5-bc4c-3fe68ec33e97" providerId="ADAL" clId="{E75A1F21-2B89-41D3-B76A-30465AF06530}" dt="2024-10-29T14:29:21.989" v="2463" actId="1076"/>
          <ac:spMkLst>
            <pc:docMk/>
            <pc:sldMk cId="2462972198" sldId="263"/>
            <ac:spMk id="13" creationId="{6718A317-870D-8E2A-57E6-60DF8B680FB0}"/>
          </ac:spMkLst>
        </pc:spChg>
        <pc:spChg chg="add mod">
          <ac:chgData name="Georges MATHIO" userId="1057b68d-d9cf-4cd5-bc4c-3fe68ec33e97" providerId="ADAL" clId="{E75A1F21-2B89-41D3-B76A-30465AF06530}" dt="2024-10-29T14:29:13.906" v="2461" actId="1076"/>
          <ac:spMkLst>
            <pc:docMk/>
            <pc:sldMk cId="2462972198" sldId="263"/>
            <ac:spMk id="14" creationId="{80BB78E2-CD0E-4B0C-DB62-7DB919005946}"/>
          </ac:spMkLst>
        </pc:spChg>
        <pc:spChg chg="add mod">
          <ac:chgData name="Georges MATHIO" userId="1057b68d-d9cf-4cd5-bc4c-3fe68ec33e97" providerId="ADAL" clId="{E75A1F21-2B89-41D3-B76A-30465AF06530}" dt="2024-10-29T14:29:18.278" v="2462" actId="1076"/>
          <ac:spMkLst>
            <pc:docMk/>
            <pc:sldMk cId="2462972198" sldId="263"/>
            <ac:spMk id="19" creationId="{D908C921-9002-D060-EDA7-CFEB19C648C6}"/>
          </ac:spMkLst>
        </pc:spChg>
        <pc:picChg chg="add mod">
          <ac:chgData name="Georges MATHIO" userId="1057b68d-d9cf-4cd5-bc4c-3fe68ec33e97" providerId="ADAL" clId="{E75A1F21-2B89-41D3-B76A-30465AF06530}" dt="2024-10-29T14:29:18.278" v="2462" actId="1076"/>
          <ac:picMkLst>
            <pc:docMk/>
            <pc:sldMk cId="2462972198" sldId="263"/>
            <ac:picMk id="18" creationId="{04AE728B-1B8E-1D82-EB6A-C3ECFA70BC15}"/>
          </ac:picMkLst>
        </pc:picChg>
      </pc:sldChg>
      <pc:sldChg chg="modSp mod">
        <pc:chgData name="Georges MATHIO" userId="1057b68d-d9cf-4cd5-bc4c-3fe68ec33e97" providerId="ADAL" clId="{E75A1F21-2B89-41D3-B76A-30465AF06530}" dt="2024-10-29T14:06:13.808" v="1835" actId="1035"/>
        <pc:sldMkLst>
          <pc:docMk/>
          <pc:sldMk cId="3235624482" sldId="264"/>
        </pc:sldMkLst>
        <pc:spChg chg="mod">
          <ac:chgData name="Georges MATHIO" userId="1057b68d-d9cf-4cd5-bc4c-3fe68ec33e97" providerId="ADAL" clId="{E75A1F21-2B89-41D3-B76A-30465AF06530}" dt="2024-10-29T14:06:09.323" v="1829" actId="1036"/>
          <ac:spMkLst>
            <pc:docMk/>
            <pc:sldMk cId="3235624482" sldId="264"/>
            <ac:spMk id="14" creationId="{18A743E6-2E5B-7BB2-938A-EADF43D9DA53}"/>
          </ac:spMkLst>
        </pc:spChg>
        <pc:spChg chg="mod">
          <ac:chgData name="Georges MATHIO" userId="1057b68d-d9cf-4cd5-bc4c-3fe68ec33e97" providerId="ADAL" clId="{E75A1F21-2B89-41D3-B76A-30465AF06530}" dt="2024-10-29T14:06:09.323" v="1829" actId="1036"/>
          <ac:spMkLst>
            <pc:docMk/>
            <pc:sldMk cId="3235624482" sldId="264"/>
            <ac:spMk id="17" creationId="{08FBC12F-337E-E89E-55FA-399221144F12}"/>
          </ac:spMkLst>
        </pc:spChg>
        <pc:spChg chg="mod">
          <ac:chgData name="Georges MATHIO" userId="1057b68d-d9cf-4cd5-bc4c-3fe68ec33e97" providerId="ADAL" clId="{E75A1F21-2B89-41D3-B76A-30465AF06530}" dt="2024-10-29T14:06:09.323" v="1829" actId="1036"/>
          <ac:spMkLst>
            <pc:docMk/>
            <pc:sldMk cId="3235624482" sldId="264"/>
            <ac:spMk id="18" creationId="{776D6E20-3491-2DBC-081A-F6F4AA18D872}"/>
          </ac:spMkLst>
        </pc:spChg>
        <pc:spChg chg="mod">
          <ac:chgData name="Georges MATHIO" userId="1057b68d-d9cf-4cd5-bc4c-3fe68ec33e97" providerId="ADAL" clId="{E75A1F21-2B89-41D3-B76A-30465AF06530}" dt="2024-10-29T14:06:13.808" v="1835" actId="1035"/>
          <ac:spMkLst>
            <pc:docMk/>
            <pc:sldMk cId="3235624482" sldId="264"/>
            <ac:spMk id="19" creationId="{FC05DE6C-0B46-E626-BF36-F3DE11496887}"/>
          </ac:spMkLst>
        </pc:spChg>
        <pc:spChg chg="mod">
          <ac:chgData name="Georges MATHIO" userId="1057b68d-d9cf-4cd5-bc4c-3fe68ec33e97" providerId="ADAL" clId="{E75A1F21-2B89-41D3-B76A-30465AF06530}" dt="2024-10-29T14:06:09.323" v="1829" actId="1036"/>
          <ac:spMkLst>
            <pc:docMk/>
            <pc:sldMk cId="3235624482" sldId="264"/>
            <ac:spMk id="20" creationId="{364FFAB6-3B2B-94EE-7B53-08EA73C3479C}"/>
          </ac:spMkLst>
        </pc:spChg>
        <pc:spChg chg="mod">
          <ac:chgData name="Georges MATHIO" userId="1057b68d-d9cf-4cd5-bc4c-3fe68ec33e97" providerId="ADAL" clId="{E75A1F21-2B89-41D3-B76A-30465AF06530}" dt="2024-10-29T14:06:09.323" v="1829" actId="1036"/>
          <ac:spMkLst>
            <pc:docMk/>
            <pc:sldMk cId="3235624482" sldId="264"/>
            <ac:spMk id="21" creationId="{0B1D064C-D614-8D39-D338-FF3DA04CEC49}"/>
          </ac:spMkLst>
        </pc:spChg>
        <pc:picChg chg="mod">
          <ac:chgData name="Georges MATHIO" userId="1057b68d-d9cf-4cd5-bc4c-3fe68ec33e97" providerId="ADAL" clId="{E75A1F21-2B89-41D3-B76A-30465AF06530}" dt="2024-10-29T14:06:09.323" v="1829" actId="1036"/>
          <ac:picMkLst>
            <pc:docMk/>
            <pc:sldMk cId="3235624482" sldId="264"/>
            <ac:picMk id="11" creationId="{4C6F3A78-E144-15DD-B7FD-4BB3C5912799}"/>
          </ac:picMkLst>
        </pc:picChg>
        <pc:picChg chg="mod">
          <ac:chgData name="Georges MATHIO" userId="1057b68d-d9cf-4cd5-bc4c-3fe68ec33e97" providerId="ADAL" clId="{E75A1F21-2B89-41D3-B76A-30465AF06530}" dt="2024-10-29T14:06:09.323" v="1829" actId="1036"/>
          <ac:picMkLst>
            <pc:docMk/>
            <pc:sldMk cId="3235624482" sldId="264"/>
            <ac:picMk id="13" creationId="{5DCACF9F-D521-647F-F91C-5CDCBB6CE316}"/>
          </ac:picMkLst>
        </pc:picChg>
        <pc:picChg chg="mod">
          <ac:chgData name="Georges MATHIO" userId="1057b68d-d9cf-4cd5-bc4c-3fe68ec33e97" providerId="ADAL" clId="{E75A1F21-2B89-41D3-B76A-30465AF06530}" dt="2024-10-29T14:06:09.323" v="1829" actId="1036"/>
          <ac:picMkLst>
            <pc:docMk/>
            <pc:sldMk cId="3235624482" sldId="264"/>
            <ac:picMk id="16" creationId="{DCF59688-78C3-4A9D-07BC-80A8491DDC70}"/>
          </ac:picMkLst>
        </pc:picChg>
      </pc:sldChg>
      <pc:sldChg chg="addSp delSp modSp mod">
        <pc:chgData name="Georges MATHIO" userId="1057b68d-d9cf-4cd5-bc4c-3fe68ec33e97" providerId="ADAL" clId="{E75A1F21-2B89-41D3-B76A-30465AF06530}" dt="2024-10-29T14:47:48.733" v="2679"/>
        <pc:sldMkLst>
          <pc:docMk/>
          <pc:sldMk cId="2843119897" sldId="265"/>
        </pc:sldMkLst>
        <pc:spChg chg="add mod">
          <ac:chgData name="Georges MATHIO" userId="1057b68d-d9cf-4cd5-bc4c-3fe68ec33e97" providerId="ADAL" clId="{E75A1F21-2B89-41D3-B76A-30465AF06530}" dt="2024-10-29T14:47:48.733" v="2679"/>
          <ac:spMkLst>
            <pc:docMk/>
            <pc:sldMk cId="2843119897" sldId="265"/>
            <ac:spMk id="3" creationId="{B0DB4E7D-7C34-C2FA-898E-998F887D1A2B}"/>
          </ac:spMkLst>
        </pc:spChg>
        <pc:spChg chg="add mod">
          <ac:chgData name="Georges MATHIO" userId="1057b68d-d9cf-4cd5-bc4c-3fe68ec33e97" providerId="ADAL" clId="{E75A1F21-2B89-41D3-B76A-30465AF06530}" dt="2024-10-29T14:47:48.733" v="2679"/>
          <ac:spMkLst>
            <pc:docMk/>
            <pc:sldMk cId="2843119897" sldId="265"/>
            <ac:spMk id="4" creationId="{88136EE8-544B-F023-ABAE-2C137538B4E9}"/>
          </ac:spMkLst>
        </pc:spChg>
        <pc:spChg chg="add mod">
          <ac:chgData name="Georges MATHIO" userId="1057b68d-d9cf-4cd5-bc4c-3fe68ec33e97" providerId="ADAL" clId="{E75A1F21-2B89-41D3-B76A-30465AF06530}" dt="2024-10-29T14:47:48.733" v="2679"/>
          <ac:spMkLst>
            <pc:docMk/>
            <pc:sldMk cId="2843119897" sldId="265"/>
            <ac:spMk id="5" creationId="{37A177E9-FCB9-A3F3-2F47-C6C284601317}"/>
          </ac:spMkLst>
        </pc:spChg>
        <pc:picChg chg="add mod">
          <ac:chgData name="Georges MATHIO" userId="1057b68d-d9cf-4cd5-bc4c-3fe68ec33e97" providerId="ADAL" clId="{E75A1F21-2B89-41D3-B76A-30465AF06530}" dt="2024-10-29T14:47:48.733" v="2679"/>
          <ac:picMkLst>
            <pc:docMk/>
            <pc:sldMk cId="2843119897" sldId="265"/>
            <ac:picMk id="6" creationId="{CC94BE64-C4AE-18B2-74D7-3783E474FF7A}"/>
          </ac:picMkLst>
        </pc:picChg>
        <pc:picChg chg="add mod">
          <ac:chgData name="Georges MATHIO" userId="1057b68d-d9cf-4cd5-bc4c-3fe68ec33e97" providerId="ADAL" clId="{E75A1F21-2B89-41D3-B76A-30465AF06530}" dt="2024-10-29T14:47:48.733" v="2679"/>
          <ac:picMkLst>
            <pc:docMk/>
            <pc:sldMk cId="2843119897" sldId="265"/>
            <ac:picMk id="7" creationId="{A94E469B-9189-E976-BF46-2A315C1745EB}"/>
          </ac:picMkLst>
        </pc:picChg>
        <pc:picChg chg="add mod">
          <ac:chgData name="Georges MATHIO" userId="1057b68d-d9cf-4cd5-bc4c-3fe68ec33e97" providerId="ADAL" clId="{E75A1F21-2B89-41D3-B76A-30465AF06530}" dt="2024-10-29T14:47:48.733" v="2679"/>
          <ac:picMkLst>
            <pc:docMk/>
            <pc:sldMk cId="2843119897" sldId="265"/>
            <ac:picMk id="8" creationId="{3C2928E6-9FBB-AF09-D144-F67DCFF0F167}"/>
          </ac:picMkLst>
        </pc:picChg>
      </pc:sldChg>
      <pc:sldChg chg="modSp mod modAnim">
        <pc:chgData name="Georges MATHIO" userId="1057b68d-d9cf-4cd5-bc4c-3fe68ec33e97" providerId="ADAL" clId="{E75A1F21-2B89-41D3-B76A-30465AF06530}" dt="2024-12-04T13:47:56.785" v="3915"/>
        <pc:sldMkLst>
          <pc:docMk/>
          <pc:sldMk cId="2284228860" sldId="266"/>
        </pc:sldMkLst>
        <pc:spChg chg="mod">
          <ac:chgData name="Georges MATHIO" userId="1057b68d-d9cf-4cd5-bc4c-3fe68ec33e97" providerId="ADAL" clId="{E75A1F21-2B89-41D3-B76A-30465AF06530}" dt="2024-10-29T14:36:35.769" v="2607" actId="14100"/>
          <ac:spMkLst>
            <pc:docMk/>
            <pc:sldMk cId="2284228860" sldId="266"/>
            <ac:spMk id="3" creationId="{A8A75CFA-E18C-7FAB-3081-C2C903E0054B}"/>
          </ac:spMkLst>
        </pc:spChg>
        <pc:spChg chg="mod">
          <ac:chgData name="Georges MATHIO" userId="1057b68d-d9cf-4cd5-bc4c-3fe68ec33e97" providerId="ADAL" clId="{E75A1F21-2B89-41D3-B76A-30465AF06530}" dt="2024-10-29T14:32:27.792" v="2476" actId="1038"/>
          <ac:spMkLst>
            <pc:docMk/>
            <pc:sldMk cId="2284228860" sldId="266"/>
            <ac:spMk id="5" creationId="{A51CD53D-ED1A-59F5-088F-C27E750B9DF4}"/>
          </ac:spMkLst>
        </pc:spChg>
        <pc:spChg chg="mod">
          <ac:chgData name="Georges MATHIO" userId="1057b68d-d9cf-4cd5-bc4c-3fe68ec33e97" providerId="ADAL" clId="{E75A1F21-2B89-41D3-B76A-30465AF06530}" dt="2024-10-29T14:32:34.734" v="2477" actId="1582"/>
          <ac:spMkLst>
            <pc:docMk/>
            <pc:sldMk cId="2284228860" sldId="266"/>
            <ac:spMk id="8" creationId="{8552457F-CA42-CAD5-1D50-0F5F46546509}"/>
          </ac:spMkLst>
        </pc:spChg>
        <pc:spChg chg="mod">
          <ac:chgData name="Georges MATHIO" userId="1057b68d-d9cf-4cd5-bc4c-3fe68ec33e97" providerId="ADAL" clId="{E75A1F21-2B89-41D3-B76A-30465AF06530}" dt="2024-10-29T14:34:37.649" v="2493" actId="1036"/>
          <ac:spMkLst>
            <pc:docMk/>
            <pc:sldMk cId="2284228860" sldId="266"/>
            <ac:spMk id="9" creationId="{97903BD0-BF05-17E6-D0C7-8221CDD418EE}"/>
          </ac:spMkLst>
        </pc:spChg>
        <pc:picChg chg="mod">
          <ac:chgData name="Georges MATHIO" userId="1057b68d-d9cf-4cd5-bc4c-3fe68ec33e97" providerId="ADAL" clId="{E75A1F21-2B89-41D3-B76A-30465AF06530}" dt="2024-10-29T10:42:11.458" v="1063" actId="108"/>
          <ac:picMkLst>
            <pc:docMk/>
            <pc:sldMk cId="2284228860" sldId="266"/>
            <ac:picMk id="6" creationId="{9509DC00-0B6A-7E04-A96C-BBC9B12F765A}"/>
          </ac:picMkLst>
        </pc:picChg>
      </pc:sldChg>
      <pc:sldChg chg="modTransition">
        <pc:chgData name="Georges MATHIO" userId="1057b68d-d9cf-4cd5-bc4c-3fe68ec33e97" providerId="ADAL" clId="{E75A1F21-2B89-41D3-B76A-30465AF06530}" dt="2024-11-21T11:22:52.091" v="3690"/>
        <pc:sldMkLst>
          <pc:docMk/>
          <pc:sldMk cId="1104381753" sldId="267"/>
        </pc:sldMkLst>
      </pc:sldChg>
      <pc:sldChg chg="addSp modSp mod">
        <pc:chgData name="Georges MATHIO" userId="1057b68d-d9cf-4cd5-bc4c-3fe68ec33e97" providerId="ADAL" clId="{E75A1F21-2B89-41D3-B76A-30465AF06530}" dt="2024-10-29T14:43:08.329" v="2657" actId="1076"/>
        <pc:sldMkLst>
          <pc:docMk/>
          <pc:sldMk cId="3284553537" sldId="272"/>
        </pc:sldMkLst>
        <pc:spChg chg="mod">
          <ac:chgData name="Georges MATHIO" userId="1057b68d-d9cf-4cd5-bc4c-3fe68ec33e97" providerId="ADAL" clId="{E75A1F21-2B89-41D3-B76A-30465AF06530}" dt="2024-10-29T14:40:27.730" v="2610" actId="1076"/>
          <ac:spMkLst>
            <pc:docMk/>
            <pc:sldMk cId="3284553537" sldId="272"/>
            <ac:spMk id="18" creationId="{EBF717F5-AE9A-AFA6-EFAE-EB4B2BE8D2CB}"/>
          </ac:spMkLst>
        </pc:spChg>
        <pc:picChg chg="mod">
          <ac:chgData name="Georges MATHIO" userId="1057b68d-d9cf-4cd5-bc4c-3fe68ec33e97" providerId="ADAL" clId="{E75A1F21-2B89-41D3-B76A-30465AF06530}" dt="2024-10-29T14:41:58.998" v="2645" actId="1076"/>
          <ac:picMkLst>
            <pc:docMk/>
            <pc:sldMk cId="3284553537" sldId="272"/>
            <ac:picMk id="9" creationId="{3D1A6911-B183-BEBB-3B6C-4FCAF59758DD}"/>
          </ac:picMkLst>
        </pc:picChg>
        <pc:picChg chg="mod">
          <ac:chgData name="Georges MATHIO" userId="1057b68d-d9cf-4cd5-bc4c-3fe68ec33e97" providerId="ADAL" clId="{E75A1F21-2B89-41D3-B76A-30465AF06530}" dt="2024-10-29T14:42:03.979" v="2646" actId="1076"/>
          <ac:picMkLst>
            <pc:docMk/>
            <pc:sldMk cId="3284553537" sldId="272"/>
            <ac:picMk id="24" creationId="{0F130DEA-14B9-8D96-C66A-A341DF5A873D}"/>
          </ac:picMkLst>
        </pc:picChg>
        <pc:picChg chg="mod">
          <ac:chgData name="Georges MATHIO" userId="1057b68d-d9cf-4cd5-bc4c-3fe68ec33e97" providerId="ADAL" clId="{E75A1F21-2B89-41D3-B76A-30465AF06530}" dt="2024-10-29T14:43:08.329" v="2657" actId="1076"/>
          <ac:picMkLst>
            <pc:docMk/>
            <pc:sldMk cId="3284553537" sldId="272"/>
            <ac:picMk id="1038" creationId="{B1E46DD6-FA36-5519-5508-A456DD869862}"/>
          </ac:picMkLst>
        </pc:picChg>
        <pc:picChg chg="add mod">
          <ac:chgData name="Georges MATHIO" userId="1057b68d-d9cf-4cd5-bc4c-3fe68ec33e97" providerId="ADAL" clId="{E75A1F21-2B89-41D3-B76A-30465AF06530}" dt="2024-10-29T14:41:42.495" v="2643" actId="14100"/>
          <ac:picMkLst>
            <pc:docMk/>
            <pc:sldMk cId="3284553537" sldId="272"/>
            <ac:picMk id="3078" creationId="{5E563529-61BD-77EB-AE48-EC66DECF82C3}"/>
          </ac:picMkLst>
        </pc:picChg>
        <pc:cxnChg chg="mod">
          <ac:chgData name="Georges MATHIO" userId="1057b68d-d9cf-4cd5-bc4c-3fe68ec33e97" providerId="ADAL" clId="{E75A1F21-2B89-41D3-B76A-30465AF06530}" dt="2024-10-29T14:42:43.994" v="2653" actId="14100"/>
          <ac:cxnSpMkLst>
            <pc:docMk/>
            <pc:sldMk cId="3284553537" sldId="272"/>
            <ac:cxnSpMk id="26" creationId="{D7D211AA-5032-2C21-F4F3-9A6E7896E795}"/>
          </ac:cxnSpMkLst>
        </pc:cxnChg>
        <pc:cxnChg chg="mod">
          <ac:chgData name="Georges MATHIO" userId="1057b68d-d9cf-4cd5-bc4c-3fe68ec33e97" providerId="ADAL" clId="{E75A1F21-2B89-41D3-B76A-30465AF06530}" dt="2024-10-29T14:42:38.458" v="2651" actId="14100"/>
          <ac:cxnSpMkLst>
            <pc:docMk/>
            <pc:sldMk cId="3284553537" sldId="272"/>
            <ac:cxnSpMk id="28" creationId="{4FF37A1A-BDE2-5A59-8078-0F0C77E5BC75}"/>
          </ac:cxnSpMkLst>
        </pc:cxnChg>
      </pc:sldChg>
      <pc:sldChg chg="modSp mod">
        <pc:chgData name="Georges MATHIO" userId="1057b68d-d9cf-4cd5-bc4c-3fe68ec33e97" providerId="ADAL" clId="{E75A1F21-2B89-41D3-B76A-30465AF06530}" dt="2024-10-29T14:46:52.425" v="2677" actId="27636"/>
        <pc:sldMkLst>
          <pc:docMk/>
          <pc:sldMk cId="3300471138" sldId="273"/>
        </pc:sldMkLst>
        <pc:spChg chg="mod">
          <ac:chgData name="Georges MATHIO" userId="1057b68d-d9cf-4cd5-bc4c-3fe68ec33e97" providerId="ADAL" clId="{E75A1F21-2B89-41D3-B76A-30465AF06530}" dt="2024-10-29T14:46:52.425" v="2677" actId="27636"/>
          <ac:spMkLst>
            <pc:docMk/>
            <pc:sldMk cId="3300471138" sldId="273"/>
            <ac:spMk id="3" creationId="{A8A75CFA-E18C-7FAB-3081-C2C903E0054B}"/>
          </ac:spMkLst>
        </pc:spChg>
        <pc:spChg chg="mod">
          <ac:chgData name="Georges MATHIO" userId="1057b68d-d9cf-4cd5-bc4c-3fe68ec33e97" providerId="ADAL" clId="{E75A1F21-2B89-41D3-B76A-30465AF06530}" dt="2024-10-29T14:43:33.381" v="2658" actId="20577"/>
          <ac:spMkLst>
            <pc:docMk/>
            <pc:sldMk cId="3300471138" sldId="273"/>
            <ac:spMk id="4" creationId="{6E13AE0A-54BA-E302-9610-D35C7B750FA2}"/>
          </ac:spMkLst>
        </pc:spChg>
      </pc:sldChg>
      <pc:sldChg chg="delSp modSp mod ord modShow">
        <pc:chgData name="Georges MATHIO" userId="1057b68d-d9cf-4cd5-bc4c-3fe68ec33e97" providerId="ADAL" clId="{E75A1F21-2B89-41D3-B76A-30465AF06530}" dt="2024-12-04T13:54:52.139" v="3959" actId="1076"/>
        <pc:sldMkLst>
          <pc:docMk/>
          <pc:sldMk cId="1236964428" sldId="275"/>
        </pc:sldMkLst>
        <pc:spChg chg="mod">
          <ac:chgData name="Georges MATHIO" userId="1057b68d-d9cf-4cd5-bc4c-3fe68ec33e97" providerId="ADAL" clId="{E75A1F21-2B89-41D3-B76A-30465AF06530}" dt="2024-12-04T13:54:26.277" v="3957" actId="20577"/>
          <ac:spMkLst>
            <pc:docMk/>
            <pc:sldMk cId="1236964428" sldId="275"/>
            <ac:spMk id="2" creationId="{3A83B63E-8695-A261-2D66-4BFE1CECFE25}"/>
          </ac:spMkLst>
        </pc:spChg>
        <pc:spChg chg="mod">
          <ac:chgData name="Georges MATHIO" userId="1057b68d-d9cf-4cd5-bc4c-3fe68ec33e97" providerId="ADAL" clId="{E75A1F21-2B89-41D3-B76A-30465AF06530}" dt="2024-12-04T13:54:52.139" v="3959" actId="1076"/>
          <ac:spMkLst>
            <pc:docMk/>
            <pc:sldMk cId="1236964428" sldId="275"/>
            <ac:spMk id="3" creationId="{E7B1851B-891E-7219-903C-44C4234BD6E6}"/>
          </ac:spMkLst>
        </pc:spChg>
      </pc:sldChg>
      <pc:sldChg chg="modSp mod">
        <pc:chgData name="Georges MATHIO" userId="1057b68d-d9cf-4cd5-bc4c-3fe68ec33e97" providerId="ADAL" clId="{E75A1F21-2B89-41D3-B76A-30465AF06530}" dt="2024-10-29T14:48:27.334" v="2680" actId="20578"/>
        <pc:sldMkLst>
          <pc:docMk/>
          <pc:sldMk cId="1244614476" sldId="276"/>
        </pc:sldMkLst>
        <pc:spChg chg="mod">
          <ac:chgData name="Georges MATHIO" userId="1057b68d-d9cf-4cd5-bc4c-3fe68ec33e97" providerId="ADAL" clId="{E75A1F21-2B89-41D3-B76A-30465AF06530}" dt="2024-10-29T14:48:27.334" v="2680" actId="20578"/>
          <ac:spMkLst>
            <pc:docMk/>
            <pc:sldMk cId="1244614476" sldId="276"/>
            <ac:spMk id="3" creationId="{E7B1851B-891E-7219-903C-44C4234BD6E6}"/>
          </ac:spMkLst>
        </pc:spChg>
      </pc:sldChg>
      <pc:sldChg chg="del">
        <pc:chgData name="Georges MATHIO" userId="1057b68d-d9cf-4cd5-bc4c-3fe68ec33e97" providerId="ADAL" clId="{E75A1F21-2B89-41D3-B76A-30465AF06530}" dt="2024-10-25T09:41:47.101" v="1" actId="47"/>
        <pc:sldMkLst>
          <pc:docMk/>
          <pc:sldMk cId="2793604676" sldId="277"/>
        </pc:sldMkLst>
      </pc:sldChg>
      <pc:sldChg chg="modSp del mod ord">
        <pc:chgData name="Georges MATHIO" userId="1057b68d-d9cf-4cd5-bc4c-3fe68ec33e97" providerId="ADAL" clId="{E75A1F21-2B89-41D3-B76A-30465AF06530}" dt="2024-10-29T10:32:36.179" v="602" actId="47"/>
        <pc:sldMkLst>
          <pc:docMk/>
          <pc:sldMk cId="2511482636" sldId="278"/>
        </pc:sldMkLst>
      </pc:sldChg>
      <pc:sldChg chg="addSp delSp modSp modTransition">
        <pc:chgData name="Georges MATHIO" userId="1057b68d-d9cf-4cd5-bc4c-3fe68ec33e97" providerId="ADAL" clId="{E75A1F21-2B89-41D3-B76A-30465AF06530}" dt="2024-12-04T13:57:28.300" v="4027"/>
        <pc:sldMkLst>
          <pc:docMk/>
          <pc:sldMk cId="1744596131" sldId="280"/>
        </pc:sldMkLst>
        <pc:picChg chg="add mod">
          <ac:chgData name="Georges MATHIO" userId="1057b68d-d9cf-4cd5-bc4c-3fe68ec33e97" providerId="ADAL" clId="{E75A1F21-2B89-41D3-B76A-30465AF06530}" dt="2024-10-29T15:07:31.461" v="3042" actId="1076"/>
          <ac:picMkLst>
            <pc:docMk/>
            <pc:sldMk cId="1744596131" sldId="280"/>
            <ac:picMk id="4100" creationId="{8A5AA9F7-2875-27A4-CD44-1DBE67F90361}"/>
          </ac:picMkLst>
        </pc:picChg>
      </pc:sldChg>
      <pc:sldChg chg="addSp modSp add mod ord">
        <pc:chgData name="Georges MATHIO" userId="1057b68d-d9cf-4cd5-bc4c-3fe68ec33e97" providerId="ADAL" clId="{E75A1F21-2B89-41D3-B76A-30465AF06530}" dt="2024-11-21T11:31:41.923" v="3771" actId="20577"/>
        <pc:sldMkLst>
          <pc:docMk/>
          <pc:sldMk cId="2440634833" sldId="281"/>
        </pc:sldMkLst>
        <pc:spChg chg="mod">
          <ac:chgData name="Georges MATHIO" userId="1057b68d-d9cf-4cd5-bc4c-3fe68ec33e97" providerId="ADAL" clId="{E75A1F21-2B89-41D3-B76A-30465AF06530}" dt="2024-10-29T10:32:32.708" v="601" actId="20577"/>
          <ac:spMkLst>
            <pc:docMk/>
            <pc:sldMk cId="2440634833" sldId="281"/>
            <ac:spMk id="2" creationId="{4B9CE9B4-22C2-D0D1-22E3-996C300FC99A}"/>
          </ac:spMkLst>
        </pc:spChg>
        <pc:spChg chg="mod">
          <ac:chgData name="Georges MATHIO" userId="1057b68d-d9cf-4cd5-bc4c-3fe68ec33e97" providerId="ADAL" clId="{E75A1F21-2B89-41D3-B76A-30465AF06530}" dt="2024-11-21T11:31:41.923" v="3771" actId="20577"/>
          <ac:spMkLst>
            <pc:docMk/>
            <pc:sldMk cId="2440634833" sldId="281"/>
            <ac:spMk id="3" creationId="{562509FB-3375-6A4D-FF92-5EB987E5EE04}"/>
          </ac:spMkLst>
        </pc:spChg>
        <pc:spChg chg="add mod">
          <ac:chgData name="Georges MATHIO" userId="1057b68d-d9cf-4cd5-bc4c-3fe68ec33e97" providerId="ADAL" clId="{E75A1F21-2B89-41D3-B76A-30465AF06530}" dt="2024-10-29T10:33:05.217" v="619" actId="20577"/>
          <ac:spMkLst>
            <pc:docMk/>
            <pc:sldMk cId="2440634833" sldId="281"/>
            <ac:spMk id="4" creationId="{DBEFB8F2-E407-4A2E-7B33-C110AE034E3E}"/>
          </ac:spMkLst>
        </pc:spChg>
        <pc:picChg chg="add mod">
          <ac:chgData name="Georges MATHIO" userId="1057b68d-d9cf-4cd5-bc4c-3fe68ec33e97" providerId="ADAL" clId="{E75A1F21-2B89-41D3-B76A-30465AF06530}" dt="2024-10-29T10:44:36.053" v="1097" actId="1076"/>
          <ac:picMkLst>
            <pc:docMk/>
            <pc:sldMk cId="2440634833" sldId="281"/>
            <ac:picMk id="5" creationId="{1A24669E-99C2-623A-DE8A-AA95068C66D7}"/>
          </ac:picMkLst>
        </pc:picChg>
        <pc:picChg chg="add mod">
          <ac:chgData name="Georges MATHIO" userId="1057b68d-d9cf-4cd5-bc4c-3fe68ec33e97" providerId="ADAL" clId="{E75A1F21-2B89-41D3-B76A-30465AF06530}" dt="2024-10-29T10:44:56.242" v="1101" actId="1076"/>
          <ac:picMkLst>
            <pc:docMk/>
            <pc:sldMk cId="2440634833" sldId="281"/>
            <ac:picMk id="7" creationId="{322BBB93-5596-EB80-67CC-A14806B83B4C}"/>
          </ac:picMkLst>
        </pc:picChg>
        <pc:picChg chg="add mod">
          <ac:chgData name="Georges MATHIO" userId="1057b68d-d9cf-4cd5-bc4c-3fe68ec33e97" providerId="ADAL" clId="{E75A1F21-2B89-41D3-B76A-30465AF06530}" dt="2024-10-29T10:44:58.592" v="1102" actId="1076"/>
          <ac:picMkLst>
            <pc:docMk/>
            <pc:sldMk cId="2440634833" sldId="281"/>
            <ac:picMk id="1026" creationId="{611285C6-9B84-458D-78EE-92907E5F7E58}"/>
          </ac:picMkLst>
        </pc:picChg>
        <pc:picChg chg="add mod">
          <ac:chgData name="Georges MATHIO" userId="1057b68d-d9cf-4cd5-bc4c-3fe68ec33e97" providerId="ADAL" clId="{E75A1F21-2B89-41D3-B76A-30465AF06530}" dt="2024-10-29T10:47:08.977" v="1137" actId="1076"/>
          <ac:picMkLst>
            <pc:docMk/>
            <pc:sldMk cId="2440634833" sldId="281"/>
            <ac:picMk id="1028" creationId="{C3003B57-ECD0-EF3C-92D2-DBF95C45E40D}"/>
          </ac:picMkLst>
        </pc:picChg>
      </pc:sldChg>
      <pc:sldChg chg="modSp add mod modShow">
        <pc:chgData name="Georges MATHIO" userId="1057b68d-d9cf-4cd5-bc4c-3fe68ec33e97" providerId="ADAL" clId="{E75A1F21-2B89-41D3-B76A-30465AF06530}" dt="2024-12-04T14:04:38.553" v="4031" actId="729"/>
        <pc:sldMkLst>
          <pc:docMk/>
          <pc:sldMk cId="281950407" sldId="282"/>
        </pc:sldMkLst>
        <pc:spChg chg="mod">
          <ac:chgData name="Georges MATHIO" userId="1057b68d-d9cf-4cd5-bc4c-3fe68ec33e97" providerId="ADAL" clId="{E75A1F21-2B89-41D3-B76A-30465AF06530}" dt="2024-10-29T15:05:32.587" v="3005" actId="20577"/>
          <ac:spMkLst>
            <pc:docMk/>
            <pc:sldMk cId="281950407" sldId="282"/>
            <ac:spMk id="2" creationId="{99A98A25-F155-211C-DF25-3819E46E47F2}"/>
          </ac:spMkLst>
        </pc:spChg>
        <pc:spChg chg="mod">
          <ac:chgData name="Georges MATHIO" userId="1057b68d-d9cf-4cd5-bc4c-3fe68ec33e97" providerId="ADAL" clId="{E75A1F21-2B89-41D3-B76A-30465AF06530}" dt="2024-10-29T15:06:20.218" v="3030" actId="20577"/>
          <ac:spMkLst>
            <pc:docMk/>
            <pc:sldMk cId="281950407" sldId="282"/>
            <ac:spMk id="3" creationId="{CD6C0BED-880E-175C-8A37-7AD83FA2E8DB}"/>
          </ac:spMkLst>
        </pc:spChg>
        <pc:spChg chg="mod">
          <ac:chgData name="Georges MATHIO" userId="1057b68d-d9cf-4cd5-bc4c-3fe68ec33e97" providerId="ADAL" clId="{E75A1F21-2B89-41D3-B76A-30465AF06530}" dt="2024-10-29T15:05:51.843" v="3017" actId="20577"/>
          <ac:spMkLst>
            <pc:docMk/>
            <pc:sldMk cId="281950407" sldId="282"/>
            <ac:spMk id="5" creationId="{89100398-0D5B-2EAB-1D86-FFD9894508F8}"/>
          </ac:spMkLst>
        </pc:spChg>
      </pc:sldChg>
      <pc:sldChg chg="addSp delSp modSp add mod">
        <pc:chgData name="Georges MATHIO" userId="1057b68d-d9cf-4cd5-bc4c-3fe68ec33e97" providerId="ADAL" clId="{E75A1F21-2B89-41D3-B76A-30465AF06530}" dt="2024-12-04T13:56:41.562" v="4023" actId="20577"/>
        <pc:sldMkLst>
          <pc:docMk/>
          <pc:sldMk cId="1019647497" sldId="283"/>
        </pc:sldMkLst>
        <pc:spChg chg="mod">
          <ac:chgData name="Georges MATHIO" userId="1057b68d-d9cf-4cd5-bc4c-3fe68ec33e97" providerId="ADAL" clId="{E75A1F21-2B89-41D3-B76A-30465AF06530}" dt="2024-10-29T14:54:04.792" v="2738" actId="20577"/>
          <ac:spMkLst>
            <pc:docMk/>
            <pc:sldMk cId="1019647497" sldId="283"/>
            <ac:spMk id="2" creationId="{D42D99C8-67D5-A44C-2548-15F4A8FB3007}"/>
          </ac:spMkLst>
        </pc:spChg>
        <pc:spChg chg="mod">
          <ac:chgData name="Georges MATHIO" userId="1057b68d-d9cf-4cd5-bc4c-3fe68ec33e97" providerId="ADAL" clId="{E75A1F21-2B89-41D3-B76A-30465AF06530}" dt="2024-12-04T13:56:41.562" v="4023" actId="20577"/>
          <ac:spMkLst>
            <pc:docMk/>
            <pc:sldMk cId="1019647497" sldId="283"/>
            <ac:spMk id="3" creationId="{EF918B59-84BD-DF25-FA73-D57BEECC743F}"/>
          </ac:spMkLst>
        </pc:spChg>
        <pc:spChg chg="mod">
          <ac:chgData name="Georges MATHIO" userId="1057b68d-d9cf-4cd5-bc4c-3fe68ec33e97" providerId="ADAL" clId="{E75A1F21-2B89-41D3-B76A-30465AF06530}" dt="2024-10-29T14:55:32.065" v="2829" actId="20577"/>
          <ac:spMkLst>
            <pc:docMk/>
            <pc:sldMk cId="1019647497" sldId="283"/>
            <ac:spMk id="4" creationId="{41E6FAFB-3B62-3BC0-0D9A-1358C7708252}"/>
          </ac:spMkLst>
        </pc:spChg>
        <pc:spChg chg="add mod">
          <ac:chgData name="Georges MATHIO" userId="1057b68d-d9cf-4cd5-bc4c-3fe68ec33e97" providerId="ADAL" clId="{E75A1F21-2B89-41D3-B76A-30465AF06530}" dt="2024-12-04T13:31:11.670" v="3815" actId="20577"/>
          <ac:spMkLst>
            <pc:docMk/>
            <pc:sldMk cId="1019647497" sldId="283"/>
            <ac:spMk id="7" creationId="{CAF0B8C5-5158-804F-2E02-2FB5C67FA033}"/>
          </ac:spMkLst>
        </pc:spChg>
        <pc:picChg chg="add mod">
          <ac:chgData name="Georges MATHIO" userId="1057b68d-d9cf-4cd5-bc4c-3fe68ec33e97" providerId="ADAL" clId="{E75A1F21-2B89-41D3-B76A-30465AF06530}" dt="2024-10-29T14:55:16.107" v="2806" actId="14861"/>
          <ac:picMkLst>
            <pc:docMk/>
            <pc:sldMk cId="1019647497" sldId="283"/>
            <ac:picMk id="6" creationId="{05B8BB2F-6E1D-1CC4-046E-C3B038078A86}"/>
          </ac:picMkLst>
        </pc:picChg>
      </pc:sldChg>
      <pc:sldChg chg="addSp modSp add mod ord">
        <pc:chgData name="Georges MATHIO" userId="1057b68d-d9cf-4cd5-bc4c-3fe68ec33e97" providerId="ADAL" clId="{E75A1F21-2B89-41D3-B76A-30465AF06530}" dt="2024-11-05T16:07:58.218" v="3467" actId="1076"/>
        <pc:sldMkLst>
          <pc:docMk/>
          <pc:sldMk cId="2808999358" sldId="284"/>
        </pc:sldMkLst>
        <pc:spChg chg="mod">
          <ac:chgData name="Georges MATHIO" userId="1057b68d-d9cf-4cd5-bc4c-3fe68ec33e97" providerId="ADAL" clId="{E75A1F21-2B89-41D3-B76A-30465AF06530}" dt="2024-10-29T15:34:16.966" v="3066" actId="20577"/>
          <ac:spMkLst>
            <pc:docMk/>
            <pc:sldMk cId="2808999358" sldId="284"/>
            <ac:spMk id="2" creationId="{1A180ACF-9DCF-DC1B-F319-48E633D1DC50}"/>
          </ac:spMkLst>
        </pc:spChg>
        <pc:spChg chg="mod">
          <ac:chgData name="Georges MATHIO" userId="1057b68d-d9cf-4cd5-bc4c-3fe68ec33e97" providerId="ADAL" clId="{E75A1F21-2B89-41D3-B76A-30465AF06530}" dt="2024-10-29T15:34:43.860" v="3073" actId="20577"/>
          <ac:spMkLst>
            <pc:docMk/>
            <pc:sldMk cId="2808999358" sldId="284"/>
            <ac:spMk id="3" creationId="{C9D02A89-FC90-B53A-4817-D79B5E77AD1F}"/>
          </ac:spMkLst>
        </pc:spChg>
        <pc:spChg chg="add mod">
          <ac:chgData name="Georges MATHIO" userId="1057b68d-d9cf-4cd5-bc4c-3fe68ec33e97" providerId="ADAL" clId="{E75A1F21-2B89-41D3-B76A-30465AF06530}" dt="2024-10-29T15:35:49.613" v="3115" actId="20577"/>
          <ac:spMkLst>
            <pc:docMk/>
            <pc:sldMk cId="2808999358" sldId="284"/>
            <ac:spMk id="5" creationId="{036A8D0F-9910-C384-3913-32E329D07921}"/>
          </ac:spMkLst>
        </pc:spChg>
        <pc:spChg chg="mod">
          <ac:chgData name="Georges MATHIO" userId="1057b68d-d9cf-4cd5-bc4c-3fe68ec33e97" providerId="ADAL" clId="{E75A1F21-2B89-41D3-B76A-30465AF06530}" dt="2024-10-29T15:38:11.712" v="3418" actId="2711"/>
          <ac:spMkLst>
            <pc:docMk/>
            <pc:sldMk cId="2808999358" sldId="284"/>
            <ac:spMk id="7" creationId="{E885D1F0-E115-7961-56EB-86D8DD1A00BC}"/>
          </ac:spMkLst>
        </pc:spChg>
        <pc:spChg chg="add mod">
          <ac:chgData name="Georges MATHIO" userId="1057b68d-d9cf-4cd5-bc4c-3fe68ec33e97" providerId="ADAL" clId="{E75A1F21-2B89-41D3-B76A-30465AF06530}" dt="2024-11-05T16:07:58.218" v="3467" actId="1076"/>
          <ac:spMkLst>
            <pc:docMk/>
            <pc:sldMk cId="2808999358" sldId="284"/>
            <ac:spMk id="8" creationId="{356DEFCD-63BF-57F1-F861-131EB8A28504}"/>
          </ac:spMkLst>
        </pc:spChg>
        <pc:picChg chg="add mod">
          <ac:chgData name="Georges MATHIO" userId="1057b68d-d9cf-4cd5-bc4c-3fe68ec33e97" providerId="ADAL" clId="{E75A1F21-2B89-41D3-B76A-30465AF06530}" dt="2024-11-05T16:07:40.787" v="3464" actId="108"/>
          <ac:picMkLst>
            <pc:docMk/>
            <pc:sldMk cId="2808999358" sldId="284"/>
            <ac:picMk id="4" creationId="{14CCA8AC-CE0C-F1CF-106A-C07FE9095C87}"/>
          </ac:picMkLst>
        </pc:picChg>
        <pc:picChg chg="add mod">
          <ac:chgData name="Georges MATHIO" userId="1057b68d-d9cf-4cd5-bc4c-3fe68ec33e97" providerId="ADAL" clId="{E75A1F21-2B89-41D3-B76A-30465AF06530}" dt="2024-11-05T16:07:52.832" v="3466" actId="1076"/>
          <ac:picMkLst>
            <pc:docMk/>
            <pc:sldMk cId="2808999358" sldId="284"/>
            <ac:picMk id="6" creationId="{2943E4EA-C524-DCE1-61EC-ADB0FA8E78A6}"/>
          </ac:picMkLst>
        </pc:picChg>
      </pc:sldChg>
      <pc:sldChg chg="delSp modSp add mod">
        <pc:chgData name="Georges MATHIO" userId="1057b68d-d9cf-4cd5-bc4c-3fe68ec33e97" providerId="ADAL" clId="{E75A1F21-2B89-41D3-B76A-30465AF06530}" dt="2024-11-08T12:47:11.799" v="3673" actId="1035"/>
        <pc:sldMkLst>
          <pc:docMk/>
          <pc:sldMk cId="34415059" sldId="285"/>
        </pc:sldMkLst>
        <pc:spChg chg="mod">
          <ac:chgData name="Georges MATHIO" userId="1057b68d-d9cf-4cd5-bc4c-3fe68ec33e97" providerId="ADAL" clId="{E75A1F21-2B89-41D3-B76A-30465AF06530}" dt="2024-11-08T12:46:36.695" v="3640"/>
          <ac:spMkLst>
            <pc:docMk/>
            <pc:sldMk cId="34415059" sldId="285"/>
            <ac:spMk id="2" creationId="{EFA79C27-B7DE-1987-DBDC-1C9636837AB6}"/>
          </ac:spMkLst>
        </pc:spChg>
        <pc:spChg chg="mod">
          <ac:chgData name="Georges MATHIO" userId="1057b68d-d9cf-4cd5-bc4c-3fe68ec33e97" providerId="ADAL" clId="{E75A1F21-2B89-41D3-B76A-30465AF06530}" dt="2024-11-08T12:47:07.981" v="3646" actId="1076"/>
          <ac:spMkLst>
            <pc:docMk/>
            <pc:sldMk cId="34415059" sldId="285"/>
            <ac:spMk id="4" creationId="{CF6623A0-FA6C-1A38-8F16-4BA374925AE7}"/>
          </ac:spMkLst>
        </pc:spChg>
        <pc:picChg chg="mod">
          <ac:chgData name="Georges MATHIO" userId="1057b68d-d9cf-4cd5-bc4c-3fe68ec33e97" providerId="ADAL" clId="{E75A1F21-2B89-41D3-B76A-30465AF06530}" dt="2024-11-08T12:47:11.799" v="3673" actId="1035"/>
          <ac:picMkLst>
            <pc:docMk/>
            <pc:sldMk cId="34415059" sldId="285"/>
            <ac:picMk id="2054" creationId="{C156519E-7567-DCC7-7CDE-09FACB0EEC1C}"/>
          </ac:picMkLst>
        </pc:picChg>
        <pc:picChg chg="mod">
          <ac:chgData name="Georges MATHIO" userId="1057b68d-d9cf-4cd5-bc4c-3fe68ec33e97" providerId="ADAL" clId="{E75A1F21-2B89-41D3-B76A-30465AF06530}" dt="2024-11-08T12:47:11.799" v="3673" actId="1035"/>
          <ac:picMkLst>
            <pc:docMk/>
            <pc:sldMk cId="34415059" sldId="285"/>
            <ac:picMk id="2056" creationId="{1DCE5A9C-19D3-A02E-591E-C4197E48ED33}"/>
          </ac:picMkLst>
        </pc:picChg>
      </pc:sldChg>
      <pc:sldChg chg="addSp new del">
        <pc:chgData name="Georges MATHIO" userId="1057b68d-d9cf-4cd5-bc4c-3fe68ec33e97" providerId="ADAL" clId="{E75A1F21-2B89-41D3-B76A-30465AF06530}" dt="2024-12-04T13:40:42.644" v="3903" actId="47"/>
        <pc:sldMkLst>
          <pc:docMk/>
          <pc:sldMk cId="581263615" sldId="286"/>
        </pc:sldMkLst>
      </pc:sldChg>
      <pc:sldChg chg="delSp add del setBg delDesignElem">
        <pc:chgData name="Georges MATHIO" userId="1057b68d-d9cf-4cd5-bc4c-3fe68ec33e97" providerId="ADAL" clId="{E75A1F21-2B89-41D3-B76A-30465AF06530}" dt="2024-12-04T13:40:40.589" v="3902" actId="47"/>
        <pc:sldMkLst>
          <pc:docMk/>
          <pc:sldMk cId="1368282679" sldId="287"/>
        </pc:sldMkLst>
      </pc:sldChg>
      <pc:sldChg chg="addSp delSp modSp add mod ord">
        <pc:chgData name="Georges MATHIO" userId="1057b68d-d9cf-4cd5-bc4c-3fe68ec33e97" providerId="ADAL" clId="{E75A1F21-2B89-41D3-B76A-30465AF06530}" dt="2024-12-04T13:41:05.168" v="3904" actId="1076"/>
        <pc:sldMkLst>
          <pc:docMk/>
          <pc:sldMk cId="1775899220" sldId="288"/>
        </pc:sldMkLst>
        <pc:spChg chg="mod">
          <ac:chgData name="Georges MATHIO" userId="1057b68d-d9cf-4cd5-bc4c-3fe68ec33e97" providerId="ADAL" clId="{E75A1F21-2B89-41D3-B76A-30465AF06530}" dt="2024-12-04T13:41:05.168" v="3904" actId="1076"/>
          <ac:spMkLst>
            <pc:docMk/>
            <pc:sldMk cId="1775899220" sldId="288"/>
            <ac:spMk id="2" creationId="{A035CE33-6C6C-6186-32D0-58C815D04BD9}"/>
          </ac:spMkLst>
        </pc:spChg>
        <pc:picChg chg="add mod">
          <ac:chgData name="Georges MATHIO" userId="1057b68d-d9cf-4cd5-bc4c-3fe68ec33e97" providerId="ADAL" clId="{E75A1F21-2B89-41D3-B76A-30465AF06530}" dt="2024-12-04T13:40:18.940" v="3879" actId="1076"/>
          <ac:picMkLst>
            <pc:docMk/>
            <pc:sldMk cId="1775899220" sldId="288"/>
            <ac:picMk id="4" creationId="{4F94EED5-C191-0B5C-8819-17507ED75BB9}"/>
          </ac:picMkLst>
        </pc:picChg>
      </pc:sldChg>
      <pc:sldChg chg="addSp delSp modSp new mod">
        <pc:chgData name="Georges MATHIO" userId="1057b68d-d9cf-4cd5-bc4c-3fe68ec33e97" providerId="ADAL" clId="{E75A1F21-2B89-41D3-B76A-30465AF06530}" dt="2024-12-05T15:59:58.007" v="4370" actId="693"/>
        <pc:sldMkLst>
          <pc:docMk/>
          <pc:sldMk cId="2325169589" sldId="289"/>
        </pc:sldMkLst>
        <pc:spChg chg="mod">
          <ac:chgData name="Georges MATHIO" userId="1057b68d-d9cf-4cd5-bc4c-3fe68ec33e97" providerId="ADAL" clId="{E75A1F21-2B89-41D3-B76A-30465AF06530}" dt="2024-12-05T15:49:53.273" v="4054" actId="20577"/>
          <ac:spMkLst>
            <pc:docMk/>
            <pc:sldMk cId="2325169589" sldId="289"/>
            <ac:spMk id="2" creationId="{B85DCCAF-2EE0-77F8-001A-4B282915333D}"/>
          </ac:spMkLst>
        </pc:spChg>
        <pc:spChg chg="add mod">
          <ac:chgData name="Georges MATHIO" userId="1057b68d-d9cf-4cd5-bc4c-3fe68ec33e97" providerId="ADAL" clId="{E75A1F21-2B89-41D3-B76A-30465AF06530}" dt="2024-12-05T15:58:44.841" v="4364" actId="20577"/>
          <ac:spMkLst>
            <pc:docMk/>
            <pc:sldMk cId="2325169589" sldId="289"/>
            <ac:spMk id="4" creationId="{2F1967BC-06FF-BCDE-CA20-23AB872D4200}"/>
          </ac:spMkLst>
        </pc:spChg>
        <pc:spChg chg="add mod">
          <ac:chgData name="Georges MATHIO" userId="1057b68d-d9cf-4cd5-bc4c-3fe68ec33e97" providerId="ADAL" clId="{E75A1F21-2B89-41D3-B76A-30465AF06530}" dt="2024-12-05T15:53:38.291" v="4239" actId="1076"/>
          <ac:spMkLst>
            <pc:docMk/>
            <pc:sldMk cId="2325169589" sldId="289"/>
            <ac:spMk id="6" creationId="{0C030E8A-DAE4-DFC3-4F89-96076F2D1BF5}"/>
          </ac:spMkLst>
        </pc:spChg>
        <pc:spChg chg="add mod">
          <ac:chgData name="Georges MATHIO" userId="1057b68d-d9cf-4cd5-bc4c-3fe68ec33e97" providerId="ADAL" clId="{E75A1F21-2B89-41D3-B76A-30465AF06530}" dt="2024-12-05T15:54:48.443" v="4257" actId="1076"/>
          <ac:spMkLst>
            <pc:docMk/>
            <pc:sldMk cId="2325169589" sldId="289"/>
            <ac:spMk id="7" creationId="{02B4044C-BD49-5936-B06A-8CFE2B1C911E}"/>
          </ac:spMkLst>
        </pc:spChg>
        <pc:spChg chg="add mod">
          <ac:chgData name="Georges MATHIO" userId="1057b68d-d9cf-4cd5-bc4c-3fe68ec33e97" providerId="ADAL" clId="{E75A1F21-2B89-41D3-B76A-30465AF06530}" dt="2024-12-05T15:59:12.659" v="4365" actId="13822"/>
          <ac:spMkLst>
            <pc:docMk/>
            <pc:sldMk cId="2325169589" sldId="289"/>
            <ac:spMk id="8" creationId="{2840F911-1A3B-EA6E-C517-33A76B52BD41}"/>
          </ac:spMkLst>
        </pc:spChg>
        <pc:spChg chg="add mod">
          <ac:chgData name="Georges MATHIO" userId="1057b68d-d9cf-4cd5-bc4c-3fe68ec33e97" providerId="ADAL" clId="{E75A1F21-2B89-41D3-B76A-30465AF06530}" dt="2024-12-05T15:59:16.821" v="4366" actId="108"/>
          <ac:spMkLst>
            <pc:docMk/>
            <pc:sldMk cId="2325169589" sldId="289"/>
            <ac:spMk id="10" creationId="{68F6BCB3-4D3D-2C49-E7EC-6DFC3FF8D8C9}"/>
          </ac:spMkLst>
        </pc:spChg>
        <pc:spChg chg="add mod">
          <ac:chgData name="Georges MATHIO" userId="1057b68d-d9cf-4cd5-bc4c-3fe68ec33e97" providerId="ADAL" clId="{E75A1F21-2B89-41D3-B76A-30465AF06530}" dt="2024-12-05T15:59:58.007" v="4370" actId="693"/>
          <ac:spMkLst>
            <pc:docMk/>
            <pc:sldMk cId="2325169589" sldId="289"/>
            <ac:spMk id="11" creationId="{85EF18CB-C900-0513-1BA6-0AF97156303C}"/>
          </ac:spMkLst>
        </pc:spChg>
        <pc:cxnChg chg="add mod">
          <ac:chgData name="Georges MATHIO" userId="1057b68d-d9cf-4cd5-bc4c-3fe68ec33e97" providerId="ADAL" clId="{E75A1F21-2B89-41D3-B76A-30465AF06530}" dt="2024-12-05T15:56:02.161" v="4297" actId="14100"/>
          <ac:cxnSpMkLst>
            <pc:docMk/>
            <pc:sldMk cId="2325169589" sldId="289"/>
            <ac:cxnSpMk id="13" creationId="{1037671C-1F80-0014-0161-C6889A14D915}"/>
          </ac:cxnSpMkLst>
        </pc:cxnChg>
        <pc:cxnChg chg="add mod">
          <ac:chgData name="Georges MATHIO" userId="1057b68d-d9cf-4cd5-bc4c-3fe68ec33e97" providerId="ADAL" clId="{E75A1F21-2B89-41D3-B76A-30465AF06530}" dt="2024-12-05T15:57:47.431" v="4322" actId="14100"/>
          <ac:cxnSpMkLst>
            <pc:docMk/>
            <pc:sldMk cId="2325169589" sldId="289"/>
            <ac:cxnSpMk id="16" creationId="{BCF2795E-9975-1065-F0FA-163E16752D16}"/>
          </ac:cxnSpMkLst>
        </pc:cxnChg>
        <pc:cxnChg chg="add mod">
          <ac:chgData name="Georges MATHIO" userId="1057b68d-d9cf-4cd5-bc4c-3fe68ec33e97" providerId="ADAL" clId="{E75A1F21-2B89-41D3-B76A-30465AF06530}" dt="2024-12-05T15:57:58.177" v="4326" actId="693"/>
          <ac:cxnSpMkLst>
            <pc:docMk/>
            <pc:sldMk cId="2325169589" sldId="289"/>
            <ac:cxnSpMk id="19" creationId="{1D2C0C84-C959-EFC1-834B-2AB483CFF095}"/>
          </ac:cxnSpMkLst>
        </pc:cxnChg>
      </pc:sldChg>
      <pc:sldChg chg="addSp delSp modSp add mod modTransition modAnim">
        <pc:chgData name="Georges MATHIO" userId="1057b68d-d9cf-4cd5-bc4c-3fe68ec33e97" providerId="ADAL" clId="{E75A1F21-2B89-41D3-B76A-30465AF06530}" dt="2024-12-11T07:56:32.186" v="4767" actId="20577"/>
        <pc:sldMkLst>
          <pc:docMk/>
          <pc:sldMk cId="421371302" sldId="290"/>
        </pc:sldMkLst>
        <pc:spChg chg="mod">
          <ac:chgData name="Georges MATHIO" userId="1057b68d-d9cf-4cd5-bc4c-3fe68ec33e97" providerId="ADAL" clId="{E75A1F21-2B89-41D3-B76A-30465AF06530}" dt="2024-12-11T07:43:06.006" v="4413" actId="20577"/>
          <ac:spMkLst>
            <pc:docMk/>
            <pc:sldMk cId="421371302" sldId="290"/>
            <ac:spMk id="2" creationId="{E44D97E2-4321-347C-08D9-A3C533D36292}"/>
          </ac:spMkLst>
        </pc:spChg>
        <pc:spChg chg="del">
          <ac:chgData name="Georges MATHIO" userId="1057b68d-d9cf-4cd5-bc4c-3fe68ec33e97" providerId="ADAL" clId="{E75A1F21-2B89-41D3-B76A-30465AF06530}" dt="2024-12-11T07:43:17.259" v="4417" actId="478"/>
          <ac:spMkLst>
            <pc:docMk/>
            <pc:sldMk cId="421371302" sldId="290"/>
            <ac:spMk id="3" creationId="{30EEDADC-A933-255E-08E8-9B139325A88C}"/>
          </ac:spMkLst>
        </pc:spChg>
        <pc:spChg chg="mod">
          <ac:chgData name="Georges MATHIO" userId="1057b68d-d9cf-4cd5-bc4c-3fe68ec33e97" providerId="ADAL" clId="{E75A1F21-2B89-41D3-B76A-30465AF06530}" dt="2024-12-11T07:43:35.972" v="4443" actId="5793"/>
          <ac:spMkLst>
            <pc:docMk/>
            <pc:sldMk cId="421371302" sldId="290"/>
            <ac:spMk id="4" creationId="{D1CEC3D2-5434-6482-E8D2-1C9509470905}"/>
          </ac:spMkLst>
        </pc:spChg>
        <pc:spChg chg="add del mod">
          <ac:chgData name="Georges MATHIO" userId="1057b68d-d9cf-4cd5-bc4c-3fe68ec33e97" providerId="ADAL" clId="{E75A1F21-2B89-41D3-B76A-30465AF06530}" dt="2024-12-11T07:43:22.216" v="4418" actId="478"/>
          <ac:spMkLst>
            <pc:docMk/>
            <pc:sldMk cId="421371302" sldId="290"/>
            <ac:spMk id="6" creationId="{FEDF93B4-EFE2-1D58-DD3B-8BE691C83788}"/>
          </ac:spMkLst>
        </pc:spChg>
        <pc:spChg chg="add mod">
          <ac:chgData name="Georges MATHIO" userId="1057b68d-d9cf-4cd5-bc4c-3fe68ec33e97" providerId="ADAL" clId="{E75A1F21-2B89-41D3-B76A-30465AF06530}" dt="2024-12-11T07:44:26.572" v="4479" actId="1076"/>
          <ac:spMkLst>
            <pc:docMk/>
            <pc:sldMk cId="421371302" sldId="290"/>
            <ac:spMk id="7" creationId="{38822E6F-40B3-6D01-2F99-EEA3C77A31F2}"/>
          </ac:spMkLst>
        </pc:spChg>
        <pc:spChg chg="add mod">
          <ac:chgData name="Georges MATHIO" userId="1057b68d-d9cf-4cd5-bc4c-3fe68ec33e97" providerId="ADAL" clId="{E75A1F21-2B89-41D3-B76A-30465AF06530}" dt="2024-12-11T07:53:24.739" v="4695" actId="20577"/>
          <ac:spMkLst>
            <pc:docMk/>
            <pc:sldMk cId="421371302" sldId="290"/>
            <ac:spMk id="8" creationId="{3803259D-134D-A599-C477-DB7B08BADFF0}"/>
          </ac:spMkLst>
        </pc:spChg>
        <pc:spChg chg="add mod">
          <ac:chgData name="Georges MATHIO" userId="1057b68d-d9cf-4cd5-bc4c-3fe68ec33e97" providerId="ADAL" clId="{E75A1F21-2B89-41D3-B76A-30465AF06530}" dt="2024-12-11T07:45:48.658" v="4518"/>
          <ac:spMkLst>
            <pc:docMk/>
            <pc:sldMk cId="421371302" sldId="290"/>
            <ac:spMk id="9" creationId="{5D423C95-6116-5081-DDB3-12979AE173A0}"/>
          </ac:spMkLst>
        </pc:spChg>
        <pc:spChg chg="add mod">
          <ac:chgData name="Georges MATHIO" userId="1057b68d-d9cf-4cd5-bc4c-3fe68ec33e97" providerId="ADAL" clId="{E75A1F21-2B89-41D3-B76A-30465AF06530}" dt="2024-12-11T07:53:16.262" v="4690" actId="20577"/>
          <ac:spMkLst>
            <pc:docMk/>
            <pc:sldMk cId="421371302" sldId="290"/>
            <ac:spMk id="10" creationId="{BFBF2C09-6172-ABB5-62C4-8597366642D5}"/>
          </ac:spMkLst>
        </pc:spChg>
        <pc:spChg chg="add mod">
          <ac:chgData name="Georges MATHIO" userId="1057b68d-d9cf-4cd5-bc4c-3fe68ec33e97" providerId="ADAL" clId="{E75A1F21-2B89-41D3-B76A-30465AF06530}" dt="2024-12-11T07:53:10.517" v="4687" actId="114"/>
          <ac:spMkLst>
            <pc:docMk/>
            <pc:sldMk cId="421371302" sldId="290"/>
            <ac:spMk id="11" creationId="{D69B46AD-E9BF-C442-6256-8BB5FDF538EF}"/>
          </ac:spMkLst>
        </pc:spChg>
        <pc:spChg chg="add mod">
          <ac:chgData name="Georges MATHIO" userId="1057b68d-d9cf-4cd5-bc4c-3fe68ec33e97" providerId="ADAL" clId="{E75A1F21-2B89-41D3-B76A-30465AF06530}" dt="2024-12-11T07:50:21.618" v="4618" actId="20577"/>
          <ac:spMkLst>
            <pc:docMk/>
            <pc:sldMk cId="421371302" sldId="290"/>
            <ac:spMk id="12" creationId="{DD7D881E-B9C7-B64C-C07A-65EAB472D512}"/>
          </ac:spMkLst>
        </pc:spChg>
        <pc:spChg chg="add mod">
          <ac:chgData name="Georges MATHIO" userId="1057b68d-d9cf-4cd5-bc4c-3fe68ec33e97" providerId="ADAL" clId="{E75A1F21-2B89-41D3-B76A-30465AF06530}" dt="2024-12-11T07:53:34.106" v="4698" actId="6549"/>
          <ac:spMkLst>
            <pc:docMk/>
            <pc:sldMk cId="421371302" sldId="290"/>
            <ac:spMk id="13" creationId="{521C86A6-31B3-E688-D5D5-0265EE632B4D}"/>
          </ac:spMkLst>
        </pc:spChg>
        <pc:spChg chg="add mod">
          <ac:chgData name="Georges MATHIO" userId="1057b68d-d9cf-4cd5-bc4c-3fe68ec33e97" providerId="ADAL" clId="{E75A1F21-2B89-41D3-B76A-30465AF06530}" dt="2024-12-11T07:56:32.186" v="4767" actId="20577"/>
          <ac:spMkLst>
            <pc:docMk/>
            <pc:sldMk cId="421371302" sldId="290"/>
            <ac:spMk id="15" creationId="{6C4A8F2D-29A5-275F-162B-177CD364916F}"/>
          </ac:spMkLst>
        </pc:spChg>
        <pc:spChg chg="add mod">
          <ac:chgData name="Georges MATHIO" userId="1057b68d-d9cf-4cd5-bc4c-3fe68ec33e97" providerId="ADAL" clId="{E75A1F21-2B89-41D3-B76A-30465AF06530}" dt="2024-12-11T07:54:04.773" v="4735" actId="114"/>
          <ac:spMkLst>
            <pc:docMk/>
            <pc:sldMk cId="421371302" sldId="290"/>
            <ac:spMk id="16" creationId="{0E8CC4D4-47E3-B340-66EB-C464022D5CF2}"/>
          </ac:spMkLst>
        </pc:spChg>
        <pc:picChg chg="mod">
          <ac:chgData name="Georges MATHIO" userId="1057b68d-d9cf-4cd5-bc4c-3fe68ec33e97" providerId="ADAL" clId="{E75A1F21-2B89-41D3-B76A-30465AF06530}" dt="2024-12-11T07:43:13.246" v="4416" actId="1076"/>
          <ac:picMkLst>
            <pc:docMk/>
            <pc:sldMk cId="421371302" sldId="290"/>
            <ac:picMk id="14" creationId="{EBAAAF51-90F9-868F-5A78-8FE098C773B0}"/>
          </ac:picMkLst>
        </pc:picChg>
        <pc:cxnChg chg="add mod">
          <ac:chgData name="Georges MATHIO" userId="1057b68d-d9cf-4cd5-bc4c-3fe68ec33e97" providerId="ADAL" clId="{E75A1F21-2B89-41D3-B76A-30465AF06530}" dt="2024-12-11T07:55:52.302" v="4746"/>
          <ac:cxnSpMkLst>
            <pc:docMk/>
            <pc:sldMk cId="421371302" sldId="290"/>
            <ac:cxnSpMk id="17" creationId="{5F1ED49A-13B3-C596-DBF6-E13BF3A79E40}"/>
          </ac:cxnSpMkLst>
        </pc:cxnChg>
        <pc:cxnChg chg="add mod">
          <ac:chgData name="Georges MATHIO" userId="1057b68d-d9cf-4cd5-bc4c-3fe68ec33e97" providerId="ADAL" clId="{E75A1F21-2B89-41D3-B76A-30465AF06530}" dt="2024-12-11T07:55:58.212" v="4748" actId="1076"/>
          <ac:cxnSpMkLst>
            <pc:docMk/>
            <pc:sldMk cId="421371302" sldId="290"/>
            <ac:cxnSpMk id="21" creationId="{AD7B46D1-E9A6-C141-9D77-BD53773D5CF7}"/>
          </ac:cxnSpMkLst>
        </pc:cxnChg>
        <pc:cxnChg chg="add mod">
          <ac:chgData name="Georges MATHIO" userId="1057b68d-d9cf-4cd5-bc4c-3fe68ec33e97" providerId="ADAL" clId="{E75A1F21-2B89-41D3-B76A-30465AF06530}" dt="2024-12-11T07:56:02.706" v="4750" actId="1076"/>
          <ac:cxnSpMkLst>
            <pc:docMk/>
            <pc:sldMk cId="421371302" sldId="290"/>
            <ac:cxnSpMk id="22" creationId="{DDE78149-DFCB-74AC-C614-1504BAC180E2}"/>
          </ac:cxnSpMkLst>
        </pc:cxnChg>
        <pc:cxnChg chg="add mod">
          <ac:chgData name="Georges MATHIO" userId="1057b68d-d9cf-4cd5-bc4c-3fe68ec33e97" providerId="ADAL" clId="{E75A1F21-2B89-41D3-B76A-30465AF06530}" dt="2024-12-11T07:56:07.459" v="4752" actId="1076"/>
          <ac:cxnSpMkLst>
            <pc:docMk/>
            <pc:sldMk cId="421371302" sldId="290"/>
            <ac:cxnSpMk id="23" creationId="{4DD8AFD5-8229-E1D7-7A82-1404E391A6BA}"/>
          </ac:cxnSpMkLst>
        </pc:cxnChg>
      </pc:sldChg>
    </pc:docChg>
  </pc:docChgLst>
  <pc:docChgLst>
    <pc:chgData name="Georges MATHIO" userId="S::georges.mathio@estia.fr::1057b68d-d9cf-4cd5-bc4c-3fe68ec33e97" providerId="AD" clId="Web-{F53324A8-73B9-DE5A-2785-85B2E009E62C}"/>
    <pc:docChg chg="addSld modSld">
      <pc:chgData name="Georges MATHIO" userId="S::georges.mathio@estia.fr::1057b68d-d9cf-4cd5-bc4c-3fe68ec33e97" providerId="AD" clId="Web-{F53324A8-73B9-DE5A-2785-85B2E009E62C}" dt="2023-11-27T16:08:35.615" v="224" actId="1076"/>
      <pc:docMkLst>
        <pc:docMk/>
      </pc:docMkLst>
      <pc:sldChg chg="addSp modSp">
        <pc:chgData name="Georges MATHIO" userId="S::georges.mathio@estia.fr::1057b68d-d9cf-4cd5-bc4c-3fe68ec33e97" providerId="AD" clId="Web-{F53324A8-73B9-DE5A-2785-85B2E009E62C}" dt="2023-11-27T16:08:35.615" v="224" actId="1076"/>
        <pc:sldMkLst>
          <pc:docMk/>
          <pc:sldMk cId="3870140485" sldId="265"/>
        </pc:sldMkLst>
      </pc:sldChg>
      <pc:sldChg chg="addSp modSp add replId">
        <pc:chgData name="Georges MATHIO" userId="S::georges.mathio@estia.fr::1057b68d-d9cf-4cd5-bc4c-3fe68ec33e97" providerId="AD" clId="Web-{F53324A8-73B9-DE5A-2785-85B2E009E62C}" dt="2023-11-27T16:07:53.332" v="220" actId="20577"/>
        <pc:sldMkLst>
          <pc:docMk/>
          <pc:sldMk cId="1487403360" sldId="266"/>
        </pc:sldMkLst>
      </pc:sldChg>
    </pc:docChg>
  </pc:docChgLst>
  <pc:docChgLst>
    <pc:chgData name="Georges MATHIO" userId="1057b68d-d9cf-4cd5-bc4c-3fe68ec33e97" providerId="ADAL" clId="{82B82AAD-A176-4F9A-88D1-A56861D01535}"/>
    <pc:docChg chg="undo custSel modSld">
      <pc:chgData name="Georges MATHIO" userId="1057b68d-d9cf-4cd5-bc4c-3fe68ec33e97" providerId="ADAL" clId="{82B82AAD-A176-4F9A-88D1-A56861D01535}" dt="2023-11-27T16:09:30.504" v="795" actId="14861"/>
      <pc:docMkLst>
        <pc:docMk/>
      </pc:docMkLst>
      <pc:sldChg chg="addSp delSp modSp mod">
        <pc:chgData name="Georges MATHIO" userId="1057b68d-d9cf-4cd5-bc4c-3fe68ec33e97" providerId="ADAL" clId="{82B82AAD-A176-4F9A-88D1-A56861D01535}" dt="2023-11-27T16:09:30.504" v="795" actId="14861"/>
        <pc:sldMkLst>
          <pc:docMk/>
          <pc:sldMk cId="3870140485" sldId="26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F681E2-B78D-4480-9F4A-2328668DF93B}" type="doc">
      <dgm:prSet loTypeId="urn:microsoft.com/office/officeart/2005/8/layout/hProcess6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GB"/>
        </a:p>
      </dgm:t>
    </dgm:pt>
    <dgm:pt modelId="{494B4C04-5EEC-4DE6-97C7-5E6055C217AA}">
      <dgm:prSet phldrT="[Text]" phldr="0"/>
      <dgm:spPr/>
      <dgm:t>
        <a:bodyPr/>
        <a:lstStyle/>
        <a:p>
          <a:pPr rtl="0"/>
          <a:r>
            <a:rPr lang="en-GB">
              <a:latin typeface="Calibri Light" panose="020F0302020204030204"/>
            </a:rPr>
            <a:t>Source code</a:t>
          </a:r>
        </a:p>
      </dgm:t>
    </dgm:pt>
    <dgm:pt modelId="{F9F433BC-DA79-4EA6-B379-903328C99A6E}" type="parTrans" cxnId="{9979EF8B-94BD-4F69-90EA-41CFF26B0271}">
      <dgm:prSet/>
      <dgm:spPr/>
      <dgm:t>
        <a:bodyPr/>
        <a:lstStyle/>
        <a:p>
          <a:endParaRPr lang="en-GB"/>
        </a:p>
      </dgm:t>
    </dgm:pt>
    <dgm:pt modelId="{7C0ABE18-1763-40B8-A9AE-AB03CB02ED50}" type="sibTrans" cxnId="{9979EF8B-94BD-4F69-90EA-41CFF26B0271}">
      <dgm:prSet/>
      <dgm:spPr/>
      <dgm:t>
        <a:bodyPr/>
        <a:lstStyle/>
        <a:p>
          <a:endParaRPr lang="en-GB"/>
        </a:p>
      </dgm:t>
    </dgm:pt>
    <dgm:pt modelId="{24FBA36A-0FF1-41AC-9E5C-3C0B6E813D42}">
      <dgm:prSet phldrT="[Text]" phldr="0"/>
      <dgm:spPr/>
      <dgm:t>
        <a:bodyPr/>
        <a:lstStyle/>
        <a:p>
          <a:r>
            <a:rPr lang="en-GB">
              <a:latin typeface="Calibri Light" panose="020F0302020204030204"/>
            </a:rPr>
            <a:t>Program</a:t>
          </a:r>
          <a:endParaRPr lang="en-GB"/>
        </a:p>
      </dgm:t>
    </dgm:pt>
    <dgm:pt modelId="{6422CAC5-652C-441F-8B51-B25530DA17AE}" type="parTrans" cxnId="{01206180-B1C1-4417-809F-BA0C005E62EF}">
      <dgm:prSet/>
      <dgm:spPr/>
      <dgm:t>
        <a:bodyPr/>
        <a:lstStyle/>
        <a:p>
          <a:endParaRPr lang="en-GB"/>
        </a:p>
      </dgm:t>
    </dgm:pt>
    <dgm:pt modelId="{CAC4D936-6F09-4172-BD05-57BFC5846A02}" type="sibTrans" cxnId="{01206180-B1C1-4417-809F-BA0C005E62EF}">
      <dgm:prSet/>
      <dgm:spPr/>
      <dgm:t>
        <a:bodyPr/>
        <a:lstStyle/>
        <a:p>
          <a:endParaRPr lang="en-GB"/>
        </a:p>
      </dgm:t>
    </dgm:pt>
    <dgm:pt modelId="{B6FBDDB6-8830-435F-B6BB-029C1B2C6CAF}">
      <dgm:prSet phldrT="[Text]" phldr="0"/>
      <dgm:spPr/>
      <dgm:t>
        <a:bodyPr/>
        <a:lstStyle/>
        <a:p>
          <a:r>
            <a:rPr lang="en-GB">
              <a:latin typeface="Calibri Light" panose="020F0302020204030204"/>
            </a:rPr>
            <a:t>Process</a:t>
          </a:r>
          <a:endParaRPr lang="en-GB"/>
        </a:p>
      </dgm:t>
    </dgm:pt>
    <dgm:pt modelId="{34D59F0F-C5CC-4028-AF28-28323180D928}" type="parTrans" cxnId="{A069CCE6-35AF-4332-9F0F-FAC7FF7FA640}">
      <dgm:prSet/>
      <dgm:spPr/>
      <dgm:t>
        <a:bodyPr/>
        <a:lstStyle/>
        <a:p>
          <a:endParaRPr lang="en-GB"/>
        </a:p>
      </dgm:t>
    </dgm:pt>
    <dgm:pt modelId="{5E7E5497-4DAB-44D9-A847-CD237767F6A4}" type="sibTrans" cxnId="{A069CCE6-35AF-4332-9F0F-FAC7FF7FA640}">
      <dgm:prSet/>
      <dgm:spPr/>
      <dgm:t>
        <a:bodyPr/>
        <a:lstStyle/>
        <a:p>
          <a:endParaRPr lang="en-GB"/>
        </a:p>
      </dgm:t>
    </dgm:pt>
    <dgm:pt modelId="{BF748E04-8B46-4C0E-9113-93C7B97046A3}">
      <dgm:prSet phldr="0" custT="1"/>
      <dgm:spPr/>
      <dgm:t>
        <a:bodyPr/>
        <a:lstStyle/>
        <a:p>
          <a:r>
            <a:rPr lang="en-GB" sz="3200" b="1">
              <a:latin typeface="Calibri Light" panose="020F0302020204030204"/>
            </a:rPr>
            <a:t>Build</a:t>
          </a:r>
          <a:endParaRPr lang="en-GB" sz="3200" b="1"/>
        </a:p>
      </dgm:t>
    </dgm:pt>
    <dgm:pt modelId="{AADAAEAF-A943-42B6-8C71-00570942567C}" type="parTrans" cxnId="{863A2142-ACB1-432A-B9D0-1307924B264A}">
      <dgm:prSet/>
      <dgm:spPr/>
      <dgm:t>
        <a:bodyPr/>
        <a:lstStyle/>
        <a:p>
          <a:endParaRPr lang="fr-FR"/>
        </a:p>
      </dgm:t>
    </dgm:pt>
    <dgm:pt modelId="{6872ABD6-EC7E-43D5-A6F0-67D9D2ABC305}" type="sibTrans" cxnId="{863A2142-ACB1-432A-B9D0-1307924B264A}">
      <dgm:prSet/>
      <dgm:spPr/>
      <dgm:t>
        <a:bodyPr/>
        <a:lstStyle/>
        <a:p>
          <a:endParaRPr lang="fr-FR"/>
        </a:p>
      </dgm:t>
    </dgm:pt>
    <dgm:pt modelId="{5E7C49F6-CB3A-4ED5-8569-9B47F8E1EC0E}">
      <dgm:prSet phldr="0" custT="1"/>
      <dgm:spPr/>
      <dgm:t>
        <a:bodyPr/>
        <a:lstStyle/>
        <a:p>
          <a:pPr rtl="0"/>
          <a:r>
            <a:rPr lang="en-GB" sz="3200" b="1">
              <a:latin typeface="Calibri Light" panose="020F0302020204030204"/>
            </a:rPr>
            <a:t>Execute</a:t>
          </a:r>
        </a:p>
      </dgm:t>
    </dgm:pt>
    <dgm:pt modelId="{C8101C2D-7E48-49AE-AB18-6EF203348161}" type="parTrans" cxnId="{2BA55C18-18B0-4872-A0B4-970A14395AFC}">
      <dgm:prSet/>
      <dgm:spPr/>
      <dgm:t>
        <a:bodyPr/>
        <a:lstStyle/>
        <a:p>
          <a:endParaRPr lang="fr-FR"/>
        </a:p>
      </dgm:t>
    </dgm:pt>
    <dgm:pt modelId="{564AE69D-4B25-460A-9A46-C0CEF68741BD}" type="sibTrans" cxnId="{2BA55C18-18B0-4872-A0B4-970A14395AFC}">
      <dgm:prSet/>
      <dgm:spPr/>
      <dgm:t>
        <a:bodyPr/>
        <a:lstStyle/>
        <a:p>
          <a:endParaRPr lang="fr-FR"/>
        </a:p>
      </dgm:t>
    </dgm:pt>
    <dgm:pt modelId="{A6D2D6B0-AC1B-4419-8882-15B43B7CD7E3}" type="pres">
      <dgm:prSet presAssocID="{BAF681E2-B78D-4480-9F4A-2328668DF93B}" presName="theList" presStyleCnt="0">
        <dgm:presLayoutVars>
          <dgm:dir/>
          <dgm:animLvl val="lvl"/>
          <dgm:resizeHandles val="exact"/>
        </dgm:presLayoutVars>
      </dgm:prSet>
      <dgm:spPr/>
    </dgm:pt>
    <dgm:pt modelId="{673A8CD5-BBDB-4566-A8D3-926621DC9C02}" type="pres">
      <dgm:prSet presAssocID="{494B4C04-5EEC-4DE6-97C7-5E6055C217AA}" presName="compNode" presStyleCnt="0"/>
      <dgm:spPr/>
    </dgm:pt>
    <dgm:pt modelId="{F6AE5545-ED79-48ED-9B7C-6B7A802E5F9C}" type="pres">
      <dgm:prSet presAssocID="{494B4C04-5EEC-4DE6-97C7-5E6055C217AA}" presName="noGeometry" presStyleCnt="0"/>
      <dgm:spPr/>
    </dgm:pt>
    <dgm:pt modelId="{D8665928-4210-474B-9930-D1954764096B}" type="pres">
      <dgm:prSet presAssocID="{494B4C04-5EEC-4DE6-97C7-5E6055C217AA}" presName="childTextVisible" presStyleLbl="bgAccFollowNode1" presStyleIdx="0" presStyleCnt="3" custScaleY="66865">
        <dgm:presLayoutVars>
          <dgm:bulletEnabled val="1"/>
        </dgm:presLayoutVars>
      </dgm:prSet>
      <dgm:spPr/>
    </dgm:pt>
    <dgm:pt modelId="{C2CD3EC9-3BF1-464B-8A35-31C8A8135670}" type="pres">
      <dgm:prSet presAssocID="{494B4C04-5EEC-4DE6-97C7-5E6055C217AA}" presName="childTextHidden" presStyleLbl="bgAccFollowNode1" presStyleIdx="0" presStyleCnt="3"/>
      <dgm:spPr/>
    </dgm:pt>
    <dgm:pt modelId="{A2305C67-4BAD-4B22-A90C-0FEEEA941EEC}" type="pres">
      <dgm:prSet presAssocID="{494B4C04-5EEC-4DE6-97C7-5E6055C217A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4806860-E8B4-4011-B3C9-C968B9451597}" type="pres">
      <dgm:prSet presAssocID="{494B4C04-5EEC-4DE6-97C7-5E6055C217AA}" presName="aSpace" presStyleCnt="0"/>
      <dgm:spPr/>
    </dgm:pt>
    <dgm:pt modelId="{ED36F506-EC24-4650-B9C9-602E5F668CC4}" type="pres">
      <dgm:prSet presAssocID="{24FBA36A-0FF1-41AC-9E5C-3C0B6E813D42}" presName="compNode" presStyleCnt="0"/>
      <dgm:spPr/>
    </dgm:pt>
    <dgm:pt modelId="{5A0934A0-72C4-45AC-892A-6DB391203690}" type="pres">
      <dgm:prSet presAssocID="{24FBA36A-0FF1-41AC-9E5C-3C0B6E813D42}" presName="noGeometry" presStyleCnt="0"/>
      <dgm:spPr/>
    </dgm:pt>
    <dgm:pt modelId="{4CE202C1-26B6-4AC8-9107-EA01D51A49C7}" type="pres">
      <dgm:prSet presAssocID="{24FBA36A-0FF1-41AC-9E5C-3C0B6E813D42}" presName="childTextVisible" presStyleLbl="bgAccFollowNode1" presStyleIdx="1" presStyleCnt="3" custScaleY="65488">
        <dgm:presLayoutVars>
          <dgm:bulletEnabled val="1"/>
        </dgm:presLayoutVars>
      </dgm:prSet>
      <dgm:spPr/>
    </dgm:pt>
    <dgm:pt modelId="{768F1455-2FF5-4A89-84FC-A1B8634F0015}" type="pres">
      <dgm:prSet presAssocID="{24FBA36A-0FF1-41AC-9E5C-3C0B6E813D42}" presName="childTextHidden" presStyleLbl="bgAccFollowNode1" presStyleIdx="1" presStyleCnt="3"/>
      <dgm:spPr/>
    </dgm:pt>
    <dgm:pt modelId="{222C19A2-781D-4431-AD84-198083CBE95B}" type="pres">
      <dgm:prSet presAssocID="{24FBA36A-0FF1-41AC-9E5C-3C0B6E813D4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4138E016-EB9E-4B50-8D9A-0E06EAE4A3F6}" type="pres">
      <dgm:prSet presAssocID="{24FBA36A-0FF1-41AC-9E5C-3C0B6E813D42}" presName="aSpace" presStyleCnt="0"/>
      <dgm:spPr/>
    </dgm:pt>
    <dgm:pt modelId="{5ABA08C5-23AD-46B9-8322-C640E7C43B5B}" type="pres">
      <dgm:prSet presAssocID="{B6FBDDB6-8830-435F-B6BB-029C1B2C6CAF}" presName="compNode" presStyleCnt="0"/>
      <dgm:spPr/>
    </dgm:pt>
    <dgm:pt modelId="{9A6C683C-C949-49A9-9912-BF0B1CE1341A}" type="pres">
      <dgm:prSet presAssocID="{B6FBDDB6-8830-435F-B6BB-029C1B2C6CAF}" presName="noGeometry" presStyleCnt="0"/>
      <dgm:spPr/>
    </dgm:pt>
    <dgm:pt modelId="{3BB9B79F-8C91-4E9E-BBDF-54BEDAC082E5}" type="pres">
      <dgm:prSet presAssocID="{B6FBDDB6-8830-435F-B6BB-029C1B2C6CAF}" presName="childTextVisible" presStyleLbl="bgAccFollowNode1" presStyleIdx="2" presStyleCnt="3" custAng="8364661" custScaleX="34637" custScaleY="15886" custLinFactNeighborX="-47797" custLinFactNeighborY="2513">
        <dgm:presLayoutVars>
          <dgm:bulletEnabled val="1"/>
        </dgm:presLayoutVars>
      </dgm:prSet>
      <dgm:spPr/>
    </dgm:pt>
    <dgm:pt modelId="{FA074B4D-38E8-41B1-B43F-A23788725F8F}" type="pres">
      <dgm:prSet presAssocID="{B6FBDDB6-8830-435F-B6BB-029C1B2C6CAF}" presName="childTextHidden" presStyleLbl="bgAccFollowNode1" presStyleIdx="2" presStyleCnt="3"/>
      <dgm:spPr/>
    </dgm:pt>
    <dgm:pt modelId="{F0CCCCA9-88CA-408E-9C5B-C8F06BA5EF0C}" type="pres">
      <dgm:prSet presAssocID="{B6FBDDB6-8830-435F-B6BB-029C1B2C6CAF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CA942201-D98D-44D8-B05C-020F603C95BC}" type="presOf" srcId="{B6FBDDB6-8830-435F-B6BB-029C1B2C6CAF}" destId="{F0CCCCA9-88CA-408E-9C5B-C8F06BA5EF0C}" srcOrd="0" destOrd="0" presId="urn:microsoft.com/office/officeart/2005/8/layout/hProcess6"/>
    <dgm:cxn modelId="{05363804-78C0-444A-A80A-7C9EE5BEDA9D}" type="presOf" srcId="{5E7C49F6-CB3A-4ED5-8569-9B47F8E1EC0E}" destId="{4CE202C1-26B6-4AC8-9107-EA01D51A49C7}" srcOrd="0" destOrd="0" presId="urn:microsoft.com/office/officeart/2005/8/layout/hProcess6"/>
    <dgm:cxn modelId="{2BA55C18-18B0-4872-A0B4-970A14395AFC}" srcId="{24FBA36A-0FF1-41AC-9E5C-3C0B6E813D42}" destId="{5E7C49F6-CB3A-4ED5-8569-9B47F8E1EC0E}" srcOrd="0" destOrd="0" parTransId="{C8101C2D-7E48-49AE-AB18-6EF203348161}" sibTransId="{564AE69D-4B25-460A-9A46-C0CEF68741BD}"/>
    <dgm:cxn modelId="{A103E11E-A202-4A7E-B72D-A6C908D94DB6}" type="presOf" srcId="{BF748E04-8B46-4C0E-9113-93C7B97046A3}" destId="{C2CD3EC9-3BF1-464B-8A35-31C8A8135670}" srcOrd="1" destOrd="0" presId="urn:microsoft.com/office/officeart/2005/8/layout/hProcess6"/>
    <dgm:cxn modelId="{7487A534-FB31-482A-9CAE-250F623734C2}" type="presOf" srcId="{494B4C04-5EEC-4DE6-97C7-5E6055C217AA}" destId="{A2305C67-4BAD-4B22-A90C-0FEEEA941EEC}" srcOrd="0" destOrd="0" presId="urn:microsoft.com/office/officeart/2005/8/layout/hProcess6"/>
    <dgm:cxn modelId="{CDDA5236-C869-48EF-9F67-BB56E2D5941A}" type="presOf" srcId="{5E7C49F6-CB3A-4ED5-8569-9B47F8E1EC0E}" destId="{768F1455-2FF5-4A89-84FC-A1B8634F0015}" srcOrd="1" destOrd="0" presId="urn:microsoft.com/office/officeart/2005/8/layout/hProcess6"/>
    <dgm:cxn modelId="{863A2142-ACB1-432A-B9D0-1307924B264A}" srcId="{494B4C04-5EEC-4DE6-97C7-5E6055C217AA}" destId="{BF748E04-8B46-4C0E-9113-93C7B97046A3}" srcOrd="0" destOrd="0" parTransId="{AADAAEAF-A943-42B6-8C71-00570942567C}" sibTransId="{6872ABD6-EC7E-43D5-A6F0-67D9D2ABC305}"/>
    <dgm:cxn modelId="{01206180-B1C1-4417-809F-BA0C005E62EF}" srcId="{BAF681E2-B78D-4480-9F4A-2328668DF93B}" destId="{24FBA36A-0FF1-41AC-9E5C-3C0B6E813D42}" srcOrd="1" destOrd="0" parTransId="{6422CAC5-652C-441F-8B51-B25530DA17AE}" sibTransId="{CAC4D936-6F09-4172-BD05-57BFC5846A02}"/>
    <dgm:cxn modelId="{9979EF8B-94BD-4F69-90EA-41CFF26B0271}" srcId="{BAF681E2-B78D-4480-9F4A-2328668DF93B}" destId="{494B4C04-5EEC-4DE6-97C7-5E6055C217AA}" srcOrd="0" destOrd="0" parTransId="{F9F433BC-DA79-4EA6-B379-903328C99A6E}" sibTransId="{7C0ABE18-1763-40B8-A9AE-AB03CB02ED50}"/>
    <dgm:cxn modelId="{0AE5D998-DFFC-4B5B-810B-6D119A7C9275}" type="presOf" srcId="{BAF681E2-B78D-4480-9F4A-2328668DF93B}" destId="{A6D2D6B0-AC1B-4419-8882-15B43B7CD7E3}" srcOrd="0" destOrd="0" presId="urn:microsoft.com/office/officeart/2005/8/layout/hProcess6"/>
    <dgm:cxn modelId="{0563319C-4396-452C-ACA6-BB79123D1D23}" type="presOf" srcId="{24FBA36A-0FF1-41AC-9E5C-3C0B6E813D42}" destId="{222C19A2-781D-4431-AD84-198083CBE95B}" srcOrd="0" destOrd="0" presId="urn:microsoft.com/office/officeart/2005/8/layout/hProcess6"/>
    <dgm:cxn modelId="{923630D4-FE67-4127-8545-89468733DC25}" type="presOf" srcId="{BF748E04-8B46-4C0E-9113-93C7B97046A3}" destId="{D8665928-4210-474B-9930-D1954764096B}" srcOrd="0" destOrd="0" presId="urn:microsoft.com/office/officeart/2005/8/layout/hProcess6"/>
    <dgm:cxn modelId="{A069CCE6-35AF-4332-9F0F-FAC7FF7FA640}" srcId="{BAF681E2-B78D-4480-9F4A-2328668DF93B}" destId="{B6FBDDB6-8830-435F-B6BB-029C1B2C6CAF}" srcOrd="2" destOrd="0" parTransId="{34D59F0F-C5CC-4028-AF28-28323180D928}" sibTransId="{5E7E5497-4DAB-44D9-A847-CD237767F6A4}"/>
    <dgm:cxn modelId="{566628E6-ACAB-4DBF-9549-F18BD9BF53B8}" type="presParOf" srcId="{A6D2D6B0-AC1B-4419-8882-15B43B7CD7E3}" destId="{673A8CD5-BBDB-4566-A8D3-926621DC9C02}" srcOrd="0" destOrd="0" presId="urn:microsoft.com/office/officeart/2005/8/layout/hProcess6"/>
    <dgm:cxn modelId="{55046F99-B0BC-4DCA-AE6E-5A2DED0B7C92}" type="presParOf" srcId="{673A8CD5-BBDB-4566-A8D3-926621DC9C02}" destId="{F6AE5545-ED79-48ED-9B7C-6B7A802E5F9C}" srcOrd="0" destOrd="0" presId="urn:microsoft.com/office/officeart/2005/8/layout/hProcess6"/>
    <dgm:cxn modelId="{DF1FBCD0-D0CA-4C9F-B02A-240D2A9C3BE3}" type="presParOf" srcId="{673A8CD5-BBDB-4566-A8D3-926621DC9C02}" destId="{D8665928-4210-474B-9930-D1954764096B}" srcOrd="1" destOrd="0" presId="urn:microsoft.com/office/officeart/2005/8/layout/hProcess6"/>
    <dgm:cxn modelId="{2E9ACCC0-CFEF-4D3F-91C2-1BF031BC9A98}" type="presParOf" srcId="{673A8CD5-BBDB-4566-A8D3-926621DC9C02}" destId="{C2CD3EC9-3BF1-464B-8A35-31C8A8135670}" srcOrd="2" destOrd="0" presId="urn:microsoft.com/office/officeart/2005/8/layout/hProcess6"/>
    <dgm:cxn modelId="{AAD91B7D-675B-4E06-9C32-4B68F4EADCF8}" type="presParOf" srcId="{673A8CD5-BBDB-4566-A8D3-926621DC9C02}" destId="{A2305C67-4BAD-4B22-A90C-0FEEEA941EEC}" srcOrd="3" destOrd="0" presId="urn:microsoft.com/office/officeart/2005/8/layout/hProcess6"/>
    <dgm:cxn modelId="{4BF7872B-76B0-46D4-9539-2B497B327EF1}" type="presParOf" srcId="{A6D2D6B0-AC1B-4419-8882-15B43B7CD7E3}" destId="{94806860-E8B4-4011-B3C9-C968B9451597}" srcOrd="1" destOrd="0" presId="urn:microsoft.com/office/officeart/2005/8/layout/hProcess6"/>
    <dgm:cxn modelId="{5B0E1A0D-0ACB-4383-9941-5C0E0F05C6F9}" type="presParOf" srcId="{A6D2D6B0-AC1B-4419-8882-15B43B7CD7E3}" destId="{ED36F506-EC24-4650-B9C9-602E5F668CC4}" srcOrd="2" destOrd="0" presId="urn:microsoft.com/office/officeart/2005/8/layout/hProcess6"/>
    <dgm:cxn modelId="{0E07F28F-876D-4FF6-B7B8-0742AF8BDE8E}" type="presParOf" srcId="{ED36F506-EC24-4650-B9C9-602E5F668CC4}" destId="{5A0934A0-72C4-45AC-892A-6DB391203690}" srcOrd="0" destOrd="0" presId="urn:microsoft.com/office/officeart/2005/8/layout/hProcess6"/>
    <dgm:cxn modelId="{D2722615-30BB-4672-8F7F-3381330D38CE}" type="presParOf" srcId="{ED36F506-EC24-4650-B9C9-602E5F668CC4}" destId="{4CE202C1-26B6-4AC8-9107-EA01D51A49C7}" srcOrd="1" destOrd="0" presId="urn:microsoft.com/office/officeart/2005/8/layout/hProcess6"/>
    <dgm:cxn modelId="{311F7626-3207-4249-A406-6AF0EC7ECC5C}" type="presParOf" srcId="{ED36F506-EC24-4650-B9C9-602E5F668CC4}" destId="{768F1455-2FF5-4A89-84FC-A1B8634F0015}" srcOrd="2" destOrd="0" presId="urn:microsoft.com/office/officeart/2005/8/layout/hProcess6"/>
    <dgm:cxn modelId="{B08A2A8F-46AE-4CBC-BD6A-B698C8ACB452}" type="presParOf" srcId="{ED36F506-EC24-4650-B9C9-602E5F668CC4}" destId="{222C19A2-781D-4431-AD84-198083CBE95B}" srcOrd="3" destOrd="0" presId="urn:microsoft.com/office/officeart/2005/8/layout/hProcess6"/>
    <dgm:cxn modelId="{E9A24092-19E2-42F5-A275-785EF06283E8}" type="presParOf" srcId="{A6D2D6B0-AC1B-4419-8882-15B43B7CD7E3}" destId="{4138E016-EB9E-4B50-8D9A-0E06EAE4A3F6}" srcOrd="3" destOrd="0" presId="urn:microsoft.com/office/officeart/2005/8/layout/hProcess6"/>
    <dgm:cxn modelId="{535211BB-8DBB-4AA9-80C2-7A7A6155FA94}" type="presParOf" srcId="{A6D2D6B0-AC1B-4419-8882-15B43B7CD7E3}" destId="{5ABA08C5-23AD-46B9-8322-C640E7C43B5B}" srcOrd="4" destOrd="0" presId="urn:microsoft.com/office/officeart/2005/8/layout/hProcess6"/>
    <dgm:cxn modelId="{BD62AD78-852C-4A74-9BE2-21105E66BE2A}" type="presParOf" srcId="{5ABA08C5-23AD-46B9-8322-C640E7C43B5B}" destId="{9A6C683C-C949-49A9-9912-BF0B1CE1341A}" srcOrd="0" destOrd="0" presId="urn:microsoft.com/office/officeart/2005/8/layout/hProcess6"/>
    <dgm:cxn modelId="{3614FF04-A798-4A41-B13F-C0D6907720DD}" type="presParOf" srcId="{5ABA08C5-23AD-46B9-8322-C640E7C43B5B}" destId="{3BB9B79F-8C91-4E9E-BBDF-54BEDAC082E5}" srcOrd="1" destOrd="0" presId="urn:microsoft.com/office/officeart/2005/8/layout/hProcess6"/>
    <dgm:cxn modelId="{0B48EB4D-1BDC-42D7-874B-9F7CA7600EA0}" type="presParOf" srcId="{5ABA08C5-23AD-46B9-8322-C640E7C43B5B}" destId="{FA074B4D-38E8-41B1-B43F-A23788725F8F}" srcOrd="2" destOrd="0" presId="urn:microsoft.com/office/officeart/2005/8/layout/hProcess6"/>
    <dgm:cxn modelId="{B0ADFBF2-CF0D-465E-8E39-418A25E2419C}" type="presParOf" srcId="{5ABA08C5-23AD-46B9-8322-C640E7C43B5B}" destId="{F0CCCCA9-88CA-408E-9C5B-C8F06BA5EF0C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F681E2-B78D-4480-9F4A-2328668DF93B}" type="doc">
      <dgm:prSet loTypeId="urn:microsoft.com/office/officeart/2005/8/layout/hProcess6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494B4C04-5EEC-4DE6-97C7-5E6055C217AA}">
      <dgm:prSet phldrT="[Text]" phldr="0"/>
      <dgm:spPr/>
      <dgm:t>
        <a:bodyPr/>
        <a:lstStyle/>
        <a:p>
          <a:pPr rtl="0"/>
          <a:r>
            <a:rPr lang="en-GB">
              <a:latin typeface="Calibri Light" panose="020F0302020204030204"/>
            </a:rPr>
            <a:t>Dockerfile</a:t>
          </a:r>
        </a:p>
      </dgm:t>
    </dgm:pt>
    <dgm:pt modelId="{F9F433BC-DA79-4EA6-B379-903328C99A6E}" type="parTrans" cxnId="{9979EF8B-94BD-4F69-90EA-41CFF26B0271}">
      <dgm:prSet/>
      <dgm:spPr/>
      <dgm:t>
        <a:bodyPr/>
        <a:lstStyle/>
        <a:p>
          <a:endParaRPr lang="en-GB"/>
        </a:p>
      </dgm:t>
    </dgm:pt>
    <dgm:pt modelId="{7C0ABE18-1763-40B8-A9AE-AB03CB02ED50}" type="sibTrans" cxnId="{9979EF8B-94BD-4F69-90EA-41CFF26B0271}">
      <dgm:prSet/>
      <dgm:spPr/>
      <dgm:t>
        <a:bodyPr/>
        <a:lstStyle/>
        <a:p>
          <a:endParaRPr lang="en-GB"/>
        </a:p>
      </dgm:t>
    </dgm:pt>
    <dgm:pt modelId="{24FBA36A-0FF1-41AC-9E5C-3C0B6E813D42}">
      <dgm:prSet phldrT="[Text]" phldr="0"/>
      <dgm:spPr/>
      <dgm:t>
        <a:bodyPr/>
        <a:lstStyle/>
        <a:p>
          <a:r>
            <a:rPr lang="en-GB">
              <a:latin typeface="Calibri Light" panose="020F0302020204030204"/>
            </a:rPr>
            <a:t>Image</a:t>
          </a:r>
          <a:endParaRPr lang="en-GB"/>
        </a:p>
      </dgm:t>
    </dgm:pt>
    <dgm:pt modelId="{6422CAC5-652C-441F-8B51-B25530DA17AE}" type="parTrans" cxnId="{01206180-B1C1-4417-809F-BA0C005E62EF}">
      <dgm:prSet/>
      <dgm:spPr/>
      <dgm:t>
        <a:bodyPr/>
        <a:lstStyle/>
        <a:p>
          <a:endParaRPr lang="en-GB"/>
        </a:p>
      </dgm:t>
    </dgm:pt>
    <dgm:pt modelId="{CAC4D936-6F09-4172-BD05-57BFC5846A02}" type="sibTrans" cxnId="{01206180-B1C1-4417-809F-BA0C005E62EF}">
      <dgm:prSet/>
      <dgm:spPr/>
      <dgm:t>
        <a:bodyPr/>
        <a:lstStyle/>
        <a:p>
          <a:endParaRPr lang="en-GB"/>
        </a:p>
      </dgm:t>
    </dgm:pt>
    <dgm:pt modelId="{B6FBDDB6-8830-435F-B6BB-029C1B2C6CAF}">
      <dgm:prSet phldrT="[Text]" phldr="0"/>
      <dgm:spPr/>
      <dgm:t>
        <a:bodyPr/>
        <a:lstStyle/>
        <a:p>
          <a:r>
            <a:rPr lang="en-GB">
              <a:latin typeface="Calibri Light" panose="020F0302020204030204"/>
            </a:rPr>
            <a:t>Container</a:t>
          </a:r>
          <a:endParaRPr lang="en-GB"/>
        </a:p>
      </dgm:t>
    </dgm:pt>
    <dgm:pt modelId="{34D59F0F-C5CC-4028-AF28-28323180D928}" type="parTrans" cxnId="{A069CCE6-35AF-4332-9F0F-FAC7FF7FA640}">
      <dgm:prSet/>
      <dgm:spPr/>
      <dgm:t>
        <a:bodyPr/>
        <a:lstStyle/>
        <a:p>
          <a:endParaRPr lang="en-GB"/>
        </a:p>
      </dgm:t>
    </dgm:pt>
    <dgm:pt modelId="{5E7E5497-4DAB-44D9-A847-CD237767F6A4}" type="sibTrans" cxnId="{A069CCE6-35AF-4332-9F0F-FAC7FF7FA640}">
      <dgm:prSet/>
      <dgm:spPr/>
      <dgm:t>
        <a:bodyPr/>
        <a:lstStyle/>
        <a:p>
          <a:endParaRPr lang="en-GB"/>
        </a:p>
      </dgm:t>
    </dgm:pt>
    <dgm:pt modelId="{BF748E04-8B46-4C0E-9113-93C7B97046A3}">
      <dgm:prSet phldr="0" custT="1"/>
      <dgm:spPr/>
      <dgm:t>
        <a:bodyPr/>
        <a:lstStyle/>
        <a:p>
          <a:r>
            <a:rPr lang="en-GB" sz="3200" b="1">
              <a:latin typeface="Calibri Light" panose="020F0302020204030204"/>
            </a:rPr>
            <a:t>Build</a:t>
          </a:r>
          <a:endParaRPr lang="en-GB" sz="3200" b="1"/>
        </a:p>
      </dgm:t>
    </dgm:pt>
    <dgm:pt modelId="{AADAAEAF-A943-42B6-8C71-00570942567C}" type="parTrans" cxnId="{863A2142-ACB1-432A-B9D0-1307924B264A}">
      <dgm:prSet/>
      <dgm:spPr/>
      <dgm:t>
        <a:bodyPr/>
        <a:lstStyle/>
        <a:p>
          <a:endParaRPr lang="fr-FR"/>
        </a:p>
      </dgm:t>
    </dgm:pt>
    <dgm:pt modelId="{6872ABD6-EC7E-43D5-A6F0-67D9D2ABC305}" type="sibTrans" cxnId="{863A2142-ACB1-432A-B9D0-1307924B264A}">
      <dgm:prSet/>
      <dgm:spPr/>
      <dgm:t>
        <a:bodyPr/>
        <a:lstStyle/>
        <a:p>
          <a:endParaRPr lang="fr-FR"/>
        </a:p>
      </dgm:t>
    </dgm:pt>
    <dgm:pt modelId="{5E7C49F6-CB3A-4ED5-8569-9B47F8E1EC0E}">
      <dgm:prSet phldr="0" custT="1"/>
      <dgm:spPr/>
      <dgm:t>
        <a:bodyPr/>
        <a:lstStyle/>
        <a:p>
          <a:pPr rtl="0"/>
          <a:r>
            <a:rPr lang="en-GB" sz="3200" b="1">
              <a:latin typeface="Calibri Light" panose="020F0302020204030204"/>
            </a:rPr>
            <a:t>Execute</a:t>
          </a:r>
        </a:p>
      </dgm:t>
    </dgm:pt>
    <dgm:pt modelId="{C8101C2D-7E48-49AE-AB18-6EF203348161}" type="parTrans" cxnId="{2BA55C18-18B0-4872-A0B4-970A14395AFC}">
      <dgm:prSet/>
      <dgm:spPr/>
      <dgm:t>
        <a:bodyPr/>
        <a:lstStyle/>
        <a:p>
          <a:endParaRPr lang="fr-FR"/>
        </a:p>
      </dgm:t>
    </dgm:pt>
    <dgm:pt modelId="{564AE69D-4B25-460A-9A46-C0CEF68741BD}" type="sibTrans" cxnId="{2BA55C18-18B0-4872-A0B4-970A14395AFC}">
      <dgm:prSet/>
      <dgm:spPr/>
      <dgm:t>
        <a:bodyPr/>
        <a:lstStyle/>
        <a:p>
          <a:endParaRPr lang="fr-FR"/>
        </a:p>
      </dgm:t>
    </dgm:pt>
    <dgm:pt modelId="{A6D2D6B0-AC1B-4419-8882-15B43B7CD7E3}" type="pres">
      <dgm:prSet presAssocID="{BAF681E2-B78D-4480-9F4A-2328668DF93B}" presName="theList" presStyleCnt="0">
        <dgm:presLayoutVars>
          <dgm:dir/>
          <dgm:animLvl val="lvl"/>
          <dgm:resizeHandles val="exact"/>
        </dgm:presLayoutVars>
      </dgm:prSet>
      <dgm:spPr/>
    </dgm:pt>
    <dgm:pt modelId="{673A8CD5-BBDB-4566-A8D3-926621DC9C02}" type="pres">
      <dgm:prSet presAssocID="{494B4C04-5EEC-4DE6-97C7-5E6055C217AA}" presName="compNode" presStyleCnt="0"/>
      <dgm:spPr/>
    </dgm:pt>
    <dgm:pt modelId="{F6AE5545-ED79-48ED-9B7C-6B7A802E5F9C}" type="pres">
      <dgm:prSet presAssocID="{494B4C04-5EEC-4DE6-97C7-5E6055C217AA}" presName="noGeometry" presStyleCnt="0"/>
      <dgm:spPr/>
    </dgm:pt>
    <dgm:pt modelId="{D8665928-4210-474B-9930-D1954764096B}" type="pres">
      <dgm:prSet presAssocID="{494B4C04-5EEC-4DE6-97C7-5E6055C217AA}" presName="childTextVisible" presStyleLbl="bgAccFollowNode1" presStyleIdx="0" presStyleCnt="3" custScaleY="70879">
        <dgm:presLayoutVars>
          <dgm:bulletEnabled val="1"/>
        </dgm:presLayoutVars>
      </dgm:prSet>
      <dgm:spPr/>
    </dgm:pt>
    <dgm:pt modelId="{C2CD3EC9-3BF1-464B-8A35-31C8A8135670}" type="pres">
      <dgm:prSet presAssocID="{494B4C04-5EEC-4DE6-97C7-5E6055C217AA}" presName="childTextHidden" presStyleLbl="bgAccFollowNode1" presStyleIdx="0" presStyleCnt="3"/>
      <dgm:spPr/>
    </dgm:pt>
    <dgm:pt modelId="{A2305C67-4BAD-4B22-A90C-0FEEEA941EEC}" type="pres">
      <dgm:prSet presAssocID="{494B4C04-5EEC-4DE6-97C7-5E6055C217A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4806860-E8B4-4011-B3C9-C968B9451597}" type="pres">
      <dgm:prSet presAssocID="{494B4C04-5EEC-4DE6-97C7-5E6055C217AA}" presName="aSpace" presStyleCnt="0"/>
      <dgm:spPr/>
    </dgm:pt>
    <dgm:pt modelId="{ED36F506-EC24-4650-B9C9-602E5F668CC4}" type="pres">
      <dgm:prSet presAssocID="{24FBA36A-0FF1-41AC-9E5C-3C0B6E813D42}" presName="compNode" presStyleCnt="0"/>
      <dgm:spPr/>
    </dgm:pt>
    <dgm:pt modelId="{5A0934A0-72C4-45AC-892A-6DB391203690}" type="pres">
      <dgm:prSet presAssocID="{24FBA36A-0FF1-41AC-9E5C-3C0B6E813D42}" presName="noGeometry" presStyleCnt="0"/>
      <dgm:spPr/>
    </dgm:pt>
    <dgm:pt modelId="{4CE202C1-26B6-4AC8-9107-EA01D51A49C7}" type="pres">
      <dgm:prSet presAssocID="{24FBA36A-0FF1-41AC-9E5C-3C0B6E813D42}" presName="childTextVisible" presStyleLbl="bgAccFollowNode1" presStyleIdx="1" presStyleCnt="3" custScaleY="68623">
        <dgm:presLayoutVars>
          <dgm:bulletEnabled val="1"/>
        </dgm:presLayoutVars>
      </dgm:prSet>
      <dgm:spPr/>
    </dgm:pt>
    <dgm:pt modelId="{768F1455-2FF5-4A89-84FC-A1B8634F0015}" type="pres">
      <dgm:prSet presAssocID="{24FBA36A-0FF1-41AC-9E5C-3C0B6E813D42}" presName="childTextHidden" presStyleLbl="bgAccFollowNode1" presStyleIdx="1" presStyleCnt="3"/>
      <dgm:spPr/>
    </dgm:pt>
    <dgm:pt modelId="{222C19A2-781D-4431-AD84-198083CBE95B}" type="pres">
      <dgm:prSet presAssocID="{24FBA36A-0FF1-41AC-9E5C-3C0B6E813D4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4138E016-EB9E-4B50-8D9A-0E06EAE4A3F6}" type="pres">
      <dgm:prSet presAssocID="{24FBA36A-0FF1-41AC-9E5C-3C0B6E813D42}" presName="aSpace" presStyleCnt="0"/>
      <dgm:spPr/>
    </dgm:pt>
    <dgm:pt modelId="{5ABA08C5-23AD-46B9-8322-C640E7C43B5B}" type="pres">
      <dgm:prSet presAssocID="{B6FBDDB6-8830-435F-B6BB-029C1B2C6CAF}" presName="compNode" presStyleCnt="0"/>
      <dgm:spPr/>
    </dgm:pt>
    <dgm:pt modelId="{9A6C683C-C949-49A9-9912-BF0B1CE1341A}" type="pres">
      <dgm:prSet presAssocID="{B6FBDDB6-8830-435F-B6BB-029C1B2C6CAF}" presName="noGeometry" presStyleCnt="0"/>
      <dgm:spPr/>
    </dgm:pt>
    <dgm:pt modelId="{3BB9B79F-8C91-4E9E-BBDF-54BEDAC082E5}" type="pres">
      <dgm:prSet presAssocID="{B6FBDDB6-8830-435F-B6BB-029C1B2C6CAF}" presName="childTextVisible" presStyleLbl="bgAccFollowNode1" presStyleIdx="2" presStyleCnt="3" custScaleX="14693" custScaleY="30271" custLinFactNeighborX="-45028" custLinFactNeighborY="2256">
        <dgm:presLayoutVars>
          <dgm:bulletEnabled val="1"/>
        </dgm:presLayoutVars>
      </dgm:prSet>
      <dgm:spPr/>
    </dgm:pt>
    <dgm:pt modelId="{FA074B4D-38E8-41B1-B43F-A23788725F8F}" type="pres">
      <dgm:prSet presAssocID="{B6FBDDB6-8830-435F-B6BB-029C1B2C6CAF}" presName="childTextHidden" presStyleLbl="bgAccFollowNode1" presStyleIdx="2" presStyleCnt="3"/>
      <dgm:spPr/>
    </dgm:pt>
    <dgm:pt modelId="{F0CCCCA9-88CA-408E-9C5B-C8F06BA5EF0C}" type="pres">
      <dgm:prSet presAssocID="{B6FBDDB6-8830-435F-B6BB-029C1B2C6CAF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CA942201-D98D-44D8-B05C-020F603C95BC}" type="presOf" srcId="{B6FBDDB6-8830-435F-B6BB-029C1B2C6CAF}" destId="{F0CCCCA9-88CA-408E-9C5B-C8F06BA5EF0C}" srcOrd="0" destOrd="0" presId="urn:microsoft.com/office/officeart/2005/8/layout/hProcess6"/>
    <dgm:cxn modelId="{05363804-78C0-444A-A80A-7C9EE5BEDA9D}" type="presOf" srcId="{5E7C49F6-CB3A-4ED5-8569-9B47F8E1EC0E}" destId="{4CE202C1-26B6-4AC8-9107-EA01D51A49C7}" srcOrd="0" destOrd="0" presId="urn:microsoft.com/office/officeart/2005/8/layout/hProcess6"/>
    <dgm:cxn modelId="{2BA55C18-18B0-4872-A0B4-970A14395AFC}" srcId="{24FBA36A-0FF1-41AC-9E5C-3C0B6E813D42}" destId="{5E7C49F6-CB3A-4ED5-8569-9B47F8E1EC0E}" srcOrd="0" destOrd="0" parTransId="{C8101C2D-7E48-49AE-AB18-6EF203348161}" sibTransId="{564AE69D-4B25-460A-9A46-C0CEF68741BD}"/>
    <dgm:cxn modelId="{A103E11E-A202-4A7E-B72D-A6C908D94DB6}" type="presOf" srcId="{BF748E04-8B46-4C0E-9113-93C7B97046A3}" destId="{C2CD3EC9-3BF1-464B-8A35-31C8A8135670}" srcOrd="1" destOrd="0" presId="urn:microsoft.com/office/officeart/2005/8/layout/hProcess6"/>
    <dgm:cxn modelId="{7487A534-FB31-482A-9CAE-250F623734C2}" type="presOf" srcId="{494B4C04-5EEC-4DE6-97C7-5E6055C217AA}" destId="{A2305C67-4BAD-4B22-A90C-0FEEEA941EEC}" srcOrd="0" destOrd="0" presId="urn:microsoft.com/office/officeart/2005/8/layout/hProcess6"/>
    <dgm:cxn modelId="{CDDA5236-C869-48EF-9F67-BB56E2D5941A}" type="presOf" srcId="{5E7C49F6-CB3A-4ED5-8569-9B47F8E1EC0E}" destId="{768F1455-2FF5-4A89-84FC-A1B8634F0015}" srcOrd="1" destOrd="0" presId="urn:microsoft.com/office/officeart/2005/8/layout/hProcess6"/>
    <dgm:cxn modelId="{863A2142-ACB1-432A-B9D0-1307924B264A}" srcId="{494B4C04-5EEC-4DE6-97C7-5E6055C217AA}" destId="{BF748E04-8B46-4C0E-9113-93C7B97046A3}" srcOrd="0" destOrd="0" parTransId="{AADAAEAF-A943-42B6-8C71-00570942567C}" sibTransId="{6872ABD6-EC7E-43D5-A6F0-67D9D2ABC305}"/>
    <dgm:cxn modelId="{01206180-B1C1-4417-809F-BA0C005E62EF}" srcId="{BAF681E2-B78D-4480-9F4A-2328668DF93B}" destId="{24FBA36A-0FF1-41AC-9E5C-3C0B6E813D42}" srcOrd="1" destOrd="0" parTransId="{6422CAC5-652C-441F-8B51-B25530DA17AE}" sibTransId="{CAC4D936-6F09-4172-BD05-57BFC5846A02}"/>
    <dgm:cxn modelId="{9979EF8B-94BD-4F69-90EA-41CFF26B0271}" srcId="{BAF681E2-B78D-4480-9F4A-2328668DF93B}" destId="{494B4C04-5EEC-4DE6-97C7-5E6055C217AA}" srcOrd="0" destOrd="0" parTransId="{F9F433BC-DA79-4EA6-B379-903328C99A6E}" sibTransId="{7C0ABE18-1763-40B8-A9AE-AB03CB02ED50}"/>
    <dgm:cxn modelId="{0AE5D998-DFFC-4B5B-810B-6D119A7C9275}" type="presOf" srcId="{BAF681E2-B78D-4480-9F4A-2328668DF93B}" destId="{A6D2D6B0-AC1B-4419-8882-15B43B7CD7E3}" srcOrd="0" destOrd="0" presId="urn:microsoft.com/office/officeart/2005/8/layout/hProcess6"/>
    <dgm:cxn modelId="{0563319C-4396-452C-ACA6-BB79123D1D23}" type="presOf" srcId="{24FBA36A-0FF1-41AC-9E5C-3C0B6E813D42}" destId="{222C19A2-781D-4431-AD84-198083CBE95B}" srcOrd="0" destOrd="0" presId="urn:microsoft.com/office/officeart/2005/8/layout/hProcess6"/>
    <dgm:cxn modelId="{923630D4-FE67-4127-8545-89468733DC25}" type="presOf" srcId="{BF748E04-8B46-4C0E-9113-93C7B97046A3}" destId="{D8665928-4210-474B-9930-D1954764096B}" srcOrd="0" destOrd="0" presId="urn:microsoft.com/office/officeart/2005/8/layout/hProcess6"/>
    <dgm:cxn modelId="{A069CCE6-35AF-4332-9F0F-FAC7FF7FA640}" srcId="{BAF681E2-B78D-4480-9F4A-2328668DF93B}" destId="{B6FBDDB6-8830-435F-B6BB-029C1B2C6CAF}" srcOrd="2" destOrd="0" parTransId="{34D59F0F-C5CC-4028-AF28-28323180D928}" sibTransId="{5E7E5497-4DAB-44D9-A847-CD237767F6A4}"/>
    <dgm:cxn modelId="{566628E6-ACAB-4DBF-9549-F18BD9BF53B8}" type="presParOf" srcId="{A6D2D6B0-AC1B-4419-8882-15B43B7CD7E3}" destId="{673A8CD5-BBDB-4566-A8D3-926621DC9C02}" srcOrd="0" destOrd="0" presId="urn:microsoft.com/office/officeart/2005/8/layout/hProcess6"/>
    <dgm:cxn modelId="{55046F99-B0BC-4DCA-AE6E-5A2DED0B7C92}" type="presParOf" srcId="{673A8CD5-BBDB-4566-A8D3-926621DC9C02}" destId="{F6AE5545-ED79-48ED-9B7C-6B7A802E5F9C}" srcOrd="0" destOrd="0" presId="urn:microsoft.com/office/officeart/2005/8/layout/hProcess6"/>
    <dgm:cxn modelId="{DF1FBCD0-D0CA-4C9F-B02A-240D2A9C3BE3}" type="presParOf" srcId="{673A8CD5-BBDB-4566-A8D3-926621DC9C02}" destId="{D8665928-4210-474B-9930-D1954764096B}" srcOrd="1" destOrd="0" presId="urn:microsoft.com/office/officeart/2005/8/layout/hProcess6"/>
    <dgm:cxn modelId="{2E9ACCC0-CFEF-4D3F-91C2-1BF031BC9A98}" type="presParOf" srcId="{673A8CD5-BBDB-4566-A8D3-926621DC9C02}" destId="{C2CD3EC9-3BF1-464B-8A35-31C8A8135670}" srcOrd="2" destOrd="0" presId="urn:microsoft.com/office/officeart/2005/8/layout/hProcess6"/>
    <dgm:cxn modelId="{AAD91B7D-675B-4E06-9C32-4B68F4EADCF8}" type="presParOf" srcId="{673A8CD5-BBDB-4566-A8D3-926621DC9C02}" destId="{A2305C67-4BAD-4B22-A90C-0FEEEA941EEC}" srcOrd="3" destOrd="0" presId="urn:microsoft.com/office/officeart/2005/8/layout/hProcess6"/>
    <dgm:cxn modelId="{4BF7872B-76B0-46D4-9539-2B497B327EF1}" type="presParOf" srcId="{A6D2D6B0-AC1B-4419-8882-15B43B7CD7E3}" destId="{94806860-E8B4-4011-B3C9-C968B9451597}" srcOrd="1" destOrd="0" presId="urn:microsoft.com/office/officeart/2005/8/layout/hProcess6"/>
    <dgm:cxn modelId="{5B0E1A0D-0ACB-4383-9941-5C0E0F05C6F9}" type="presParOf" srcId="{A6D2D6B0-AC1B-4419-8882-15B43B7CD7E3}" destId="{ED36F506-EC24-4650-B9C9-602E5F668CC4}" srcOrd="2" destOrd="0" presId="urn:microsoft.com/office/officeart/2005/8/layout/hProcess6"/>
    <dgm:cxn modelId="{0E07F28F-876D-4FF6-B7B8-0742AF8BDE8E}" type="presParOf" srcId="{ED36F506-EC24-4650-B9C9-602E5F668CC4}" destId="{5A0934A0-72C4-45AC-892A-6DB391203690}" srcOrd="0" destOrd="0" presId="urn:microsoft.com/office/officeart/2005/8/layout/hProcess6"/>
    <dgm:cxn modelId="{D2722615-30BB-4672-8F7F-3381330D38CE}" type="presParOf" srcId="{ED36F506-EC24-4650-B9C9-602E5F668CC4}" destId="{4CE202C1-26B6-4AC8-9107-EA01D51A49C7}" srcOrd="1" destOrd="0" presId="urn:microsoft.com/office/officeart/2005/8/layout/hProcess6"/>
    <dgm:cxn modelId="{311F7626-3207-4249-A406-6AF0EC7ECC5C}" type="presParOf" srcId="{ED36F506-EC24-4650-B9C9-602E5F668CC4}" destId="{768F1455-2FF5-4A89-84FC-A1B8634F0015}" srcOrd="2" destOrd="0" presId="urn:microsoft.com/office/officeart/2005/8/layout/hProcess6"/>
    <dgm:cxn modelId="{B08A2A8F-46AE-4CBC-BD6A-B698C8ACB452}" type="presParOf" srcId="{ED36F506-EC24-4650-B9C9-602E5F668CC4}" destId="{222C19A2-781D-4431-AD84-198083CBE95B}" srcOrd="3" destOrd="0" presId="urn:microsoft.com/office/officeart/2005/8/layout/hProcess6"/>
    <dgm:cxn modelId="{E9A24092-19E2-42F5-A275-785EF06283E8}" type="presParOf" srcId="{A6D2D6B0-AC1B-4419-8882-15B43B7CD7E3}" destId="{4138E016-EB9E-4B50-8D9A-0E06EAE4A3F6}" srcOrd="3" destOrd="0" presId="urn:microsoft.com/office/officeart/2005/8/layout/hProcess6"/>
    <dgm:cxn modelId="{535211BB-8DBB-4AA9-80C2-7A7A6155FA94}" type="presParOf" srcId="{A6D2D6B0-AC1B-4419-8882-15B43B7CD7E3}" destId="{5ABA08C5-23AD-46B9-8322-C640E7C43B5B}" srcOrd="4" destOrd="0" presId="urn:microsoft.com/office/officeart/2005/8/layout/hProcess6"/>
    <dgm:cxn modelId="{BD62AD78-852C-4A74-9BE2-21105E66BE2A}" type="presParOf" srcId="{5ABA08C5-23AD-46B9-8322-C640E7C43B5B}" destId="{9A6C683C-C949-49A9-9912-BF0B1CE1341A}" srcOrd="0" destOrd="0" presId="urn:microsoft.com/office/officeart/2005/8/layout/hProcess6"/>
    <dgm:cxn modelId="{3614FF04-A798-4A41-B13F-C0D6907720DD}" type="presParOf" srcId="{5ABA08C5-23AD-46B9-8322-C640E7C43B5B}" destId="{3BB9B79F-8C91-4E9E-BBDF-54BEDAC082E5}" srcOrd="1" destOrd="0" presId="urn:microsoft.com/office/officeart/2005/8/layout/hProcess6"/>
    <dgm:cxn modelId="{0B48EB4D-1BDC-42D7-874B-9F7CA7600EA0}" type="presParOf" srcId="{5ABA08C5-23AD-46B9-8322-C640E7C43B5B}" destId="{FA074B4D-38E8-41B1-B43F-A23788725F8F}" srcOrd="2" destOrd="0" presId="urn:microsoft.com/office/officeart/2005/8/layout/hProcess6"/>
    <dgm:cxn modelId="{B0ADFBF2-CF0D-465E-8E39-418A25E2419C}" type="presParOf" srcId="{5ABA08C5-23AD-46B9-8322-C640E7C43B5B}" destId="{F0CCCCA9-88CA-408E-9C5B-C8F06BA5EF0C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665928-4210-474B-9930-D1954764096B}">
      <dsp:nvSpPr>
        <dsp:cNvPr id="0" name=""/>
        <dsp:cNvSpPr/>
      </dsp:nvSpPr>
      <dsp:spPr>
        <a:xfrm>
          <a:off x="648885" y="775469"/>
          <a:ext cx="2576025" cy="1505646"/>
        </a:xfrm>
        <a:prstGeom prst="rightArrow">
          <a:avLst>
            <a:gd name="adj1" fmla="val 70000"/>
            <a:gd name="adj2" fmla="val 5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0" tIns="20320" rIns="4064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>
              <a:latin typeface="Calibri Light" panose="020F0302020204030204"/>
            </a:rPr>
            <a:t>Build</a:t>
          </a:r>
          <a:endParaRPr lang="en-GB" sz="3200" b="1" kern="1200"/>
        </a:p>
      </dsp:txBody>
      <dsp:txXfrm>
        <a:off x="1292891" y="1001316"/>
        <a:ext cx="1405043" cy="1053952"/>
      </dsp:txXfrm>
    </dsp:sp>
    <dsp:sp modelId="{A2305C67-4BAD-4B22-A90C-0FEEEA941EEC}">
      <dsp:nvSpPr>
        <dsp:cNvPr id="0" name=""/>
        <dsp:cNvSpPr/>
      </dsp:nvSpPr>
      <dsp:spPr>
        <a:xfrm>
          <a:off x="4878" y="884286"/>
          <a:ext cx="1288012" cy="128801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>
              <a:latin typeface="Calibri Light" panose="020F0302020204030204"/>
            </a:rPr>
            <a:t>Source code</a:t>
          </a:r>
        </a:p>
      </dsp:txBody>
      <dsp:txXfrm>
        <a:off x="193503" y="1072911"/>
        <a:ext cx="910762" cy="910762"/>
      </dsp:txXfrm>
    </dsp:sp>
    <dsp:sp modelId="{4CE202C1-26B6-4AC8-9107-EA01D51A49C7}">
      <dsp:nvSpPr>
        <dsp:cNvPr id="0" name=""/>
        <dsp:cNvSpPr/>
      </dsp:nvSpPr>
      <dsp:spPr>
        <a:xfrm>
          <a:off x="4029919" y="790972"/>
          <a:ext cx="2576025" cy="1474639"/>
        </a:xfrm>
        <a:prstGeom prst="rightArrow">
          <a:avLst>
            <a:gd name="adj1" fmla="val 70000"/>
            <a:gd name="adj2" fmla="val 5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0" tIns="20320" rIns="40640" bIns="203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>
              <a:latin typeface="Calibri Light" panose="020F0302020204030204"/>
            </a:rPr>
            <a:t>Execute</a:t>
          </a:r>
        </a:p>
      </dsp:txBody>
      <dsp:txXfrm>
        <a:off x="4673925" y="1012168"/>
        <a:ext cx="1415895" cy="1032247"/>
      </dsp:txXfrm>
    </dsp:sp>
    <dsp:sp modelId="{222C19A2-781D-4431-AD84-198083CBE95B}">
      <dsp:nvSpPr>
        <dsp:cNvPr id="0" name=""/>
        <dsp:cNvSpPr/>
      </dsp:nvSpPr>
      <dsp:spPr>
        <a:xfrm>
          <a:off x="3385912" y="884286"/>
          <a:ext cx="1288012" cy="128801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>
              <a:latin typeface="Calibri Light" panose="020F0302020204030204"/>
            </a:rPr>
            <a:t>Program</a:t>
          </a:r>
          <a:endParaRPr lang="en-GB" sz="2000" kern="1200"/>
        </a:p>
      </dsp:txBody>
      <dsp:txXfrm>
        <a:off x="3574537" y="1072911"/>
        <a:ext cx="910762" cy="910762"/>
      </dsp:txXfrm>
    </dsp:sp>
    <dsp:sp modelId="{3BB9B79F-8C91-4E9E-BBDF-54BEDAC082E5}">
      <dsp:nvSpPr>
        <dsp:cNvPr id="0" name=""/>
        <dsp:cNvSpPr/>
      </dsp:nvSpPr>
      <dsp:spPr>
        <a:xfrm rot="8364661">
          <a:off x="7021574" y="1406021"/>
          <a:ext cx="892258" cy="357716"/>
        </a:xfrm>
        <a:prstGeom prst="rightArrow">
          <a:avLst>
            <a:gd name="adj1" fmla="val 70000"/>
            <a:gd name="adj2" fmla="val 5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CCCCA9-88CA-408E-9C5B-C8F06BA5EF0C}">
      <dsp:nvSpPr>
        <dsp:cNvPr id="0" name=""/>
        <dsp:cNvSpPr/>
      </dsp:nvSpPr>
      <dsp:spPr>
        <a:xfrm>
          <a:off x="6766946" y="884286"/>
          <a:ext cx="1288012" cy="128801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>
              <a:latin typeface="Calibri Light" panose="020F0302020204030204"/>
            </a:rPr>
            <a:t>Process</a:t>
          </a:r>
          <a:endParaRPr lang="en-GB" sz="2000" kern="1200"/>
        </a:p>
      </dsp:txBody>
      <dsp:txXfrm>
        <a:off x="6955571" y="1072911"/>
        <a:ext cx="910762" cy="9107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665928-4210-474B-9930-D1954764096B}">
      <dsp:nvSpPr>
        <dsp:cNvPr id="0" name=""/>
        <dsp:cNvSpPr/>
      </dsp:nvSpPr>
      <dsp:spPr>
        <a:xfrm>
          <a:off x="648885" y="730276"/>
          <a:ext cx="2576025" cy="1596032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0" tIns="20320" rIns="4064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>
              <a:latin typeface="Calibri Light" panose="020F0302020204030204"/>
            </a:rPr>
            <a:t>Build</a:t>
          </a:r>
          <a:endParaRPr lang="en-GB" sz="3200" b="1" kern="1200"/>
        </a:p>
      </dsp:txBody>
      <dsp:txXfrm>
        <a:off x="1292891" y="969681"/>
        <a:ext cx="1373408" cy="1117222"/>
      </dsp:txXfrm>
    </dsp:sp>
    <dsp:sp modelId="{A2305C67-4BAD-4B22-A90C-0FEEEA941EEC}">
      <dsp:nvSpPr>
        <dsp:cNvPr id="0" name=""/>
        <dsp:cNvSpPr/>
      </dsp:nvSpPr>
      <dsp:spPr>
        <a:xfrm>
          <a:off x="4878" y="884286"/>
          <a:ext cx="1288012" cy="12880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Calibri Light" panose="020F0302020204030204"/>
            </a:rPr>
            <a:t>Dockerfile</a:t>
          </a:r>
        </a:p>
      </dsp:txBody>
      <dsp:txXfrm>
        <a:off x="193503" y="1072911"/>
        <a:ext cx="910762" cy="910762"/>
      </dsp:txXfrm>
    </dsp:sp>
    <dsp:sp modelId="{4CE202C1-26B6-4AC8-9107-EA01D51A49C7}">
      <dsp:nvSpPr>
        <dsp:cNvPr id="0" name=""/>
        <dsp:cNvSpPr/>
      </dsp:nvSpPr>
      <dsp:spPr>
        <a:xfrm>
          <a:off x="4029919" y="755676"/>
          <a:ext cx="2576025" cy="1545232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0" tIns="20320" rIns="40640" bIns="203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>
              <a:latin typeface="Calibri Light" panose="020F0302020204030204"/>
            </a:rPr>
            <a:t>Execute</a:t>
          </a:r>
        </a:p>
      </dsp:txBody>
      <dsp:txXfrm>
        <a:off x="4673925" y="987461"/>
        <a:ext cx="1391188" cy="1081662"/>
      </dsp:txXfrm>
    </dsp:sp>
    <dsp:sp modelId="{222C19A2-781D-4431-AD84-198083CBE95B}">
      <dsp:nvSpPr>
        <dsp:cNvPr id="0" name=""/>
        <dsp:cNvSpPr/>
      </dsp:nvSpPr>
      <dsp:spPr>
        <a:xfrm>
          <a:off x="3385912" y="884286"/>
          <a:ext cx="1288012" cy="12880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Calibri Light" panose="020F0302020204030204"/>
            </a:rPr>
            <a:t>Image</a:t>
          </a:r>
          <a:endParaRPr lang="en-GB" sz="1700" kern="1200"/>
        </a:p>
      </dsp:txBody>
      <dsp:txXfrm>
        <a:off x="3574537" y="1072911"/>
        <a:ext cx="910762" cy="910762"/>
      </dsp:txXfrm>
    </dsp:sp>
    <dsp:sp modelId="{3BB9B79F-8C91-4E9E-BBDF-54BEDAC082E5}">
      <dsp:nvSpPr>
        <dsp:cNvPr id="0" name=""/>
        <dsp:cNvSpPr/>
      </dsp:nvSpPr>
      <dsp:spPr>
        <a:xfrm>
          <a:off x="7349785" y="1238275"/>
          <a:ext cx="378495" cy="681633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CCCCA9-88CA-408E-9C5B-C8F06BA5EF0C}">
      <dsp:nvSpPr>
        <dsp:cNvPr id="0" name=""/>
        <dsp:cNvSpPr/>
      </dsp:nvSpPr>
      <dsp:spPr>
        <a:xfrm>
          <a:off x="6766946" y="884286"/>
          <a:ext cx="1288012" cy="12880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Calibri Light" panose="020F0302020204030204"/>
            </a:rPr>
            <a:t>Container</a:t>
          </a:r>
          <a:endParaRPr lang="en-GB" sz="1700" kern="1200"/>
        </a:p>
      </dsp:txBody>
      <dsp:txXfrm>
        <a:off x="6955571" y="1072911"/>
        <a:ext cx="910762" cy="9107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11/12/2024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11/12/2024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>
            <a:extLst>
              <a:ext uri="{FF2B5EF4-FFF2-40B4-BE49-F238E27FC236}">
                <a16:creationId xmlns:a16="http://schemas.microsoft.com/office/drawing/2014/main" id="{6E3A0FE5-C39A-1C49-86B6-D92A234AE4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893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 dirty="0"/>
              <a:t>Click to edit Master subtitle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pic>
        <p:nvPicPr>
          <p:cNvPr id="8" name="Picture 5" descr="Celestia-R1---OverlayContentHD.png">
            <a:extLst>
              <a:ext uri="{FF2B5EF4-FFF2-40B4-BE49-F238E27FC236}">
                <a16:creationId xmlns:a16="http://schemas.microsoft.com/office/drawing/2014/main" id="{C0E4D736-DF0E-6FFB-D4A2-46F677BC3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elestia-R1---OverlayContentHD.png">
            <a:extLst>
              <a:ext uri="{FF2B5EF4-FFF2-40B4-BE49-F238E27FC236}">
                <a16:creationId xmlns:a16="http://schemas.microsoft.com/office/drawing/2014/main" id="{91C81237-E8B3-96FF-4819-AA9DE4BC93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-2645"/>
            <a:ext cx="10131426" cy="106944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066801"/>
            <a:ext cx="10131425" cy="47243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ckoverflow.com/questions/71955661/what-is-the-difference-between-containers-and-process-vms-not-system-vm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ocs.openstack.org/image-guide/introduction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2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71955661/what-is-the-difference-between-containers-and-process-vms-not-system-vms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byexample.com/learning-paths/kubernetes-fundamentals/what-kubernetes-3-minutes" TargetMode="External"/><Relationship Id="rId2" Type="http://schemas.openxmlformats.org/officeDocument/2006/relationships/hyperlink" Target="https://kubernetes.io/docs/tutorials/kubernetes-basic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hyperlink" Target="https://kubernetes.io/docs/concepts/workloads/pods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urs-estia-bihar/demo-gitops/tree/master/cluster/app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helm/examples/tree/main/charts/hello-world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ute Power: The “Oil” of the Next Technological Revolution | by Lumerin  Protocol | Lumerin Blog | Medium">
            <a:extLst>
              <a:ext uri="{FF2B5EF4-FFF2-40B4-BE49-F238E27FC236}">
                <a16:creationId xmlns:a16="http://schemas.microsoft.com/office/drawing/2014/main" id="{0894DCDB-9EDC-5DED-31AC-01B7CFC04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76" y="894873"/>
            <a:ext cx="5846324" cy="350779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65587" y="1989751"/>
            <a:ext cx="4879529" cy="2013633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GB" sz="7200" dirty="0">
                <a:cs typeface="Calibri Light"/>
              </a:rPr>
              <a:t>Cloud Engineering</a:t>
            </a:r>
            <a:endParaRPr lang="en-GB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365587" y="4332070"/>
            <a:ext cx="4586533" cy="1405467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en-GB" sz="2800" dirty="0">
                <a:cs typeface="Calibri"/>
              </a:rPr>
              <a:t>Computing resources</a:t>
            </a:r>
            <a:endParaRPr lang="en-US" sz="28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659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D79AE315-16B0-0F32-49F9-9EE213861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860" y="982994"/>
            <a:ext cx="5002691" cy="489201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355" y="1"/>
            <a:ext cx="9912159" cy="1117600"/>
          </a:xfrm>
        </p:spPr>
        <p:txBody>
          <a:bodyPr/>
          <a:lstStyle/>
          <a:p>
            <a:r>
              <a:rPr lang="fr-FR" dirty="0" err="1"/>
              <a:t>Overview</a:t>
            </a:r>
            <a:endParaRPr lang="en-US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499355" y="1669430"/>
            <a:ext cx="5836346" cy="32762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a typeface="Calibri"/>
                <a:cs typeface="Calibri"/>
              </a:rPr>
              <a:t>Tour of the computing resources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</a:rPr>
              <a:t>VMs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</a:rPr>
              <a:t>Containers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</a:rPr>
              <a:t>Functions</a:t>
            </a:r>
          </a:p>
          <a:p>
            <a:pPr>
              <a:lnSpc>
                <a:spcPct val="150000"/>
              </a:lnSpc>
            </a:pPr>
            <a:endParaRPr lang="en-US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ea typeface="Calibri"/>
                <a:cs typeface="Calibri"/>
              </a:rPr>
              <a:t>Variations of the cloud services: Anything AAS</a:t>
            </a:r>
          </a:p>
        </p:txBody>
      </p:sp>
      <p:sp>
        <p:nvSpPr>
          <p:cNvPr id="7" name="Oval 14">
            <a:extLst>
              <a:ext uri="{FF2B5EF4-FFF2-40B4-BE49-F238E27FC236}">
                <a16:creationId xmlns:a16="http://schemas.microsoft.com/office/drawing/2014/main" id="{66FD1DA5-B26D-460F-EF14-5499B496C4AE}"/>
              </a:ext>
            </a:extLst>
          </p:cNvPr>
          <p:cNvSpPr/>
          <p:nvPr/>
        </p:nvSpPr>
        <p:spPr>
          <a:xfrm>
            <a:off x="9257281" y="3533750"/>
            <a:ext cx="1634996" cy="10355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468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79CC5-5773-08CC-168E-F920FE795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A79C27-B7DE-1987-DBDC-1C9636837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355" y="1"/>
            <a:ext cx="9912159" cy="1117600"/>
          </a:xfrm>
        </p:spPr>
        <p:txBody>
          <a:bodyPr/>
          <a:lstStyle/>
          <a:p>
            <a:r>
              <a:rPr lang="en-US" sz="3600" dirty="0">
                <a:ea typeface="Calibri"/>
                <a:cs typeface="Calibri"/>
              </a:rPr>
              <a:t>Anything AAS</a:t>
            </a:r>
            <a:endParaRPr lang="en-US" dirty="0"/>
          </a:p>
        </p:txBody>
      </p:sp>
      <p:pic>
        <p:nvPicPr>
          <p:cNvPr id="2054" name="Picture 6" descr="Assembly - Self-Build | Caterham">
            <a:extLst>
              <a:ext uri="{FF2B5EF4-FFF2-40B4-BE49-F238E27FC236}">
                <a16:creationId xmlns:a16="http://schemas.microsoft.com/office/drawing/2014/main" id="{C156519E-7567-DCC7-7CDE-09FACB0EE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827" y="2878977"/>
            <a:ext cx="4536713" cy="2504644"/>
          </a:xfrm>
          <a:prstGeom prst="roundRect">
            <a:avLst>
              <a:gd name="adj" fmla="val 3027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1DCE5A9C-19D3-A02E-591E-C4197E48ED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15" b="13075"/>
          <a:stretch/>
        </p:blipFill>
        <p:spPr bwMode="auto">
          <a:xfrm>
            <a:off x="6682462" y="2878976"/>
            <a:ext cx="4536713" cy="2504644"/>
          </a:xfrm>
          <a:prstGeom prst="roundRect">
            <a:avLst>
              <a:gd name="adj" fmla="val 3027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F6623A0-FA6C-1A38-8F16-4BA374925AE7}"/>
              </a:ext>
            </a:extLst>
          </p:cNvPr>
          <p:cNvSpPr txBox="1"/>
          <p:nvPr/>
        </p:nvSpPr>
        <p:spPr>
          <a:xfrm>
            <a:off x="499355" y="1030241"/>
            <a:ext cx="6095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You arrive in </a:t>
            </a:r>
            <a:r>
              <a:rPr lang="fr-FR" sz="2000" i="1" dirty="0" err="1"/>
              <a:t>town</a:t>
            </a:r>
            <a:r>
              <a:rPr lang="fr-FR" sz="2000" i="1" dirty="0"/>
              <a:t> and </a:t>
            </a:r>
            <a:r>
              <a:rPr lang="fr-FR" sz="2000" i="1" dirty="0" err="1"/>
              <a:t>need</a:t>
            </a:r>
            <a:r>
              <a:rPr lang="fr-FR" sz="2000" i="1" dirty="0"/>
              <a:t> transportation…</a:t>
            </a:r>
            <a:br>
              <a:rPr lang="fr-FR" sz="2000" i="1" dirty="0"/>
            </a:br>
            <a:r>
              <a:rPr lang="fr-FR" sz="2000" i="1" dirty="0"/>
              <a:t>Do </a:t>
            </a:r>
            <a:r>
              <a:rPr lang="fr-FR" sz="2000" i="1" dirty="0" err="1"/>
              <a:t>you</a:t>
            </a:r>
            <a:r>
              <a:rPr lang="fr-FR" sz="2000" i="1" dirty="0"/>
              <a:t> </a:t>
            </a:r>
            <a:r>
              <a:rPr lang="fr-FR" sz="2000" i="1" dirty="0" err="1"/>
              <a:t>build</a:t>
            </a:r>
            <a:r>
              <a:rPr lang="fr-FR" sz="2000" i="1" dirty="0"/>
              <a:t> </a:t>
            </a:r>
            <a:r>
              <a:rPr lang="fr-FR" sz="2000" i="1" dirty="0" err="1"/>
              <a:t>your</a:t>
            </a:r>
            <a:r>
              <a:rPr lang="fr-FR" sz="2000" i="1" dirty="0"/>
              <a:t> </a:t>
            </a:r>
            <a:r>
              <a:rPr lang="fr-FR" sz="2000" i="1" dirty="0" err="1"/>
              <a:t>own</a:t>
            </a:r>
            <a:r>
              <a:rPr lang="fr-FR" sz="2000" i="1" dirty="0"/>
              <a:t> car or </a:t>
            </a:r>
            <a:r>
              <a:rPr lang="fr-FR" sz="2000" i="1" dirty="0" err="1"/>
              <a:t>rent</a:t>
            </a:r>
            <a:r>
              <a:rPr lang="fr-FR" sz="2000" i="1" dirty="0"/>
              <a:t> a </a:t>
            </a:r>
            <a:r>
              <a:rPr lang="fr-FR" sz="2000" i="1" dirty="0" err="1"/>
              <a:t>limo</a:t>
            </a:r>
            <a:r>
              <a:rPr lang="fr-FR" sz="2000" i="1" dirty="0"/>
              <a:t> </a:t>
            </a:r>
            <a:r>
              <a:rPr lang="fr-FR" sz="2000" i="1" dirty="0" err="1"/>
              <a:t>with</a:t>
            </a:r>
            <a:r>
              <a:rPr lang="fr-FR" sz="2000" i="1" dirty="0"/>
              <a:t> a driver ?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34415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8C0A9F3-C74E-8D4C-12C9-FC5B0E07D0F8}"/>
              </a:ext>
            </a:extLst>
          </p:cNvPr>
          <p:cNvSpPr txBox="1"/>
          <p:nvPr/>
        </p:nvSpPr>
        <p:spPr>
          <a:xfrm>
            <a:off x="444845" y="1456267"/>
            <a:ext cx="5744252" cy="5035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On </a:t>
            </a:r>
            <a:r>
              <a:rPr lang="fr-FR" dirty="0" err="1"/>
              <a:t>prem</a:t>
            </a:r>
            <a:r>
              <a:rPr lang="fr-FR" dirty="0"/>
              <a:t> = </a:t>
            </a:r>
            <a:r>
              <a:rPr lang="fr-FR" dirty="0" err="1"/>
              <a:t>Dedicated</a:t>
            </a:r>
            <a:r>
              <a:rPr lang="fr-FR" dirty="0"/>
              <a:t> server, room, power </a:t>
            </a:r>
            <a:r>
              <a:rPr lang="fr-FR" dirty="0" err="1"/>
              <a:t>supply</a:t>
            </a:r>
            <a:r>
              <a:rPr lang="fr-FR" dirty="0"/>
              <a:t>, 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IAAS = </a:t>
            </a:r>
            <a:r>
              <a:rPr lang="fr-FR" dirty="0" err="1"/>
              <a:t>VMs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AWS EC2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OVH VPS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PAAS = Container runtime (docker, k8s)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Azure AKS, AWS EKS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Az</a:t>
            </a:r>
            <a:r>
              <a:rPr lang="fr-FR" dirty="0"/>
              <a:t> Container instances, AWS </a:t>
            </a:r>
            <a:r>
              <a:rPr lang="fr-FR" dirty="0" err="1"/>
              <a:t>Fargate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FAAS = </a:t>
            </a:r>
            <a:r>
              <a:rPr lang="fr-FR" dirty="0" err="1"/>
              <a:t>provide</a:t>
            </a:r>
            <a:r>
              <a:rPr lang="fr-FR" dirty="0"/>
              <a:t> source code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executed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AWS Lambda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OVH / Azure </a:t>
            </a:r>
            <a:r>
              <a:rPr lang="fr-FR" dirty="0" err="1"/>
              <a:t>Functions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SAAS/</a:t>
            </a:r>
            <a:r>
              <a:rPr lang="fr-FR" dirty="0" err="1"/>
              <a:t>Managed</a:t>
            </a:r>
            <a:r>
              <a:rPr lang="fr-FR" dirty="0"/>
              <a:t> services = </a:t>
            </a:r>
            <a:r>
              <a:rPr lang="fr-FR" dirty="0" err="1"/>
              <a:t>Turnkey</a:t>
            </a:r>
            <a:r>
              <a:rPr lang="fr-FR" dirty="0"/>
              <a:t> services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Managed</a:t>
            </a:r>
            <a:r>
              <a:rPr lang="fr-FR" dirty="0"/>
              <a:t> DB, </a:t>
            </a:r>
            <a:r>
              <a:rPr lang="fr-FR" dirty="0" err="1"/>
              <a:t>Webmails</a:t>
            </a:r>
            <a:r>
              <a:rPr lang="fr-FR" dirty="0"/>
              <a:t>, online apps, </a:t>
            </a:r>
            <a:r>
              <a:rPr lang="fr-FR" dirty="0" err="1"/>
              <a:t>games</a:t>
            </a:r>
            <a:endParaRPr lang="fr-FR" dirty="0"/>
          </a:p>
        </p:txBody>
      </p:sp>
      <p:pic>
        <p:nvPicPr>
          <p:cNvPr id="4" name="Picture 4" descr="SaaS vs PaaS vs IaaS: What's The Difference &amp; How To Choose – BMC Software  | Blogs">
            <a:extLst>
              <a:ext uri="{FF2B5EF4-FFF2-40B4-BE49-F238E27FC236}">
                <a16:creationId xmlns:a16="http://schemas.microsoft.com/office/drawing/2014/main" id="{B07562AD-13F4-78FB-2B87-3E4DA8333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097" y="1456267"/>
            <a:ext cx="5558058" cy="51637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56E2D3A-9B74-ECA6-102F-C62201A2C96C}"/>
              </a:ext>
            </a:extLst>
          </p:cNvPr>
          <p:cNvSpPr txBox="1"/>
          <p:nvPr/>
        </p:nvSpPr>
        <p:spPr>
          <a:xfrm>
            <a:off x="685801" y="863170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CPU time</a:t>
            </a:r>
            <a:endParaRPr lang="en-GB" sz="2000" i="1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05F87E7-5DFD-B6B9-129D-AC79E72F4199}"/>
              </a:ext>
            </a:extLst>
          </p:cNvPr>
          <p:cNvSpPr txBox="1">
            <a:spLocks/>
          </p:cNvSpPr>
          <p:nvPr/>
        </p:nvSpPr>
        <p:spPr>
          <a:xfrm>
            <a:off x="685801" y="-2645"/>
            <a:ext cx="10131426" cy="86455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 err="1"/>
              <a:t>What</a:t>
            </a:r>
            <a:r>
              <a:rPr lang="fr-FR" dirty="0"/>
              <a:t> are </a:t>
            </a:r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resource</a:t>
            </a:r>
            <a:endParaRPr lang="en-GB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92D9125-7B3A-8509-D03B-96B3F5D8EABB}"/>
              </a:ext>
            </a:extLst>
          </p:cNvPr>
          <p:cNvSpPr/>
          <p:nvPr/>
        </p:nvSpPr>
        <p:spPr>
          <a:xfrm>
            <a:off x="6166236" y="1402081"/>
            <a:ext cx="1397037" cy="4671060"/>
          </a:xfrm>
          <a:prstGeom prst="roundRect">
            <a:avLst>
              <a:gd name="adj" fmla="val 823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4076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59259E-6 L 0.11458 -0.0004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29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459 -0.00046 L 0.22982 -0.00185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29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982 -0.00185 L 0.3444 -0.00162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2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  <p:bldP spid="11" grpId="1" animBg="1"/>
      <p:bldP spid="11" grpId="2" animBg="1"/>
      <p:bldP spid="11" grpId="3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B6F2AF-A80C-7443-88E1-A200FB51D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22">
            <a:extLst>
              <a:ext uri="{FF2B5EF4-FFF2-40B4-BE49-F238E27FC236}">
                <a16:creationId xmlns:a16="http://schemas.microsoft.com/office/drawing/2014/main" id="{AE31B943-9E97-4C0F-E2FB-9F182241E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14" name="Rectangle 113">
            <a:extLst>
              <a:ext uri="{FF2B5EF4-FFF2-40B4-BE49-F238E27FC236}">
                <a16:creationId xmlns:a16="http://schemas.microsoft.com/office/drawing/2014/main" id="{C14A7B5D-7927-3040-94DB-259D79CFC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Picture 26">
            <a:extLst>
              <a:ext uri="{FF2B5EF4-FFF2-40B4-BE49-F238E27FC236}">
                <a16:creationId xmlns:a16="http://schemas.microsoft.com/office/drawing/2014/main" id="{369F3C40-A00A-865E-E4E2-DAC936209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22"/>
          <a:stretch/>
        </p:blipFill>
        <p:spPr>
          <a:xfrm>
            <a:off x="1" y="0"/>
            <a:ext cx="5896768" cy="685621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035CE33-6C6C-6186-32D0-58C815D04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145" y="1239249"/>
            <a:ext cx="4209875" cy="41767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 dirty="0">
                <a:solidFill>
                  <a:srgbClr val="FFFFFF"/>
                </a:solidFill>
              </a:rPr>
              <a:t>Infra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b="1" dirty="0">
                <a:solidFill>
                  <a:srgbClr val="FFFFFF"/>
                </a:solidFill>
              </a:rPr>
              <a:t>A</a:t>
            </a:r>
            <a:r>
              <a:rPr lang="en-US" sz="6000" dirty="0">
                <a:solidFill>
                  <a:srgbClr val="FFFFFF"/>
                </a:solidFill>
              </a:rPr>
              <a:t>s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b="1" dirty="0">
                <a:solidFill>
                  <a:srgbClr val="FFFFFF"/>
                </a:solidFill>
              </a:rPr>
              <a:t>A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b="1" dirty="0">
                <a:solidFill>
                  <a:srgbClr val="FFFFFF"/>
                </a:solidFill>
              </a:rPr>
              <a:t>S</a:t>
            </a:r>
            <a:r>
              <a:rPr lang="en-US" sz="6000" dirty="0">
                <a:solidFill>
                  <a:srgbClr val="FFFFFF"/>
                </a:solidFill>
              </a:rPr>
              <a:t>ervice</a:t>
            </a:r>
          </a:p>
        </p:txBody>
      </p:sp>
      <p:sp useBgFill="1">
        <p:nvSpPr>
          <p:cNvPr id="116" name="Freeform 5">
            <a:extLst>
              <a:ext uri="{FF2B5EF4-FFF2-40B4-BE49-F238E27FC236}">
                <a16:creationId xmlns:a16="http://schemas.microsoft.com/office/drawing/2014/main" id="{E9FD4592-092D-CCC0-3CF3-B37AA9EB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17" name="Freeform 14">
            <a:extLst>
              <a:ext uri="{FF2B5EF4-FFF2-40B4-BE49-F238E27FC236}">
                <a16:creationId xmlns:a16="http://schemas.microsoft.com/office/drawing/2014/main" id="{568B5C2E-2B3A-FAF4-C742-5E1FDA4E5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8" name="Group 32">
            <a:extLst>
              <a:ext uri="{FF2B5EF4-FFF2-40B4-BE49-F238E27FC236}">
                <a16:creationId xmlns:a16="http://schemas.microsoft.com/office/drawing/2014/main" id="{5AEAE154-C2D7-B497-72A2-6137DF7FD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A7B3517-9444-DAD2-5A25-30A845D48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BC419EA-77A2-9BF5-3650-4373360628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132E737-7E69-9C40-F9FB-F02E0A2C8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70CCCC8-9233-BC30-ED20-FC86EDEF1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AB647B4-7BDE-B82F-22AF-698B01FAA2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EA2B8FB-BDB4-5CD3-EFFA-C2F9C62263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DDE1D64-C4F4-F726-2CC7-B4151E65AC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0EF1B50-295C-A8C9-E320-FB0F083D8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D1C252A-DCA9-4917-28EE-CC0D15C3B7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4C9AF94-4C5E-FB5A-D92D-880875997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F3CDA99-A516-5EC1-8B3F-8042890F2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450CD97-CE75-78CA-0CAB-0A73437F8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B25896F-F329-C766-40DD-DA70127D9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A1136B0-DEB4-B6D5-4A36-7598AD680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4886493-501F-7D6F-345E-3750D227F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A3B6C61-8E39-4AE7-606B-3B9C20734B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B442366-B1FE-DE15-8AF0-8A6886A02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7440AA2-652F-2E8F-0C21-EA7AF2E30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AAD1D98-84BA-650A-402B-9E8491ED5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4E8695F-33B8-3B70-55F8-1B69E23360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0AF55A6-C378-C9F0-B888-B31D7C731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7F4E786-A208-5C99-807C-5CB5F37BF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08A0ADA-5C8B-401C-9385-C384C2BD2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E086152-A4D7-AF99-A1EB-90647C317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EFF221D-7B9B-E662-C4B1-E6464FD7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E2E6196-3A31-457C-96C9-6E5B460812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5629E2A-1F68-F548-1C6C-3BE1167368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222DA59-8100-B01D-FE98-3587A0C2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CC7770A-2185-FB05-8EDC-144601941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D5F4E6C-06AB-2A07-B550-DFE2DA3BC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178BD61-B0D0-646C-DB3B-43A14B1C8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47C74FA-214A-CEDB-6E3E-B81F0A3DC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64AF1E3-CB5D-4899-6126-0A53B1503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80AC9A1-B948-88AA-44B7-9A289EC88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5570E5A-2CD7-BC9A-B341-CAD81F7A5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02185F64-B709-0E49-EA20-2D002205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A1B8DAB-ED1F-2F6D-045B-3F6E84391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526D60D-8BAA-4878-B383-91E5A6372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A9BED2F-3E67-051F-B586-950D7344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D18751D-941F-0FDD-75AA-17A5B7778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CD27972-698F-B563-FEDD-173E6695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B3615C0-8EF8-00DA-FED2-FFD2BFA35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579C371-7822-6994-7837-585EA4001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C5A0AE3-72B9-7D62-458A-A9EDD1D66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0E8B095-0639-0C86-829D-CF4AA9E82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1510F62-8817-DC26-F07F-94016CFC1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DFEEC2F-45B0-8607-0198-C6EAEA07F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5EBB4EC-2447-C310-6531-D0820CD6F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73FE660-A9D9-B2F8-3FD3-638D5E441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28F0366-75A4-880D-23D8-1DAE58251A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A641434-2F12-8F45-BD6A-D14D306FF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2778A07-9094-DF9A-3CC3-F049F11F5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02A770D-365C-0BB7-5192-072590381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0D0F3E1-B46F-E56C-1F27-19F900549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CEAF2F6-1CC4-E25E-8DBE-D417B1710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EED8207-BFF7-BD5D-558B-0754E97491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71C6F96-A0D7-4C50-DC7A-6966DAFAC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E98C0AEA-B04F-9977-DE4D-17938B36D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997366A-F588-0022-F2EE-9DC9F45EB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2D82AE9-5C28-3D0C-3084-E7739050B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91C55288-AF9A-7542-4DDB-09A0B05008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1DBCA597-C357-368A-3704-346FC1441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EE058705-E8DB-AC4A-868E-9BC928283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DC3CDD26-D6CD-CA56-17B1-E3621992EC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9DDB150-8EE1-FEB7-B9E8-E17E654FF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BB8452B8-3238-F331-90DA-56681E3C0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70451536-B05E-31DC-69D8-B8A4D07C0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30F9A3C-362A-3C15-BF06-5C316135E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8E122A64-B5EA-C7F7-C7AD-4F140540C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C181097-4853-2DFC-454C-DD42B67667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03C6F20-CC4E-7C10-9486-87F46D4A3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3B3632F-6D73-954F-18E8-988A0BFD4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52C1967-E2DC-5BEC-5E62-96793A964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2BEFF704-1AC1-8120-99BF-C771E04499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3C25164-B3BB-F5CC-898C-F010093B1C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E02FD51E-2D15-96FB-08C8-8BCC95C0E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EAC9B3AD-2EA9-C55C-8203-3E3E2FB1A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D1C4D03-D79A-B567-11A6-8C3D74F12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2" descr="VMware Workstation - Wikipedia">
            <a:extLst>
              <a:ext uri="{FF2B5EF4-FFF2-40B4-BE49-F238E27FC236}">
                <a16:creationId xmlns:a16="http://schemas.microsoft.com/office/drawing/2014/main" id="{4F94EED5-C191-0B5C-8819-17507ED75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985" y="2257547"/>
            <a:ext cx="3946219" cy="3940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589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EBCA86-FC88-C76F-F85D-C56FAC8A5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2645"/>
            <a:ext cx="10131426" cy="864554"/>
          </a:xfrm>
        </p:spPr>
        <p:txBody>
          <a:bodyPr/>
          <a:lstStyle/>
          <a:p>
            <a:r>
              <a:rPr lang="fr-FR" dirty="0"/>
              <a:t>Virtual machines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A75CFA-E18C-7FAB-3081-C2C903E00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705" y="1530350"/>
            <a:ext cx="5284258" cy="5118100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000" dirty="0" err="1"/>
              <a:t>According</a:t>
            </a:r>
            <a:r>
              <a:rPr lang="fr-FR" sz="2000" dirty="0"/>
              <a:t> to the </a:t>
            </a:r>
            <a:r>
              <a:rPr lang="fr-FR" sz="2000" i="1" dirty="0" err="1"/>
              <a:t>Shared</a:t>
            </a:r>
            <a:r>
              <a:rPr lang="fr-FR" sz="2000" i="1" dirty="0"/>
              <a:t> </a:t>
            </a:r>
            <a:r>
              <a:rPr lang="fr-FR" sz="2000" i="1" dirty="0" err="1"/>
              <a:t>Responsibility</a:t>
            </a:r>
            <a:r>
              <a:rPr lang="fr-FR" sz="2000" i="1" dirty="0"/>
              <a:t> Model</a:t>
            </a:r>
          </a:p>
          <a:p>
            <a:pPr>
              <a:lnSpc>
                <a:spcPct val="150000"/>
              </a:lnSpc>
            </a:pPr>
            <a:r>
              <a:rPr lang="fr-FR" dirty="0"/>
              <a:t>the provider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responsible</a:t>
            </a:r>
            <a:r>
              <a:rPr lang="fr-FR" dirty="0"/>
              <a:t> about: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Physical </a:t>
            </a:r>
            <a:r>
              <a:rPr lang="fr-FR" dirty="0" err="1"/>
              <a:t>security</a:t>
            </a:r>
            <a:endParaRPr lang="fr-F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Hardware &amp; </a:t>
            </a:r>
            <a:r>
              <a:rPr lang="fr-FR" dirty="0" err="1"/>
              <a:t>Hypervisor</a:t>
            </a:r>
            <a:endParaRPr lang="fr-F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Network (</a:t>
            </a:r>
            <a:r>
              <a:rPr lang="fr-FR" dirty="0" err="1"/>
              <a:t>provide</a:t>
            </a:r>
            <a:r>
              <a:rPr lang="fr-FR" dirty="0"/>
              <a:t> an IP </a:t>
            </a:r>
            <a:r>
              <a:rPr lang="fr-FR" dirty="0" err="1"/>
              <a:t>address</a:t>
            </a:r>
            <a:r>
              <a:rPr lang="fr-FR" dirty="0"/>
              <a:t>)</a:t>
            </a:r>
            <a:br>
              <a:rPr lang="fr-FR" dirty="0"/>
            </a:br>
            <a:endParaRPr lang="fr-FR" dirty="0"/>
          </a:p>
          <a:p>
            <a:pPr>
              <a:lnSpc>
                <a:spcPct val="150000"/>
              </a:lnSpc>
            </a:pPr>
            <a:r>
              <a:rPr lang="en-GB" dirty="0"/>
              <a:t>The customer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responsible</a:t>
            </a:r>
            <a:r>
              <a:rPr lang="fr-FR" dirty="0"/>
              <a:t> about: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The OS updates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all </a:t>
            </a:r>
            <a:r>
              <a:rPr lang="fr-FR" dirty="0" err="1"/>
              <a:t>installed</a:t>
            </a:r>
            <a:r>
              <a:rPr lang="fr-FR" dirty="0"/>
              <a:t> software </a:t>
            </a:r>
            <a:r>
              <a:rPr lang="fr-FR" dirty="0" err="1"/>
              <a:t>within</a:t>
            </a:r>
            <a:r>
              <a:rPr lang="fr-FR" dirty="0"/>
              <a:t> the VM</a:t>
            </a:r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E13AE0A-54BA-E302-9610-D35C7B750FA2}"/>
              </a:ext>
            </a:extLst>
          </p:cNvPr>
          <p:cNvSpPr txBox="1"/>
          <p:nvPr/>
        </p:nvSpPr>
        <p:spPr>
          <a:xfrm>
            <a:off x="685801" y="861909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You manage the VM OS and </a:t>
            </a:r>
            <a:r>
              <a:rPr lang="fr-FR" sz="2000" i="1" dirty="0" err="1"/>
              <a:t>above</a:t>
            </a:r>
            <a:endParaRPr lang="en-GB" sz="2000" i="1" dirty="0"/>
          </a:p>
        </p:txBody>
      </p:sp>
      <p:pic>
        <p:nvPicPr>
          <p:cNvPr id="6" name="Image 5" descr="Une image contenant texte, capture d’écran, Police, Rectangle&#10;&#10;Description générée automatiquement">
            <a:extLst>
              <a:ext uri="{FF2B5EF4-FFF2-40B4-BE49-F238E27FC236}">
                <a16:creationId xmlns:a16="http://schemas.microsoft.com/office/drawing/2014/main" id="{9509DC00-0B6A-7E04-A96C-BBC9B12F7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700" y="1134248"/>
            <a:ext cx="2896609" cy="3920310"/>
          </a:xfrm>
          <a:prstGeom prst="roundRect">
            <a:avLst>
              <a:gd name="adj" fmla="val 440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8" name="Image 7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2E8D30E9-B7F3-7460-5DA6-9678BA5D7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8757" y="520074"/>
            <a:ext cx="2795009" cy="4512424"/>
          </a:xfrm>
          <a:prstGeom prst="roundRect">
            <a:avLst>
              <a:gd name="adj" fmla="val 450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7903BD0-BF05-17E6-D0C7-8221CDD418EE}"/>
              </a:ext>
            </a:extLst>
          </p:cNvPr>
          <p:cNvSpPr txBox="1"/>
          <p:nvPr/>
        </p:nvSpPr>
        <p:spPr>
          <a:xfrm>
            <a:off x="7753952" y="6379831"/>
            <a:ext cx="2896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Source: </a:t>
            </a:r>
            <a:r>
              <a:rPr lang="fr-FR" i="1" dirty="0">
                <a:hlinkClick r:id="rId4"/>
              </a:rPr>
              <a:t>stackoverflow.com</a:t>
            </a:r>
            <a:endParaRPr lang="en-GB" i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EF6B02-2186-3F04-D957-BA8BEAA6E313}"/>
              </a:ext>
            </a:extLst>
          </p:cNvPr>
          <p:cNvSpPr txBox="1"/>
          <p:nvPr/>
        </p:nvSpPr>
        <p:spPr>
          <a:xfrm>
            <a:off x="6377615" y="5073608"/>
            <a:ext cx="2575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Type 1 </a:t>
            </a:r>
            <a:r>
              <a:rPr lang="fr-FR" sz="2000" i="1" dirty="0" err="1"/>
              <a:t>hypervisor</a:t>
            </a:r>
            <a:br>
              <a:rPr lang="fr-FR" sz="2000" i="1" dirty="0"/>
            </a:br>
            <a:r>
              <a:rPr lang="fr-FR" sz="2000" i="1" dirty="0"/>
              <a:t>=&gt; cloud servers</a:t>
            </a:r>
            <a:endParaRPr lang="en-GB" sz="2000" i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361A9C3-1F52-48C6-593F-CB60D9F92BFB}"/>
              </a:ext>
            </a:extLst>
          </p:cNvPr>
          <p:cNvSpPr txBox="1"/>
          <p:nvPr/>
        </p:nvSpPr>
        <p:spPr>
          <a:xfrm>
            <a:off x="9620348" y="5054177"/>
            <a:ext cx="2575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Type 2 </a:t>
            </a:r>
            <a:r>
              <a:rPr lang="fr-FR" sz="2000" i="1" dirty="0" err="1"/>
              <a:t>hypervisor</a:t>
            </a:r>
            <a:br>
              <a:rPr lang="fr-FR" sz="2000" i="1" dirty="0"/>
            </a:br>
            <a:r>
              <a:rPr lang="fr-FR" sz="2000" i="1" dirty="0"/>
              <a:t>=&gt; dev VM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226811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EBCA86-FC88-C76F-F85D-C56FAC8A5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How to </a:t>
            </a:r>
            <a:r>
              <a:rPr lang="fr-FR" dirty="0" err="1"/>
              <a:t>work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a VM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A75CFA-E18C-7FAB-3081-C2C903E00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814" y="1622307"/>
            <a:ext cx="6181450" cy="5092818"/>
          </a:xfrm>
        </p:spPr>
        <p:txBody>
          <a:bodyPr anchor="t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GB" dirty="0"/>
              <a:t>Virtual machine image (</a:t>
            </a:r>
            <a:r>
              <a:rPr lang="en-GB" i="1" dirty="0"/>
              <a:t>Source: </a:t>
            </a:r>
            <a:r>
              <a:rPr lang="en-GB" i="1" dirty="0">
                <a:hlinkClick r:id="rId2"/>
              </a:rPr>
              <a:t>openstack.org</a:t>
            </a:r>
            <a:r>
              <a:rPr lang="en-GB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GB" dirty="0"/>
              <a:t>A virtual machine image is a single file which contains a virtual disk</a:t>
            </a:r>
            <a:br>
              <a:rPr lang="en-GB" dirty="0"/>
            </a:br>
            <a:r>
              <a:rPr lang="en-GB" dirty="0"/>
              <a:t>that has a bootable operating system installed on it</a:t>
            </a:r>
          </a:p>
          <a:p>
            <a:pPr>
              <a:lnSpc>
                <a:spcPct val="150000"/>
              </a:lnSpc>
            </a:pPr>
            <a:r>
              <a:rPr lang="en-GB" dirty="0"/>
              <a:t>Cloud </a:t>
            </a:r>
            <a:r>
              <a:rPr lang="en-GB" dirty="0" err="1"/>
              <a:t>init</a:t>
            </a:r>
            <a:r>
              <a:rPr lang="en-GB" dirty="0"/>
              <a:t> script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GB" dirty="0"/>
              <a:t>Launch custom commands to provision your VM at creation time</a:t>
            </a:r>
            <a:br>
              <a:rPr lang="en-GB" dirty="0"/>
            </a:br>
            <a:r>
              <a:rPr lang="en-GB" dirty="0"/>
              <a:t>Install packages, enable </a:t>
            </a:r>
            <a:r>
              <a:rPr lang="en-GB" dirty="0" err="1"/>
              <a:t>linux</a:t>
            </a:r>
            <a:r>
              <a:rPr lang="en-GB" dirty="0"/>
              <a:t> services, create secret keys</a:t>
            </a:r>
          </a:p>
          <a:p>
            <a:pPr>
              <a:lnSpc>
                <a:spcPct val="150000"/>
              </a:lnSpc>
            </a:pPr>
            <a:r>
              <a:rPr lang="en-GB" dirty="0"/>
              <a:t>State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GB" dirty="0"/>
              <a:t>The VM is connected to a virtual disk storing the filesystem</a:t>
            </a:r>
            <a:br>
              <a:rPr lang="en-GB" dirty="0"/>
            </a:br>
            <a:r>
              <a:rPr lang="en-GB" dirty="0"/>
              <a:t>AWS calls it Elastic Block Storage (like a network drive)</a:t>
            </a:r>
          </a:p>
          <a:p>
            <a:pPr>
              <a:lnSpc>
                <a:spcPct val="150000"/>
              </a:lnSpc>
            </a:pPr>
            <a:r>
              <a:rPr lang="en-GB" dirty="0"/>
              <a:t>Network*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GB" dirty="0"/>
              <a:t>An IP address is assigned to the virtual Network Interface Card (NIC)</a:t>
            </a:r>
            <a:br>
              <a:rPr lang="en-GB" dirty="0"/>
            </a:br>
            <a:r>
              <a:rPr lang="en-GB" dirty="0"/>
              <a:t>Can be public and/or private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E13AE0A-54BA-E302-9610-D35C7B750FA2}"/>
              </a:ext>
            </a:extLst>
          </p:cNvPr>
          <p:cNvSpPr txBox="1"/>
          <p:nvPr/>
        </p:nvSpPr>
        <p:spPr>
          <a:xfrm>
            <a:off x="685801" y="906581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err="1"/>
              <a:t>Some</a:t>
            </a:r>
            <a:r>
              <a:rPr lang="fr-FR" sz="2000" i="1" dirty="0"/>
              <a:t> </a:t>
            </a:r>
            <a:r>
              <a:rPr lang="fr-FR" sz="2000" i="1" dirty="0" err="1"/>
              <a:t>technical</a:t>
            </a:r>
            <a:r>
              <a:rPr lang="fr-FR" sz="2000" i="1" dirty="0"/>
              <a:t> info</a:t>
            </a:r>
            <a:endParaRPr lang="en-GB" sz="2000" i="1" dirty="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9395615C-6C59-1E6E-C1D0-59C4645F3D6C}"/>
              </a:ext>
            </a:extLst>
          </p:cNvPr>
          <p:cNvSpPr/>
          <p:nvPr/>
        </p:nvSpPr>
        <p:spPr>
          <a:xfrm>
            <a:off x="7453587" y="1018583"/>
            <a:ext cx="1231159" cy="949035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OS</a:t>
            </a:r>
            <a:br>
              <a:rPr lang="fr-FR" dirty="0"/>
            </a:br>
            <a:r>
              <a:rPr lang="fr-FR" dirty="0"/>
              <a:t>Image</a:t>
            </a:r>
            <a:endParaRPr lang="en-GB" dirty="0"/>
          </a:p>
        </p:txBody>
      </p:sp>
      <p:sp>
        <p:nvSpPr>
          <p:cNvPr id="11" name="Organigramme : Bande perforée 10">
            <a:extLst>
              <a:ext uri="{FF2B5EF4-FFF2-40B4-BE49-F238E27FC236}">
                <a16:creationId xmlns:a16="http://schemas.microsoft.com/office/drawing/2014/main" id="{FDC058CA-5CA3-8F33-3A4C-E0EF9FE8C307}"/>
              </a:ext>
            </a:extLst>
          </p:cNvPr>
          <p:cNvSpPr/>
          <p:nvPr/>
        </p:nvSpPr>
        <p:spPr>
          <a:xfrm>
            <a:off x="7462731" y="2834071"/>
            <a:ext cx="1231159" cy="1069446"/>
          </a:xfrm>
          <a:prstGeom prst="flowChartPunchedTap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cloud init</a:t>
            </a:r>
            <a:endParaRPr lang="en-GB" dirty="0"/>
          </a:p>
        </p:txBody>
      </p:sp>
      <p:sp>
        <p:nvSpPr>
          <p:cNvPr id="13" name="Cylindre 12">
            <a:extLst>
              <a:ext uri="{FF2B5EF4-FFF2-40B4-BE49-F238E27FC236}">
                <a16:creationId xmlns:a16="http://schemas.microsoft.com/office/drawing/2014/main" id="{6718A317-870D-8E2A-57E6-60DF8B680FB0}"/>
              </a:ext>
            </a:extLst>
          </p:cNvPr>
          <p:cNvSpPr/>
          <p:nvPr/>
        </p:nvSpPr>
        <p:spPr>
          <a:xfrm>
            <a:off x="7462731" y="4769971"/>
            <a:ext cx="1231159" cy="1069446"/>
          </a:xfrm>
          <a:prstGeom prst="can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FS volume</a:t>
            </a:r>
            <a:endParaRPr lang="en-GB" dirty="0"/>
          </a:p>
        </p:txBody>
      </p:sp>
      <p:sp>
        <p:nvSpPr>
          <p:cNvPr id="14" name="Flèche : double flèche horizontale 13">
            <a:extLst>
              <a:ext uri="{FF2B5EF4-FFF2-40B4-BE49-F238E27FC236}">
                <a16:creationId xmlns:a16="http://schemas.microsoft.com/office/drawing/2014/main" id="{80BB78E2-CD0E-4B0C-DB62-7DB919005946}"/>
              </a:ext>
            </a:extLst>
          </p:cNvPr>
          <p:cNvSpPr/>
          <p:nvPr/>
        </p:nvSpPr>
        <p:spPr>
          <a:xfrm>
            <a:off x="10066186" y="4037142"/>
            <a:ext cx="1231159" cy="620307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IP</a:t>
            </a:r>
            <a:endParaRPr lang="en-GB" dirty="0"/>
          </a:p>
        </p:txBody>
      </p:sp>
      <p:pic>
        <p:nvPicPr>
          <p:cNvPr id="18" name="Graphique 17" descr="Processeur avec un remplissage uni">
            <a:extLst>
              <a:ext uri="{FF2B5EF4-FFF2-40B4-BE49-F238E27FC236}">
                <a16:creationId xmlns:a16="http://schemas.microsoft.com/office/drawing/2014/main" id="{04AE728B-1B8E-1D82-EB6A-C3ECFA70B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6186" y="1386068"/>
            <a:ext cx="1163100" cy="1163100"/>
          </a:xfrm>
          <a:prstGeom prst="rect">
            <a:avLst/>
          </a:prstGeom>
          <a:effectLst>
            <a:glow rad="50800">
              <a:schemeClr val="tx1"/>
            </a:glow>
          </a:effectLst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D908C921-9002-D060-EDA7-CFEB19C648C6}"/>
              </a:ext>
            </a:extLst>
          </p:cNvPr>
          <p:cNvSpPr txBox="1"/>
          <p:nvPr/>
        </p:nvSpPr>
        <p:spPr>
          <a:xfrm>
            <a:off x="9900393" y="2604087"/>
            <a:ext cx="2129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CPU/GPU/NPU</a:t>
            </a:r>
            <a:br>
              <a:rPr lang="fr-FR" sz="2000" dirty="0"/>
            </a:br>
            <a:r>
              <a:rPr lang="fr-FR" sz="2000" dirty="0"/>
              <a:t>+ RAM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6297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11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63B97E-87A1-8668-0A62-7274C06FB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VM Pricing options</a:t>
            </a:r>
            <a:endParaRPr lang="en-GB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ACC75875-167A-31F4-1356-0FFFFD9A7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66802"/>
            <a:ext cx="10131425" cy="677332"/>
          </a:xfrm>
        </p:spPr>
        <p:txBody>
          <a:bodyPr/>
          <a:lstStyle/>
          <a:p>
            <a:r>
              <a:rPr lang="fr-FR" dirty="0" err="1"/>
              <a:t>Tradeoff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customer</a:t>
            </a:r>
            <a:r>
              <a:rPr lang="fr-FR" dirty="0"/>
              <a:t> </a:t>
            </a:r>
            <a:r>
              <a:rPr lang="fr-FR" dirty="0" err="1"/>
              <a:t>commitment</a:t>
            </a:r>
            <a:r>
              <a:rPr lang="fr-FR" dirty="0"/>
              <a:t> (</a:t>
            </a:r>
            <a:r>
              <a:rPr lang="fr-FR" dirty="0" err="1"/>
              <a:t>paying</a:t>
            </a:r>
            <a:r>
              <a:rPr lang="fr-FR" dirty="0"/>
              <a:t> </a:t>
            </a:r>
            <a:r>
              <a:rPr lang="fr-FR" dirty="0" err="1"/>
              <a:t>upfront</a:t>
            </a:r>
            <a:r>
              <a:rPr lang="fr-FR" dirty="0"/>
              <a:t>), provider </a:t>
            </a:r>
            <a:r>
              <a:rPr lang="fr-FR" dirty="0" err="1"/>
              <a:t>commitment</a:t>
            </a:r>
            <a:r>
              <a:rPr lang="fr-FR" dirty="0"/>
              <a:t> (SLA) and </a:t>
            </a:r>
            <a:r>
              <a:rPr lang="fr-FR" dirty="0" err="1"/>
              <a:t>price</a:t>
            </a:r>
            <a:endParaRPr lang="en-GB" dirty="0"/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DDBF71B8-26D9-A5CE-E19A-FD16CFEA8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541533"/>
              </p:ext>
            </p:extLst>
          </p:nvPr>
        </p:nvGraphicFramePr>
        <p:xfrm>
          <a:off x="1879600" y="2506133"/>
          <a:ext cx="7306734" cy="3572934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2435578">
                  <a:extLst>
                    <a:ext uri="{9D8B030D-6E8A-4147-A177-3AD203B41FA5}">
                      <a16:colId xmlns:a16="http://schemas.microsoft.com/office/drawing/2014/main" val="2664217074"/>
                    </a:ext>
                  </a:extLst>
                </a:gridCol>
                <a:gridCol w="2435578">
                  <a:extLst>
                    <a:ext uri="{9D8B030D-6E8A-4147-A177-3AD203B41FA5}">
                      <a16:colId xmlns:a16="http://schemas.microsoft.com/office/drawing/2014/main" val="2695733640"/>
                    </a:ext>
                  </a:extLst>
                </a:gridCol>
                <a:gridCol w="2435578">
                  <a:extLst>
                    <a:ext uri="{9D8B030D-6E8A-4147-A177-3AD203B41FA5}">
                      <a16:colId xmlns:a16="http://schemas.microsoft.com/office/drawing/2014/main" val="327812743"/>
                    </a:ext>
                  </a:extLst>
                </a:gridCol>
              </a:tblGrid>
              <a:tr h="1190978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The </a:t>
                      </a:r>
                      <a:r>
                        <a:rPr lang="fr-FR" dirty="0" err="1"/>
                        <a:t>customer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does</a:t>
                      </a:r>
                      <a:r>
                        <a:rPr lang="fr-FR" dirty="0"/>
                        <a:t> not commit</a:t>
                      </a:r>
                      <a:endParaRPr lang="en-GB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The </a:t>
                      </a:r>
                      <a:r>
                        <a:rPr lang="fr-FR" dirty="0" err="1"/>
                        <a:t>customer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commits</a:t>
                      </a:r>
                      <a:endParaRPr lang="en-GB" dirty="0"/>
                    </a:p>
                    <a:p>
                      <a:pPr algn="ctr"/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7698339"/>
                  </a:ext>
                </a:extLst>
              </a:tr>
              <a:tr h="119097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The provider </a:t>
                      </a:r>
                      <a:r>
                        <a:rPr lang="fr-FR" dirty="0" err="1"/>
                        <a:t>commits</a:t>
                      </a:r>
                      <a:r>
                        <a:rPr lang="fr-FR" dirty="0"/>
                        <a:t> </a:t>
                      </a:r>
                      <a:endParaRPr lang="en-GB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Normal,</a:t>
                      </a:r>
                      <a:br>
                        <a:rPr lang="fr-FR" dirty="0"/>
                      </a:br>
                      <a:r>
                        <a:rPr lang="fr-FR" dirty="0"/>
                        <a:t>On-</a:t>
                      </a:r>
                      <a:r>
                        <a:rPr lang="fr-FR" dirty="0" err="1"/>
                        <a:t>demand</a:t>
                      </a:r>
                      <a:r>
                        <a:rPr lang="fr-FR" dirty="0"/>
                        <a:t> instances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AWS </a:t>
                      </a:r>
                      <a:r>
                        <a:rPr lang="fr-FR" dirty="0" err="1"/>
                        <a:t>Saving</a:t>
                      </a:r>
                      <a:r>
                        <a:rPr lang="fr-FR" dirty="0"/>
                        <a:t> Plans</a:t>
                      </a:r>
                      <a:br>
                        <a:rPr lang="fr-FR" dirty="0"/>
                      </a:br>
                      <a:r>
                        <a:rPr lang="fr-FR" dirty="0"/>
                        <a:t>(1 – 3 </a:t>
                      </a:r>
                      <a:r>
                        <a:rPr lang="fr-FR" dirty="0" err="1"/>
                        <a:t>years</a:t>
                      </a:r>
                      <a:r>
                        <a:rPr lang="fr-FR" dirty="0"/>
                        <a:t>) 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890642"/>
                  </a:ext>
                </a:extLst>
              </a:tr>
              <a:tr h="119097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The provider </a:t>
                      </a:r>
                      <a:r>
                        <a:rPr lang="fr-FR" dirty="0" err="1"/>
                        <a:t>does</a:t>
                      </a:r>
                      <a:r>
                        <a:rPr lang="fr-FR" dirty="0"/>
                        <a:t> not commit</a:t>
                      </a:r>
                      <a:endParaRPr lang="en-GB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Disruptable</a:t>
                      </a:r>
                      <a:r>
                        <a:rPr lang="fr-FR" dirty="0"/>
                        <a:t>,</a:t>
                      </a:r>
                      <a:br>
                        <a:rPr lang="fr-FR" dirty="0"/>
                      </a:br>
                      <a:r>
                        <a:rPr lang="fr-FR" dirty="0"/>
                        <a:t>AWS Spot Instances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95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389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5DCCAF-2EE0-77F8-001A-4B2829153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Scaling</a:t>
            </a:r>
            <a:r>
              <a:rPr lang="fr-FR" dirty="0"/>
              <a:t> </a:t>
            </a:r>
            <a:r>
              <a:rPr lang="fr-FR" dirty="0" err="1"/>
              <a:t>horizontally</a:t>
            </a:r>
            <a:endParaRPr lang="en-GB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2F1967BC-06FF-BCDE-CA20-23AB872D4200}"/>
              </a:ext>
            </a:extLst>
          </p:cNvPr>
          <p:cNvSpPr/>
          <p:nvPr/>
        </p:nvSpPr>
        <p:spPr>
          <a:xfrm>
            <a:off x="1650154" y="2909145"/>
            <a:ext cx="2633134" cy="2032000"/>
          </a:xfrm>
          <a:prstGeom prst="roundRect">
            <a:avLst>
              <a:gd name="adj" fmla="val 8167"/>
            </a:avLst>
          </a:prstGeom>
          <a:solidFill>
            <a:schemeClr val="accent3">
              <a:alpha val="69804"/>
            </a:schemeClr>
          </a:solidFill>
          <a:ln>
            <a:noFill/>
          </a:ln>
          <a:effectLst>
            <a:outerShdw blurRad="88900" sx="103000" sy="103000" algn="ctr" rotWithShape="0">
              <a:prstClr val="black">
                <a:alpha val="47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400" dirty="0" err="1"/>
              <a:t>Load</a:t>
            </a:r>
            <a:r>
              <a:rPr lang="fr-FR" sz="2400" dirty="0"/>
              <a:t> Balancer</a:t>
            </a:r>
            <a:br>
              <a:rPr lang="fr-FR" sz="2400" dirty="0"/>
            </a:br>
            <a:br>
              <a:rPr lang="fr-FR" sz="2400" dirty="0"/>
            </a:br>
            <a:r>
              <a:rPr lang="fr-FR" sz="2000" i="1" dirty="0"/>
              <a:t>Observes </a:t>
            </a:r>
            <a:r>
              <a:rPr lang="fr-FR" sz="2000" i="1" dirty="0" err="1"/>
              <a:t>metrics</a:t>
            </a:r>
            <a:br>
              <a:rPr lang="fr-FR" sz="2000" i="1" dirty="0"/>
            </a:br>
            <a:r>
              <a:rPr lang="fr-FR" sz="2000" i="1" dirty="0"/>
              <a:t>for </a:t>
            </a:r>
            <a:r>
              <a:rPr lang="fr-FR" sz="2000" i="1" dirty="0" err="1"/>
              <a:t>scaling</a:t>
            </a:r>
            <a:br>
              <a:rPr lang="fr-FR" sz="2400" dirty="0"/>
            </a:br>
            <a:endParaRPr lang="en-GB" sz="2400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0C030E8A-DAE4-DFC3-4F89-96076F2D1BF5}"/>
              </a:ext>
            </a:extLst>
          </p:cNvPr>
          <p:cNvSpPr/>
          <p:nvPr/>
        </p:nvSpPr>
        <p:spPr>
          <a:xfrm>
            <a:off x="6285653" y="1618825"/>
            <a:ext cx="3733800" cy="4673601"/>
          </a:xfrm>
          <a:prstGeom prst="roundRect">
            <a:avLst>
              <a:gd name="adj" fmla="val 2608"/>
            </a:avLst>
          </a:prstGeom>
          <a:solidFill>
            <a:schemeClr val="accent5">
              <a:alpha val="69804"/>
            </a:schemeClr>
          </a:solidFill>
          <a:ln>
            <a:noFill/>
          </a:ln>
          <a:effectLst>
            <a:outerShdw blurRad="88900" sx="103000" sy="103000" algn="ctr" rotWithShape="0">
              <a:prstClr val="black">
                <a:alpha val="47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400" dirty="0"/>
              <a:t>VM Pool</a:t>
            </a:r>
            <a:endParaRPr lang="en-GB" sz="2400" dirty="0"/>
          </a:p>
        </p:txBody>
      </p:sp>
      <p:sp>
        <p:nvSpPr>
          <p:cNvPr id="7" name="Parchemin : vertical 6">
            <a:extLst>
              <a:ext uri="{FF2B5EF4-FFF2-40B4-BE49-F238E27FC236}">
                <a16:creationId xmlns:a16="http://schemas.microsoft.com/office/drawing/2014/main" id="{02B4044C-BD49-5936-B06A-8CFE2B1C911E}"/>
              </a:ext>
            </a:extLst>
          </p:cNvPr>
          <p:cNvSpPr/>
          <p:nvPr/>
        </p:nvSpPr>
        <p:spPr>
          <a:xfrm>
            <a:off x="8152553" y="1792499"/>
            <a:ext cx="1666239" cy="1031981"/>
          </a:xfrm>
          <a:prstGeom prst="verticalScroll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Common Config</a:t>
            </a:r>
            <a:endParaRPr lang="en-GB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840F911-1A3B-EA6E-C517-33A76B52BD41}"/>
              </a:ext>
            </a:extLst>
          </p:cNvPr>
          <p:cNvSpPr/>
          <p:nvPr/>
        </p:nvSpPr>
        <p:spPr>
          <a:xfrm>
            <a:off x="6642946" y="2756745"/>
            <a:ext cx="1251374" cy="1016000"/>
          </a:xfrm>
          <a:prstGeom prst="roundRect">
            <a:avLst>
              <a:gd name="adj" fmla="val 5167"/>
            </a:avLst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400" dirty="0"/>
              <a:t>VM 1</a:t>
            </a:r>
            <a:endParaRPr lang="en-GB" sz="2400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68F6BCB3-4D3D-2C49-E7EC-6DFC3FF8D8C9}"/>
              </a:ext>
            </a:extLst>
          </p:cNvPr>
          <p:cNvSpPr/>
          <p:nvPr/>
        </p:nvSpPr>
        <p:spPr>
          <a:xfrm>
            <a:off x="6642946" y="3925145"/>
            <a:ext cx="1251374" cy="1016000"/>
          </a:xfrm>
          <a:prstGeom prst="roundRect">
            <a:avLst>
              <a:gd name="adj" fmla="val 5167"/>
            </a:avLst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400" dirty="0"/>
              <a:t>VM 2</a:t>
            </a:r>
            <a:endParaRPr lang="en-GB" sz="2400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85EF18CB-C900-0513-1BA6-0AF97156303C}"/>
              </a:ext>
            </a:extLst>
          </p:cNvPr>
          <p:cNvSpPr/>
          <p:nvPr/>
        </p:nvSpPr>
        <p:spPr>
          <a:xfrm>
            <a:off x="6642946" y="5056295"/>
            <a:ext cx="1251374" cy="1016000"/>
          </a:xfrm>
          <a:prstGeom prst="roundRect">
            <a:avLst>
              <a:gd name="adj" fmla="val 5167"/>
            </a:avLst>
          </a:prstGeom>
          <a:pattFill prst="wdUpDiag">
            <a:fgClr>
              <a:srgbClr val="E25247"/>
            </a:fgClr>
            <a:bgClr>
              <a:srgbClr val="9E7739"/>
            </a:bgClr>
          </a:pattFill>
          <a:ln w="19050">
            <a:solidFill>
              <a:schemeClr val="tx1"/>
            </a:solidFill>
            <a:prstDash val="dash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400" dirty="0"/>
              <a:t>VM 3</a:t>
            </a:r>
            <a:endParaRPr lang="en-GB" sz="2400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1037671C-1F80-0014-0161-C6889A14D915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4283288" y="3264745"/>
            <a:ext cx="2359658" cy="66040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BCF2795E-9975-1065-F0FA-163E16752D16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4283288" y="3925145"/>
            <a:ext cx="2359658" cy="50800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1D2C0C84-C959-EFC1-834B-2AB483CFF095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4283288" y="3925145"/>
            <a:ext cx="2359658" cy="163915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169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76D6E20-3491-2DBC-081A-F6F4AA18D872}"/>
              </a:ext>
            </a:extLst>
          </p:cNvPr>
          <p:cNvSpPr/>
          <p:nvPr/>
        </p:nvSpPr>
        <p:spPr>
          <a:xfrm>
            <a:off x="819149" y="5025523"/>
            <a:ext cx="2647951" cy="1435351"/>
          </a:xfrm>
          <a:prstGeom prst="roundRect">
            <a:avLst>
              <a:gd name="adj" fmla="val 6094"/>
            </a:avLst>
          </a:prstGeom>
          <a:ln>
            <a:solidFill>
              <a:schemeClr val="bg2">
                <a:lumMod val="20000"/>
                <a:lumOff val="8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08FBC12F-337E-E89E-55FA-399221144F12}"/>
              </a:ext>
            </a:extLst>
          </p:cNvPr>
          <p:cNvSpPr/>
          <p:nvPr/>
        </p:nvSpPr>
        <p:spPr>
          <a:xfrm>
            <a:off x="819149" y="3050924"/>
            <a:ext cx="2647951" cy="1435351"/>
          </a:xfrm>
          <a:prstGeom prst="roundRect">
            <a:avLst>
              <a:gd name="adj" fmla="val 6094"/>
            </a:avLst>
          </a:prstGeom>
          <a:ln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8A743E6-2E5B-7BB2-938A-EADF43D9DA53}"/>
              </a:ext>
            </a:extLst>
          </p:cNvPr>
          <p:cNvSpPr/>
          <p:nvPr/>
        </p:nvSpPr>
        <p:spPr>
          <a:xfrm>
            <a:off x="819149" y="1076325"/>
            <a:ext cx="2647951" cy="1435351"/>
          </a:xfrm>
          <a:prstGeom prst="roundRect">
            <a:avLst>
              <a:gd name="adj" fmla="val 6094"/>
            </a:avLst>
          </a:prstGeom>
          <a:ln>
            <a:solidFill>
              <a:schemeClr val="bg2">
                <a:lumMod val="20000"/>
                <a:lumOff val="8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737089-8812-04A5-7B93-1AB5EDC6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VM </a:t>
            </a:r>
            <a:r>
              <a:rPr lang="fr-FR" dirty="0" err="1"/>
              <a:t>specificities</a:t>
            </a:r>
            <a:r>
              <a:rPr lang="fr-FR" dirty="0"/>
              <a:t> by Cloud </a:t>
            </a:r>
            <a:r>
              <a:rPr lang="fr-FR" dirty="0" err="1"/>
              <a:t>providerS</a:t>
            </a:r>
            <a:endParaRPr lang="en-GB" dirty="0"/>
          </a:p>
        </p:txBody>
      </p:sp>
      <p:pic>
        <p:nvPicPr>
          <p:cNvPr id="11" name="Graphique 10">
            <a:extLst>
              <a:ext uri="{FF2B5EF4-FFF2-40B4-BE49-F238E27FC236}">
                <a16:creationId xmlns:a16="http://schemas.microsoft.com/office/drawing/2014/main" id="{4C6F3A78-E144-15DD-B7FD-4BB3C5912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347" y="3270758"/>
            <a:ext cx="2388894" cy="757769"/>
          </a:xfrm>
          <a:prstGeom prst="rect">
            <a:avLst/>
          </a:prstGeom>
          <a:effectLst/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5DCACF9F-D521-647F-F91C-5CDCBB6CE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5347" y="5501513"/>
            <a:ext cx="2388894" cy="438680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DCF59688-78C3-4A9D-07BC-80A8491DDC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0202" y="1171094"/>
            <a:ext cx="2366707" cy="1253260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FC05DE6C-0B46-E626-BF36-F3DE11496887}"/>
              </a:ext>
            </a:extLst>
          </p:cNvPr>
          <p:cNvSpPr txBox="1"/>
          <p:nvPr/>
        </p:nvSpPr>
        <p:spPr>
          <a:xfrm>
            <a:off x="4136065" y="1490687"/>
            <a:ext cx="69962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Name: </a:t>
            </a:r>
            <a:r>
              <a:rPr lang="fr-FR" dirty="0" err="1"/>
              <a:t>Elastic</a:t>
            </a:r>
            <a:r>
              <a:rPr lang="fr-FR" dirty="0"/>
              <a:t> Cloud </a:t>
            </a:r>
            <a:r>
              <a:rPr lang="fr-FR" dirty="0" err="1"/>
              <a:t>Compute</a:t>
            </a:r>
            <a:r>
              <a:rPr lang="fr-FR" dirty="0"/>
              <a:t> (EC2)</a:t>
            </a:r>
          </a:p>
          <a:p>
            <a:r>
              <a:rPr lang="fr-FR" dirty="0"/>
              <a:t>Free tier: 1 </a:t>
            </a:r>
            <a:r>
              <a:rPr lang="fr-FR" dirty="0" err="1"/>
              <a:t>small</a:t>
            </a:r>
            <a:r>
              <a:rPr lang="fr-FR" dirty="0"/>
              <a:t> VM for 1 </a:t>
            </a:r>
            <a:r>
              <a:rPr lang="fr-FR" dirty="0" err="1"/>
              <a:t>year</a:t>
            </a:r>
            <a:endParaRPr lang="fr-FR" dirty="0"/>
          </a:p>
          <a:p>
            <a:endParaRPr lang="en-GB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64FFAB6-3B2B-94EE-7B53-08EA73C3479C}"/>
              </a:ext>
            </a:extLst>
          </p:cNvPr>
          <p:cNvSpPr txBox="1"/>
          <p:nvPr/>
        </p:nvSpPr>
        <p:spPr>
          <a:xfrm>
            <a:off x="4136065" y="5643034"/>
            <a:ext cx="69962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Name: </a:t>
            </a:r>
            <a:r>
              <a:rPr lang="fr-FR" dirty="0" err="1"/>
              <a:t>Compute</a:t>
            </a:r>
            <a:r>
              <a:rPr lang="fr-FR" dirty="0"/>
              <a:t> Instances</a:t>
            </a:r>
          </a:p>
          <a:p>
            <a:r>
              <a:rPr lang="fr-FR" dirty="0"/>
              <a:t>Free tier: 2 </a:t>
            </a:r>
            <a:r>
              <a:rPr lang="fr-FR" dirty="0" err="1"/>
              <a:t>small</a:t>
            </a:r>
            <a:r>
              <a:rPr lang="fr-FR" dirty="0"/>
              <a:t> </a:t>
            </a:r>
            <a:r>
              <a:rPr lang="fr-FR" dirty="0" err="1"/>
              <a:t>VMs</a:t>
            </a:r>
            <a:r>
              <a:rPr lang="fr-FR" dirty="0"/>
              <a:t>, no time </a:t>
            </a:r>
            <a:r>
              <a:rPr lang="fr-FR" dirty="0" err="1"/>
              <a:t>limit</a:t>
            </a:r>
            <a:endParaRPr lang="fr-FR" dirty="0"/>
          </a:p>
          <a:p>
            <a:endParaRPr lang="en-GB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B1D064C-D614-8D39-D338-FF3DA04CEC49}"/>
              </a:ext>
            </a:extLst>
          </p:cNvPr>
          <p:cNvSpPr txBox="1"/>
          <p:nvPr/>
        </p:nvSpPr>
        <p:spPr>
          <a:xfrm>
            <a:off x="4136065" y="3457575"/>
            <a:ext cx="69962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Name: Azure VM</a:t>
            </a:r>
          </a:p>
          <a:p>
            <a:r>
              <a:rPr lang="fr-FR" dirty="0"/>
              <a:t>Free tier: 1 </a:t>
            </a:r>
            <a:r>
              <a:rPr lang="fr-FR" dirty="0" err="1"/>
              <a:t>small</a:t>
            </a:r>
            <a:r>
              <a:rPr lang="fr-FR" dirty="0"/>
              <a:t> VM for 1 </a:t>
            </a:r>
            <a:r>
              <a:rPr lang="fr-FR" dirty="0" err="1"/>
              <a:t>year</a:t>
            </a:r>
            <a:endParaRPr lang="fr-FR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624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83B63E-8695-A261-2D66-4BFE1CECF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VM </a:t>
            </a:r>
            <a:r>
              <a:rPr lang="fr-FR" dirty="0" err="1"/>
              <a:t>creation</a:t>
            </a:r>
            <a:r>
              <a:rPr lang="fr-FR" dirty="0"/>
              <a:t> and options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B1851B-891E-7219-903C-44C4234BD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2064" y="1639455"/>
            <a:ext cx="6419561" cy="3579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4800" dirty="0"/>
              <a:t>✨</a:t>
            </a:r>
            <a:r>
              <a:rPr lang="fr-FR" sz="3600" dirty="0"/>
              <a:t> </a:t>
            </a:r>
            <a:r>
              <a:rPr lang="fr-FR" sz="4000" dirty="0"/>
              <a:t>Live </a:t>
            </a:r>
            <a:r>
              <a:rPr lang="fr-FR" sz="4000" dirty="0" err="1"/>
              <a:t>demo</a:t>
            </a:r>
            <a:r>
              <a:rPr lang="fr-FR" sz="4000" dirty="0"/>
              <a:t> </a:t>
            </a:r>
            <a:br>
              <a:rPr lang="fr-FR" sz="4000" dirty="0"/>
            </a:br>
            <a:r>
              <a:rPr lang="fr-FR" sz="4000" dirty="0"/>
              <a:t>			</a:t>
            </a:r>
            <a:r>
              <a:rPr lang="fr-FR" sz="4000" dirty="0" err="1"/>
              <a:t>step</a:t>
            </a:r>
            <a:r>
              <a:rPr lang="fr-FR" sz="4000" dirty="0"/>
              <a:t> by </a:t>
            </a:r>
            <a:r>
              <a:rPr lang="fr-FR" sz="4000" dirty="0" err="1"/>
              <a:t>step</a:t>
            </a:r>
            <a:r>
              <a:rPr lang="fr-FR" sz="4000" dirty="0"/>
              <a:t> setup</a:t>
            </a:r>
            <a:endParaRPr lang="en-GB" sz="36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E12536D-6ED0-DC03-08CC-8D761524D1FF}"/>
              </a:ext>
            </a:extLst>
          </p:cNvPr>
          <p:cNvSpPr txBox="1"/>
          <p:nvPr/>
        </p:nvSpPr>
        <p:spPr>
          <a:xfrm>
            <a:off x="685801" y="906581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In oracle cloud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1244614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22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14" name="Rectangle 113">
            <a:extLst>
              <a:ext uri="{FF2B5EF4-FFF2-40B4-BE49-F238E27FC236}">
                <a16:creationId xmlns:a16="http://schemas.microsoft.com/office/drawing/2014/main" id="{1F94DC1C-47D1-41D7-8B1B-9A036D614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Picture 26">
            <a:extLst>
              <a:ext uri="{FF2B5EF4-FFF2-40B4-BE49-F238E27FC236}">
                <a16:creationId xmlns:a16="http://schemas.microsoft.com/office/drawing/2014/main" id="{811383CE-CE86-4E1C-B289-798EB9E6E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22"/>
          <a:stretch/>
        </p:blipFill>
        <p:spPr>
          <a:xfrm>
            <a:off x="1" y="0"/>
            <a:ext cx="5896768" cy="685621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8B86DF7-7DA9-32A0-F92E-11F469624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617" y="1079335"/>
            <a:ext cx="4031882" cy="41767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 dirty="0">
                <a:solidFill>
                  <a:srgbClr val="FFFFFF"/>
                </a:solidFill>
              </a:rPr>
              <a:t>P</a:t>
            </a:r>
            <a:r>
              <a:rPr lang="en-US" sz="6000" dirty="0">
                <a:solidFill>
                  <a:srgbClr val="FFFFFF"/>
                </a:solidFill>
              </a:rPr>
              <a:t>latform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b="1" dirty="0">
                <a:solidFill>
                  <a:srgbClr val="FFFFFF"/>
                </a:solidFill>
              </a:rPr>
              <a:t>A</a:t>
            </a:r>
            <a:r>
              <a:rPr lang="en-US" sz="6000" dirty="0">
                <a:solidFill>
                  <a:srgbClr val="FFFFFF"/>
                </a:solidFill>
              </a:rPr>
              <a:t>s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b="1" dirty="0">
                <a:solidFill>
                  <a:srgbClr val="FFFFFF"/>
                </a:solidFill>
              </a:rPr>
              <a:t>A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b="1" dirty="0">
                <a:solidFill>
                  <a:srgbClr val="FFFFFF"/>
                </a:solidFill>
              </a:rPr>
              <a:t>S</a:t>
            </a:r>
            <a:r>
              <a:rPr lang="en-US" sz="6000" dirty="0">
                <a:solidFill>
                  <a:srgbClr val="FFFFFF"/>
                </a:solidFill>
              </a:rPr>
              <a:t>ervice</a:t>
            </a:r>
          </a:p>
        </p:txBody>
      </p:sp>
      <p:sp useBgFill="1">
        <p:nvSpPr>
          <p:cNvPr id="116" name="Freeform 5">
            <a:extLst>
              <a:ext uri="{FF2B5EF4-FFF2-40B4-BE49-F238E27FC236}">
                <a16:creationId xmlns:a16="http://schemas.microsoft.com/office/drawing/2014/main" id="{AC12A592-C02D-46EF-8E1F-9335DB8D7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17" name="Freeform 14">
            <a:extLst>
              <a:ext uri="{FF2B5EF4-FFF2-40B4-BE49-F238E27FC236}">
                <a16:creationId xmlns:a16="http://schemas.microsoft.com/office/drawing/2014/main" id="{24005816-5BCA-4665-8A58-5580F8E9C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8" name="Group 32">
            <a:extLst>
              <a:ext uri="{FF2B5EF4-FFF2-40B4-BE49-F238E27FC236}">
                <a16:creationId xmlns:a16="http://schemas.microsoft.com/office/drawing/2014/main" id="{BF07F359-8CA3-4854-91E7-EE6004020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A7FCE86-4904-4337-8D0A-3ABA73F60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A32C234-504D-411A-A62B-C1CFD8CE7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81593A9-FD94-454C-9225-478E90706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A3524A1-6DED-4D15-ADE5-F797DBCEC7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A8491CF-856E-4A54-84A5-45C558D41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D63A388-BF18-4ABD-96E0-5946B1ABB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CF6D779-BD20-4058-AC29-AF4E2510C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189C0F2-FCB0-4636-9B05-F9FCBB202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74CB59A-0AC3-4235-A93D-73EE12466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B6E97A3-E95A-4D79-A8F8-1945EA263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F4ABF86-0905-4DE8-8F0B-D10D3D6F9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FAAFEF7-DFA1-48C7-9E4E-FF7B1453C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D828735-DFD9-4894-8461-77A2FB0C92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A6C2585-E93E-489D-8819-FCEE3CFF1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57C1F25-FC5C-4082-B4F6-888F8E467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5DF4BDB-CA1D-4DA1-8D26-6BAEE0A21A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315D2A0-DDA4-4A25-9CC7-7F90CCF0C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5312B72-7E7D-4B0B-960E-7D7C9540E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48B42BB-3C0E-4546-957B-AB593E308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37809D5-5F69-4BC6-A661-44B2A8A68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269CB4C-8BB5-4F63-8961-7EB8FE56D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5E7B60C-3F52-49EA-99F5-BE42AF88D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C5E885C-0F0D-4E11-8B78-4CE951E26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BFA6E20-F564-4CA4-9150-FDD50B02C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3C02C6B-B913-486F-ACAE-432DE1F77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6B5EE64-D401-45A4-82D4-85D4BF5C8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F622D05-678C-405E-A74F-8D92A9C64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8E01EF1-6517-49CC-9891-1BD6D0F49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C93E79A-63A6-4782-9D2C-BC50CD3B9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6C4B4DB-9B57-4C69-96EB-3E1910CEF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BBDCDA7-4ECB-42B1-8524-3D30023D6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7483057-DCDA-4BC6-8E99-7EAD94E8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5C35A56-0BFD-443F-8C2B-CA73A3BFE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14A0AE5-3A88-4D5D-845C-5E906888C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4D7BF13-EDB8-4740-A3C5-87E2E7C676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6DAB64F-4B49-434F-BFB6-0BEB41AFB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3B5AD9A-BDA6-42CE-A1C0-C07210307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FD67DCC-475F-4BED-A634-FCDD63176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D276E23-C86D-408D-821A-1E9A44CAE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879A029-D911-41C4-B218-E41871762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9C7C9F5-65FB-4EF9-9AAD-F7E1FC14B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115B885-5742-431C-BA48-96FC1F6D2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ACE37A6-0062-4B86-B4E6-18088040C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A8679B4-56BA-43AB-A0A2-E2DA3E205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0DE24D2-627B-4C47-A858-A572BCDBA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612A33E-5DE0-4E4D-9469-0BD0B3E0E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1673515-5E42-490F-85A0-45658D81C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B048C17-3768-4DAF-A7AE-B2E717497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AA4E6AA-9D65-4EED-91CB-87A5762ED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B48B9EB-BBF2-48D7-A1D7-720D94506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1492B79-7338-4309-8667-BB29A7BC7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352FD87-EC9C-4EB5-9ACC-A152F78FC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F2CEA1F-EFA8-4353-B5F8-CCE27955A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3E2723F-2530-4636-9A19-8F11B156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A9EE901-51C9-4292-BB45-5EDB8568A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55407C2-7321-48CD-811F-92C71F701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5298A8A-2787-4153-BDA2-E939BFD51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45057B3-3FAB-42ED-AF52-F00BB07FA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A3F09E9-F476-4352-90E3-6A15C7426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28F7C5C-CECC-45A8-8A1F-D679534D4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FFDFE9C-2017-4831-9F1B-6A03B58B1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1BC942F-09CF-4A51-85A5-E23E2D71C8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456B520-137F-484D-A1B1-7DA5C3F82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ECA29F0-381E-4770-97BF-54C4E5220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43CCF9F-8F11-4676-82F3-DEE8A48C8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FA620FD-6A45-4754-BF42-A9FA44966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DC4D38F3-F3A2-42F4-8B57-DE978EC4A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C26D30E-A91E-4A5B-A419-0B9D79D57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DAB3EBC-722A-462E-AAAE-506E50038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BAABC17-832F-48CF-B0D7-0F7DE5460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1FCA513-75D7-414B-BE8F-D780746A1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2EDEC73-B6F5-473F-934A-CEF57604A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B987884-C452-4492-A9F8-2770D3373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9D978AF2-B7BB-4E05-81F1-1A5DBD1CB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D7AD4D45-C3AB-458E-B826-0FACBD0DF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E15555-6738-463C-B7DF-86429F2F9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E487172-B4C3-4D13-A562-EF0BA3DD9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08E66297-1295-432A-AA84-7BB2341C1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10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D55D7212-76CD-AAF0-0AB7-84B39527D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679" y="3379742"/>
            <a:ext cx="5124328" cy="131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069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1"/>
            <a:ext cx="10131425" cy="957268"/>
          </a:xfrm>
        </p:spPr>
        <p:txBody>
          <a:bodyPr/>
          <a:lstStyle/>
          <a:p>
            <a:r>
              <a:rPr lang="fr-FR" dirty="0" err="1"/>
              <a:t>Definitions</a:t>
            </a:r>
            <a:r>
              <a:rPr lang="fr-FR" dirty="0"/>
              <a:t> &amp; Analogies</a:t>
            </a:r>
            <a:endParaRPr lang="en-US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495810" y="1330283"/>
            <a:ext cx="5836346" cy="12449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ea typeface="Calibri"/>
                <a:cs typeface="Calibri"/>
              </a:rPr>
              <a:t>Programs</a:t>
            </a:r>
            <a:endParaRPr lang="en-US" sz="32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 dirty="0">
              <a:ea typeface="Calibri"/>
              <a:cs typeface="Calibri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17FD1F3-74D7-38FA-9394-B97593E781E2}"/>
              </a:ext>
            </a:extLst>
          </p:cNvPr>
          <p:cNvGraphicFramePr/>
          <p:nvPr/>
        </p:nvGraphicFramePr>
        <p:xfrm>
          <a:off x="2550018" y="1147890"/>
          <a:ext cx="9991858" cy="3056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63" name="ZoneTexte 2">
            <a:extLst>
              <a:ext uri="{FF2B5EF4-FFF2-40B4-BE49-F238E27FC236}">
                <a16:creationId xmlns:a16="http://schemas.microsoft.com/office/drawing/2014/main" id="{28D59067-446A-B81F-4E7F-8B6511B3D0C1}"/>
              </a:ext>
            </a:extLst>
          </p:cNvPr>
          <p:cNvSpPr txBox="1"/>
          <p:nvPr/>
        </p:nvSpPr>
        <p:spPr>
          <a:xfrm>
            <a:off x="488623" y="3753661"/>
            <a:ext cx="5836346" cy="12449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ea typeface="Calibri"/>
                <a:cs typeface="Calibri"/>
              </a:rPr>
              <a:t>Docker images</a:t>
            </a:r>
            <a:endParaRPr lang="en-US" sz="3200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>
              <a:ea typeface="Calibri"/>
              <a:cs typeface="Calibri"/>
            </a:endParaRPr>
          </a:p>
        </p:txBody>
      </p:sp>
      <p:graphicFrame>
        <p:nvGraphicFramePr>
          <p:cNvPr id="364" name="Diagram 363">
            <a:extLst>
              <a:ext uri="{FF2B5EF4-FFF2-40B4-BE49-F238E27FC236}">
                <a16:creationId xmlns:a16="http://schemas.microsoft.com/office/drawing/2014/main" id="{07DA7156-0997-2E20-AD85-AD03EDDDBCC2}"/>
              </a:ext>
            </a:extLst>
          </p:cNvPr>
          <p:cNvGraphicFramePr/>
          <p:nvPr/>
        </p:nvGraphicFramePr>
        <p:xfrm>
          <a:off x="2556221" y="4002587"/>
          <a:ext cx="9991858" cy="3056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089C4E9D-634C-9062-D838-8016789FD6FB}"/>
              </a:ext>
            </a:extLst>
          </p:cNvPr>
          <p:cNvSpPr/>
          <p:nvPr/>
        </p:nvSpPr>
        <p:spPr>
          <a:xfrm>
            <a:off x="9399180" y="1"/>
            <a:ext cx="2792819" cy="957268"/>
          </a:xfrm>
          <a:prstGeom prst="roundRect">
            <a:avLst>
              <a:gd name="adj" fmla="val 8854"/>
            </a:avLst>
          </a:prstGeom>
          <a:solidFill>
            <a:srgbClr val="FFFFFF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10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9A2A43BD-3538-AB7F-38C4-7F5BE6730D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9125" y="183145"/>
            <a:ext cx="2302786" cy="59103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113416F-82CC-2D57-D1DA-0756867D8554}"/>
              </a:ext>
            </a:extLst>
          </p:cNvPr>
          <p:cNvSpPr txBox="1"/>
          <p:nvPr/>
        </p:nvSpPr>
        <p:spPr>
          <a:xfrm>
            <a:off x="9355157" y="930173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err="1"/>
              <a:t>Recall</a:t>
            </a:r>
            <a:r>
              <a:rPr lang="fr-FR" sz="2000" i="1" dirty="0"/>
              <a:t> </a:t>
            </a:r>
            <a:r>
              <a:rPr lang="fr-FR" sz="2000" i="1" dirty="0" err="1"/>
              <a:t>from</a:t>
            </a:r>
            <a:r>
              <a:rPr lang="fr-FR" sz="2000" i="1" dirty="0"/>
              <a:t> Devops course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1104381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412B65-333B-94EC-A582-4B64B6406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2309" y="2879835"/>
            <a:ext cx="2902713" cy="1608124"/>
          </a:xfrm>
        </p:spPr>
        <p:txBody>
          <a:bodyPr>
            <a:normAutofit/>
          </a:bodyPr>
          <a:lstStyle/>
          <a:p>
            <a:r>
              <a:rPr lang="fr-FR"/>
              <a:t>Isolation &amp; </a:t>
            </a:r>
            <a:r>
              <a:rPr lang="fr-FR" err="1"/>
              <a:t>security</a:t>
            </a:r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63FD3B-407F-AC89-23ED-151E17B5F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2705" y="1492290"/>
            <a:ext cx="8118630" cy="4363763"/>
          </a:xfrm>
          <a:prstGeom prst="roundRect">
            <a:avLst>
              <a:gd name="adj" fmla="val 4380"/>
            </a:avLst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B2CA09F-FBDB-B096-CE66-29B655E3E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606" y="917559"/>
            <a:ext cx="5692633" cy="5243014"/>
          </a:xfrm>
          <a:prstGeom prst="roundRect">
            <a:avLst>
              <a:gd name="adj" fmla="val 256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: Rounded Corners 11">
            <a:extLst>
              <a:ext uri="{FF2B5EF4-FFF2-40B4-BE49-F238E27FC236}">
                <a16:creationId xmlns:a16="http://schemas.microsoft.com/office/drawing/2014/main" id="{32D088E4-3A9F-CEFB-969E-F1A6DD238C2F}"/>
              </a:ext>
            </a:extLst>
          </p:cNvPr>
          <p:cNvSpPr/>
          <p:nvPr/>
        </p:nvSpPr>
        <p:spPr>
          <a:xfrm>
            <a:off x="9399180" y="1"/>
            <a:ext cx="2792819" cy="957268"/>
          </a:xfrm>
          <a:prstGeom prst="roundRect">
            <a:avLst>
              <a:gd name="adj" fmla="val 8854"/>
            </a:avLst>
          </a:prstGeom>
          <a:solidFill>
            <a:srgbClr val="FFFFFF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10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119558D0-27D7-0D84-2FFD-693241084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9125" y="183145"/>
            <a:ext cx="2302786" cy="59103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AF4ADA7-4850-9713-2F8F-F82CE0FD74F0}"/>
              </a:ext>
            </a:extLst>
          </p:cNvPr>
          <p:cNvSpPr txBox="1"/>
          <p:nvPr/>
        </p:nvSpPr>
        <p:spPr>
          <a:xfrm>
            <a:off x="9355157" y="930173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err="1"/>
              <a:t>Recall</a:t>
            </a:r>
            <a:r>
              <a:rPr lang="fr-FR" sz="2000" i="1" dirty="0"/>
              <a:t> </a:t>
            </a:r>
            <a:r>
              <a:rPr lang="fr-FR" sz="2000" i="1" dirty="0" err="1"/>
              <a:t>from</a:t>
            </a:r>
            <a:r>
              <a:rPr lang="fr-FR" sz="2000" i="1" dirty="0"/>
              <a:t> Devops course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31348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EBCA86-FC88-C76F-F85D-C56FAC8A5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PAAS / Container runtimes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A75CFA-E18C-7FAB-3081-C2C903E00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667" y="1549400"/>
            <a:ext cx="5410249" cy="5213350"/>
          </a:xfrm>
        </p:spPr>
        <p:txBody>
          <a:bodyPr anchor="t">
            <a:normAutofit fontScale="92500" lnSpcReduction="10000"/>
          </a:bodyPr>
          <a:lstStyle/>
          <a:p>
            <a:r>
              <a:rPr lang="fr-FR" dirty="0" err="1"/>
              <a:t>Smaller</a:t>
            </a:r>
            <a:r>
              <a:rPr lang="fr-FR" dirty="0"/>
              <a:t> </a:t>
            </a:r>
            <a:r>
              <a:rPr lang="fr-FR" dirty="0" err="1"/>
              <a:t>footprint</a:t>
            </a:r>
            <a:r>
              <a:rPr lang="fr-FR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Small size on </a:t>
            </a:r>
            <a:r>
              <a:rPr lang="fr-FR" dirty="0" err="1"/>
              <a:t>disk</a:t>
            </a:r>
            <a:endParaRPr lang="fr-FR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Small </a:t>
            </a:r>
            <a:r>
              <a:rPr lang="fr-FR" dirty="0" err="1"/>
              <a:t>bandwidth</a:t>
            </a:r>
            <a:r>
              <a:rPr lang="fr-FR" dirty="0"/>
              <a:t> </a:t>
            </a:r>
            <a:r>
              <a:rPr lang="fr-FR" dirty="0" err="1"/>
              <a:t>consumption</a:t>
            </a:r>
            <a:r>
              <a:rPr lang="fr-FR" dirty="0"/>
              <a:t> for </a:t>
            </a:r>
            <a:r>
              <a:rPr lang="fr-FR" dirty="0" err="1"/>
              <a:t>deployment</a:t>
            </a:r>
            <a:endParaRPr lang="fr-FR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Small CPU/RAM usage</a:t>
            </a:r>
            <a:br>
              <a:rPr lang="fr-FR" dirty="0"/>
            </a:br>
            <a:endParaRPr lang="fr-FR" dirty="0"/>
          </a:p>
          <a:p>
            <a:r>
              <a:rPr lang="fr-FR" dirty="0" err="1"/>
              <a:t>Less</a:t>
            </a:r>
            <a:r>
              <a:rPr lang="fr-FR" dirty="0"/>
              <a:t> </a:t>
            </a:r>
            <a:r>
              <a:rPr lang="fr-FR" dirty="0" err="1"/>
              <a:t>responsibility</a:t>
            </a:r>
            <a:r>
              <a:rPr lang="fr-FR" dirty="0"/>
              <a:t> for the </a:t>
            </a:r>
            <a:r>
              <a:rPr lang="fr-FR" dirty="0" err="1"/>
              <a:t>customer</a:t>
            </a:r>
            <a:r>
              <a:rPr lang="fr-FR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The provider manages the OS and Docker version</a:t>
            </a:r>
          </a:p>
          <a:p>
            <a:pPr lvl="1"/>
            <a:endParaRPr lang="fr-FR" dirty="0"/>
          </a:p>
          <a:p>
            <a:r>
              <a:rPr lang="en-GB" dirty="0"/>
              <a:t>Less control / state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Containers are volatile and not intended to</a:t>
            </a:r>
            <a:br>
              <a:rPr lang="en-GB" dirty="0"/>
            </a:br>
            <a:r>
              <a:rPr lang="en-GB" dirty="0"/>
              <a:t>retain their state for long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Microservice architecture</a:t>
            </a:r>
            <a:br>
              <a:rPr lang="en-GB" dirty="0"/>
            </a:br>
            <a:endParaRPr lang="en-GB" dirty="0"/>
          </a:p>
          <a:p>
            <a:r>
              <a:rPr lang="en-GB" dirty="0"/>
              <a:t>Minimal adherence to the cloud provider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Works in </a:t>
            </a:r>
            <a:r>
              <a:rPr lang="fr-FR" dirty="0" err="1"/>
              <a:t>any</a:t>
            </a:r>
            <a:r>
              <a:rPr lang="fr-FR" dirty="0"/>
              <a:t> cloud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Works the </a:t>
            </a:r>
            <a:r>
              <a:rPr lang="fr-FR" dirty="0" err="1"/>
              <a:t>same</a:t>
            </a:r>
            <a:r>
              <a:rPr lang="fr-FR" dirty="0"/>
              <a:t> in local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E13AE0A-54BA-E302-9610-D35C7B750FA2}"/>
              </a:ext>
            </a:extLst>
          </p:cNvPr>
          <p:cNvSpPr txBox="1"/>
          <p:nvPr/>
        </p:nvSpPr>
        <p:spPr>
          <a:xfrm>
            <a:off x="685801" y="957268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You manage </a:t>
            </a:r>
            <a:r>
              <a:rPr lang="fr-FR" sz="2000" i="1" dirty="0" err="1"/>
              <a:t>only</a:t>
            </a:r>
            <a:r>
              <a:rPr lang="fr-FR" sz="2000" i="1" dirty="0"/>
              <a:t> the </a:t>
            </a:r>
            <a:r>
              <a:rPr lang="fr-FR" sz="2000" i="1" dirty="0" err="1"/>
              <a:t>dockerized</a:t>
            </a:r>
            <a:r>
              <a:rPr lang="fr-FR" sz="2000" i="1" dirty="0"/>
              <a:t> app</a:t>
            </a:r>
            <a:endParaRPr lang="en-GB" sz="2000" i="1" dirty="0"/>
          </a:p>
        </p:txBody>
      </p:sp>
      <p:pic>
        <p:nvPicPr>
          <p:cNvPr id="6" name="Image 5" descr="Une image contenant texte, capture d’écran, Police, Rectangle&#10;&#10;Description générée automatiquement">
            <a:extLst>
              <a:ext uri="{FF2B5EF4-FFF2-40B4-BE49-F238E27FC236}">
                <a16:creationId xmlns:a16="http://schemas.microsoft.com/office/drawing/2014/main" id="{9509DC00-0B6A-7E04-A96C-BBC9B12F7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995" y="883588"/>
            <a:ext cx="2896609" cy="3920310"/>
          </a:xfrm>
          <a:prstGeom prst="roundRect">
            <a:avLst>
              <a:gd name="adj" fmla="val 3027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7903BD0-BF05-17E6-D0C7-8221CDD418EE}"/>
              </a:ext>
            </a:extLst>
          </p:cNvPr>
          <p:cNvSpPr txBox="1"/>
          <p:nvPr/>
        </p:nvSpPr>
        <p:spPr>
          <a:xfrm>
            <a:off x="7753952" y="6160756"/>
            <a:ext cx="2896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Source: </a:t>
            </a:r>
            <a:r>
              <a:rPr lang="fr-FR" i="1" dirty="0">
                <a:hlinkClick r:id="rId3"/>
              </a:rPr>
              <a:t>stackoverflow.com</a:t>
            </a:r>
            <a:endParaRPr lang="en-GB" i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EF6B02-2186-3F04-D957-BA8BEAA6E313}"/>
              </a:ext>
            </a:extLst>
          </p:cNvPr>
          <p:cNvSpPr txBox="1"/>
          <p:nvPr/>
        </p:nvSpPr>
        <p:spPr>
          <a:xfrm>
            <a:off x="6364910" y="4845008"/>
            <a:ext cx="2575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Type 1 </a:t>
            </a:r>
            <a:r>
              <a:rPr lang="fr-FR" sz="2000" i="1" dirty="0" err="1"/>
              <a:t>hypervisor</a:t>
            </a:r>
            <a:br>
              <a:rPr lang="fr-FR" sz="2000" i="1" dirty="0"/>
            </a:br>
            <a:r>
              <a:rPr lang="fr-FR" sz="2000" i="1" dirty="0"/>
              <a:t>=&gt; VM</a:t>
            </a:r>
            <a:endParaRPr lang="en-GB" sz="2000" i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361A9C3-1F52-48C6-593F-CB60D9F92BFB}"/>
              </a:ext>
            </a:extLst>
          </p:cNvPr>
          <p:cNvSpPr txBox="1"/>
          <p:nvPr/>
        </p:nvSpPr>
        <p:spPr>
          <a:xfrm>
            <a:off x="9607643" y="4825577"/>
            <a:ext cx="2575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Container runtime</a:t>
            </a:r>
            <a:endParaRPr lang="en-GB" sz="2000" i="1" dirty="0"/>
          </a:p>
        </p:txBody>
      </p:sp>
      <p:pic>
        <p:nvPicPr>
          <p:cNvPr id="7" name="Image 6" descr="Une image contenant texte, capture d’écran, Police, Rectangle&#10;&#10;Description générée automatiquement">
            <a:extLst>
              <a:ext uri="{FF2B5EF4-FFF2-40B4-BE49-F238E27FC236}">
                <a16:creationId xmlns:a16="http://schemas.microsoft.com/office/drawing/2014/main" id="{FCB679A2-5E4F-7966-43BD-CF1E51893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0336" y="883588"/>
            <a:ext cx="2896608" cy="3941989"/>
          </a:xfrm>
          <a:prstGeom prst="roundRect">
            <a:avLst>
              <a:gd name="adj" fmla="val 464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9355B55-B4F6-D4B9-0F73-7E2BA3C41B63}"/>
              </a:ext>
            </a:extLst>
          </p:cNvPr>
          <p:cNvSpPr/>
          <p:nvPr/>
        </p:nvSpPr>
        <p:spPr>
          <a:xfrm>
            <a:off x="8955716" y="748121"/>
            <a:ext cx="3124200" cy="4477566"/>
          </a:xfrm>
          <a:prstGeom prst="roundRect">
            <a:avLst>
              <a:gd name="adj" fmla="val 3388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51CD53D-ED1A-59F5-088F-C27E750B9DF4}"/>
              </a:ext>
            </a:extLst>
          </p:cNvPr>
          <p:cNvSpPr/>
          <p:nvPr/>
        </p:nvSpPr>
        <p:spPr>
          <a:xfrm>
            <a:off x="7784142" y="964322"/>
            <a:ext cx="734383" cy="1499477"/>
          </a:xfrm>
          <a:prstGeom prst="roundRect">
            <a:avLst>
              <a:gd name="adj" fmla="val 3388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552457F-CA42-CAD5-1D50-0F5F46546509}"/>
              </a:ext>
            </a:extLst>
          </p:cNvPr>
          <p:cNvSpPr/>
          <p:nvPr/>
        </p:nvSpPr>
        <p:spPr>
          <a:xfrm>
            <a:off x="10834160" y="981255"/>
            <a:ext cx="734383" cy="762879"/>
          </a:xfrm>
          <a:prstGeom prst="roundRect">
            <a:avLst>
              <a:gd name="adj" fmla="val 3388"/>
            </a:avLst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22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  <p:bldP spid="12" grpId="0" animBg="1"/>
      <p:bldP spid="5" grpId="0" animBg="1"/>
      <p:bldP spid="5" grpId="1" animBg="1"/>
      <p:bldP spid="5" grpId="2" animBg="1"/>
      <p:bldP spid="8" grpId="0" animBg="1"/>
      <p:bldP spid="8" grpId="1" animBg="1"/>
      <p:bldP spid="8" grpId="2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1">
            <a:extLst>
              <a:ext uri="{FF2B5EF4-FFF2-40B4-BE49-F238E27FC236}">
                <a16:creationId xmlns:a16="http://schemas.microsoft.com/office/drawing/2014/main" id="{EBF717F5-AE9A-AFA6-EFAE-EB4B2BE8D2CB}"/>
              </a:ext>
            </a:extLst>
          </p:cNvPr>
          <p:cNvSpPr/>
          <p:nvPr/>
        </p:nvSpPr>
        <p:spPr>
          <a:xfrm>
            <a:off x="8439241" y="1447478"/>
            <a:ext cx="3551482" cy="5203100"/>
          </a:xfrm>
          <a:prstGeom prst="roundRect">
            <a:avLst>
              <a:gd name="adj" fmla="val 2744"/>
            </a:avLst>
          </a:prstGeom>
          <a:solidFill>
            <a:schemeClr val="bg2">
              <a:lumMod val="20000"/>
              <a:lumOff val="80000"/>
              <a:alpha val="90000"/>
            </a:schemeClr>
          </a:solidFill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fr-FR" sz="2800" dirty="0">
                <a:solidFill>
                  <a:schemeClr val="bg1"/>
                </a:solidFill>
              </a:rPr>
              <a:t>Notable software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CC4A2EF-3019-580C-C1F6-3E98C5DC530C}"/>
              </a:ext>
            </a:extLst>
          </p:cNvPr>
          <p:cNvSpPr/>
          <p:nvPr/>
        </p:nvSpPr>
        <p:spPr>
          <a:xfrm>
            <a:off x="3243049" y="1452881"/>
            <a:ext cx="4986551" cy="5203100"/>
          </a:xfrm>
          <a:prstGeom prst="roundRect">
            <a:avLst>
              <a:gd name="adj" fmla="val 2744"/>
            </a:avLst>
          </a:prstGeom>
          <a:solidFill>
            <a:schemeClr val="bg2">
              <a:lumMod val="20000"/>
              <a:lumOff val="80000"/>
              <a:alpha val="90000"/>
            </a:schemeClr>
          </a:solidFill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2000" dirty="0">
              <a:solidFill>
                <a:schemeClr val="bg1"/>
              </a:solidFill>
            </a:endParaRPr>
          </a:p>
          <a:p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 err="1">
                <a:solidFill>
                  <a:schemeClr val="bg1"/>
                </a:solidFill>
              </a:rPr>
              <a:t>Owns</a:t>
            </a:r>
            <a:r>
              <a:rPr lang="fr-FR" sz="2000" dirty="0">
                <a:solidFill>
                  <a:schemeClr val="bg1"/>
                </a:solidFill>
              </a:rPr>
              <a:t> the </a:t>
            </a:r>
            <a:r>
              <a:rPr lang="fr-FR" sz="2000" dirty="0" err="1">
                <a:solidFill>
                  <a:schemeClr val="bg1"/>
                </a:solidFill>
              </a:rPr>
              <a:t>specifications</a:t>
            </a:r>
            <a:r>
              <a:rPr lang="fr-FR" sz="2000" dirty="0">
                <a:solidFill>
                  <a:schemeClr val="bg1"/>
                </a:solidFill>
              </a:rPr>
              <a:t> of: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</a:rPr>
              <a:t>container</a:t>
            </a:r>
            <a:endParaRPr lang="en-GB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image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registry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bg1"/>
                </a:solidFill>
              </a:rPr>
              <a:t>The core of docker run:</a:t>
            </a:r>
          </a:p>
          <a:p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CE1FB7D-CCF0-5D12-682D-D7A6712F3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2645"/>
            <a:ext cx="10131426" cy="1069446"/>
          </a:xfrm>
        </p:spPr>
        <p:txBody>
          <a:bodyPr/>
          <a:lstStyle/>
          <a:p>
            <a:r>
              <a:rPr lang="fr-FR" dirty="0"/>
              <a:t>PAAS: There </a:t>
            </a:r>
            <a:r>
              <a:rPr lang="fr-FR" dirty="0" err="1"/>
              <a:t>is</a:t>
            </a:r>
            <a:r>
              <a:rPr lang="fr-FR" dirty="0"/>
              <a:t> more </a:t>
            </a:r>
            <a:r>
              <a:rPr lang="fr-FR" dirty="0" err="1"/>
              <a:t>than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docker</a:t>
            </a:r>
            <a:endParaRPr lang="en-GB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5C9B273-D4B2-F320-AAAF-495D4135E644}"/>
              </a:ext>
            </a:extLst>
          </p:cNvPr>
          <p:cNvSpPr txBox="1"/>
          <p:nvPr/>
        </p:nvSpPr>
        <p:spPr>
          <a:xfrm>
            <a:off x="685801" y="957268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err="1"/>
              <a:t>Other</a:t>
            </a:r>
            <a:r>
              <a:rPr lang="fr-FR" sz="2000" i="1" dirty="0"/>
              <a:t> container runtimes</a:t>
            </a:r>
            <a:endParaRPr lang="en-GB" sz="2000" i="1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CE94E23D-2A0A-8CC8-0C81-DFB1ED3F4433}"/>
              </a:ext>
            </a:extLst>
          </p:cNvPr>
          <p:cNvGrpSpPr/>
          <p:nvPr/>
        </p:nvGrpSpPr>
        <p:grpSpPr>
          <a:xfrm>
            <a:off x="313965" y="2244960"/>
            <a:ext cx="2692267" cy="3161090"/>
            <a:chOff x="4951375" y="2124380"/>
            <a:chExt cx="2692267" cy="3161090"/>
          </a:xfrm>
        </p:grpSpPr>
        <p:sp>
          <p:nvSpPr>
            <p:cNvPr id="6" name="Rectangle: Rounded Corners 11">
              <a:extLst>
                <a:ext uri="{FF2B5EF4-FFF2-40B4-BE49-F238E27FC236}">
                  <a16:creationId xmlns:a16="http://schemas.microsoft.com/office/drawing/2014/main" id="{9E6598BB-4486-25BD-8F41-86C880BC6434}"/>
                </a:ext>
              </a:extLst>
            </p:cNvPr>
            <p:cNvSpPr/>
            <p:nvPr/>
          </p:nvSpPr>
          <p:spPr>
            <a:xfrm>
              <a:off x="4951375" y="2124380"/>
              <a:ext cx="2692267" cy="3161090"/>
            </a:xfrm>
            <a:prstGeom prst="roundRect">
              <a:avLst>
                <a:gd name="adj" fmla="val 2744"/>
              </a:avLst>
            </a:prstGeom>
            <a:solidFill>
              <a:srgbClr val="FFFFFF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000" dirty="0">
                  <a:solidFill>
                    <a:schemeClr val="bg1"/>
                  </a:solidFill>
                </a:rPr>
                <a:t>container</a:t>
              </a:r>
              <a:endParaRPr lang="en-GB" sz="2000" dirty="0">
                <a:solidFill>
                  <a:schemeClr val="bg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2000" dirty="0">
                  <a:solidFill>
                    <a:schemeClr val="bg1"/>
                  </a:solidFill>
                </a:rPr>
                <a:t>image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2000" dirty="0">
                  <a:solidFill>
                    <a:schemeClr val="bg1"/>
                  </a:solidFill>
                </a:rPr>
                <a:t>registry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fr-FR" sz="2000" b="1" dirty="0">
                <a:solidFill>
                  <a:schemeClr val="bg1"/>
                </a:solidFill>
              </a:endParaRPr>
            </a:p>
          </p:txBody>
        </p:sp>
        <p:pic>
          <p:nvPicPr>
            <p:cNvPr id="7" name="Picture 10" descr="A blue letters on a black background&#10;&#10;Description automatically generated">
              <a:extLst>
                <a:ext uri="{FF2B5EF4-FFF2-40B4-BE49-F238E27FC236}">
                  <a16:creationId xmlns:a16="http://schemas.microsoft.com/office/drawing/2014/main" id="{78826873-F077-2EF4-AF82-061ABC5B9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42793" y="2342226"/>
              <a:ext cx="2302786" cy="591032"/>
            </a:xfrm>
            <a:prstGeom prst="rect">
              <a:avLst/>
            </a:prstGeom>
          </p:spPr>
        </p:pic>
      </p:grpSp>
      <p:pic>
        <p:nvPicPr>
          <p:cNvPr id="9" name="Image 8" descr="Une image contenant Police, texte, logo, Graphique&#10;&#10;Description générée automatiquement">
            <a:extLst>
              <a:ext uri="{FF2B5EF4-FFF2-40B4-BE49-F238E27FC236}">
                <a16:creationId xmlns:a16="http://schemas.microsoft.com/office/drawing/2014/main" id="{3D1A6911-B183-BEBB-3B6C-4FCAF59758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02" t="15697" r="7683" b="17032"/>
          <a:stretch/>
        </p:blipFill>
        <p:spPr>
          <a:xfrm>
            <a:off x="9077255" y="4400401"/>
            <a:ext cx="2097092" cy="5326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9458559-5A03-E6C1-433C-9FF20E1E9E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4" t="14330" r="20175" b="14669"/>
          <a:stretch/>
        </p:blipFill>
        <p:spPr bwMode="auto">
          <a:xfrm>
            <a:off x="3312160" y="1489445"/>
            <a:ext cx="4917440" cy="1403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emystifying containers - part II: container runtimes | CNCF">
            <a:extLst>
              <a:ext uri="{FF2B5EF4-FFF2-40B4-BE49-F238E27FC236}">
                <a16:creationId xmlns:a16="http://schemas.microsoft.com/office/drawing/2014/main" id="{1D60E3FB-44DB-7EF2-34CE-323EEA95B6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14" t="15652" r="22500" b="13808"/>
          <a:stretch/>
        </p:blipFill>
        <p:spPr bwMode="auto">
          <a:xfrm>
            <a:off x="3504326" y="5368555"/>
            <a:ext cx="2481923" cy="739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 descr="Une image contenant logo, symbole, Graphique, Police&#10;&#10;Description générée automatiquement">
            <a:extLst>
              <a:ext uri="{FF2B5EF4-FFF2-40B4-BE49-F238E27FC236}">
                <a16:creationId xmlns:a16="http://schemas.microsoft.com/office/drawing/2014/main" id="{6FBA7079-628A-AA51-5E5E-9AE2CCC7EEF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278" r="15922"/>
          <a:stretch/>
        </p:blipFill>
        <p:spPr>
          <a:xfrm>
            <a:off x="8771843" y="2818385"/>
            <a:ext cx="2214880" cy="840937"/>
          </a:xfrm>
          <a:prstGeom prst="rect">
            <a:avLst/>
          </a:prstGeom>
        </p:spPr>
      </p:pic>
      <p:pic>
        <p:nvPicPr>
          <p:cNvPr id="22" name="Image 21" descr="Une image contenant Graphique, dessin humoristique, clipart, graphisme&#10;&#10;Description générée automatiquement">
            <a:extLst>
              <a:ext uri="{FF2B5EF4-FFF2-40B4-BE49-F238E27FC236}">
                <a16:creationId xmlns:a16="http://schemas.microsoft.com/office/drawing/2014/main" id="{C0692924-CE60-6F0C-7EAA-293DD9164A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0644" y="2785018"/>
            <a:ext cx="1417255" cy="1154186"/>
          </a:xfrm>
          <a:prstGeom prst="rect">
            <a:avLst/>
          </a:prstGeom>
        </p:spPr>
      </p:pic>
      <p:pic>
        <p:nvPicPr>
          <p:cNvPr id="24" name="Graphique 23">
            <a:extLst>
              <a:ext uri="{FF2B5EF4-FFF2-40B4-BE49-F238E27FC236}">
                <a16:creationId xmlns:a16="http://schemas.microsoft.com/office/drawing/2014/main" id="{0F130DEA-14B9-8D96-C66A-A341DF5A87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76355" y="5102830"/>
            <a:ext cx="1201921" cy="137797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D7D211AA-5032-2C21-F4F3-9A6E7896E795}"/>
              </a:ext>
            </a:extLst>
          </p:cNvPr>
          <p:cNvCxnSpPr>
            <a:cxnSpLocks/>
          </p:cNvCxnSpPr>
          <p:nvPr/>
        </p:nvCxnSpPr>
        <p:spPr>
          <a:xfrm>
            <a:off x="5506720" y="4227027"/>
            <a:ext cx="4372563" cy="1796843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4FF37A1A-BDE2-5A59-8078-0F0C77E5BC75}"/>
              </a:ext>
            </a:extLst>
          </p:cNvPr>
          <p:cNvCxnSpPr>
            <a:cxnSpLocks/>
          </p:cNvCxnSpPr>
          <p:nvPr/>
        </p:nvCxnSpPr>
        <p:spPr>
          <a:xfrm>
            <a:off x="5506720" y="3927302"/>
            <a:ext cx="3360894" cy="527495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3F97389E-21E8-F9B7-84D3-2260BA650E4C}"/>
              </a:ext>
            </a:extLst>
          </p:cNvPr>
          <p:cNvCxnSpPr>
            <a:cxnSpLocks/>
          </p:cNvCxnSpPr>
          <p:nvPr/>
        </p:nvCxnSpPr>
        <p:spPr>
          <a:xfrm flipV="1">
            <a:off x="5506720" y="2863134"/>
            <a:ext cx="3265123" cy="785383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phique 36">
            <a:extLst>
              <a:ext uri="{FF2B5EF4-FFF2-40B4-BE49-F238E27FC236}">
                <a16:creationId xmlns:a16="http://schemas.microsoft.com/office/drawing/2014/main" id="{91F05E49-8EA3-E32D-6759-D1B5629AAE7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09604" y="2171120"/>
            <a:ext cx="2809355" cy="496576"/>
          </a:xfrm>
          <a:prstGeom prst="rect">
            <a:avLst/>
          </a:prstGeom>
        </p:spPr>
      </p:pic>
      <p:pic>
        <p:nvPicPr>
          <p:cNvPr id="3078" name="Picture 6" descr="GitHub - containerd/containerd: An open and reliable container runtime">
            <a:extLst>
              <a:ext uri="{FF2B5EF4-FFF2-40B4-BE49-F238E27FC236}">
                <a16:creationId xmlns:a16="http://schemas.microsoft.com/office/drawing/2014/main" id="{5E563529-61BD-77EB-AE48-EC66DECF8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0081" y="3679108"/>
            <a:ext cx="1822393" cy="451396"/>
          </a:xfrm>
          <a:prstGeom prst="rect">
            <a:avLst/>
          </a:prstGeom>
          <a:noFill/>
          <a:effectLst>
            <a:glow rad="101600">
              <a:schemeClr val="tx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Digging Into Runtimes – runc - Quarkslab's blog">
            <a:extLst>
              <a:ext uri="{FF2B5EF4-FFF2-40B4-BE49-F238E27FC236}">
                <a16:creationId xmlns:a16="http://schemas.microsoft.com/office/drawing/2014/main" id="{B1E46DD6-FA36-5519-5508-A456DD869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08180">
            <a:off x="2368664" y="1872278"/>
            <a:ext cx="7512349" cy="3863773"/>
          </a:xfrm>
          <a:prstGeom prst="roundRect">
            <a:avLst>
              <a:gd name="adj" fmla="val 3027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455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EBCA86-FC88-C76F-F85D-C56FAC8A5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PAAS / Container runtimes / </a:t>
            </a:r>
            <a:r>
              <a:rPr lang="fr-FR" dirty="0" err="1"/>
              <a:t>Kubernetes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A75CFA-E18C-7FAB-3081-C2C903E00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00" y="1838325"/>
            <a:ext cx="7845213" cy="5019675"/>
          </a:xfrm>
        </p:spPr>
        <p:txBody>
          <a:bodyPr anchor="t">
            <a:normAutofit/>
          </a:bodyPr>
          <a:lstStyle/>
          <a:p>
            <a:r>
              <a:rPr lang="fr-FR" dirty="0"/>
              <a:t>An abstraction for </a:t>
            </a:r>
            <a:r>
              <a:rPr lang="fr-FR" dirty="0" err="1"/>
              <a:t>distributed</a:t>
            </a:r>
            <a:r>
              <a:rPr lang="fr-FR" dirty="0"/>
              <a:t> </a:t>
            </a:r>
            <a:r>
              <a:rPr lang="fr-FR" dirty="0" err="1"/>
              <a:t>compute</a:t>
            </a:r>
            <a:r>
              <a:rPr lang="fr-FR" dirty="0"/>
              <a:t> machines (cluster / </a:t>
            </a:r>
            <a:r>
              <a:rPr lang="fr-FR" dirty="0" err="1"/>
              <a:t>nodes</a:t>
            </a:r>
            <a:r>
              <a:rPr lang="fr-FR" dirty="0"/>
              <a:t>)</a:t>
            </a:r>
          </a:p>
          <a:p>
            <a:r>
              <a:rPr lang="fr-FR" dirty="0" err="1"/>
              <a:t>Powerful</a:t>
            </a:r>
            <a:r>
              <a:rPr lang="fr-FR" dirty="0"/>
              <a:t> to manage </a:t>
            </a:r>
            <a:r>
              <a:rPr lang="fr-FR" i="1" dirty="0" err="1"/>
              <a:t>complex</a:t>
            </a:r>
            <a:r>
              <a:rPr lang="fr-FR" dirty="0"/>
              <a:t> </a:t>
            </a:r>
            <a:r>
              <a:rPr lang="fr-FR" dirty="0" err="1"/>
              <a:t>usecases</a:t>
            </a:r>
            <a:r>
              <a:rPr lang="fr-FR" dirty="0"/>
              <a:t> </a:t>
            </a:r>
            <a:r>
              <a:rPr lang="fr-FR" dirty="0" err="1"/>
              <a:t>requiring</a:t>
            </a:r>
            <a:r>
              <a:rPr lang="fr-FR" dirty="0"/>
              <a:t> </a:t>
            </a:r>
            <a:r>
              <a:rPr lang="fr-FR" dirty="0" err="1"/>
              <a:t>redundancy</a:t>
            </a:r>
            <a:r>
              <a:rPr lang="fr-FR" dirty="0"/>
              <a:t> of the </a:t>
            </a:r>
            <a:r>
              <a:rPr lang="fr-FR" dirty="0" err="1"/>
              <a:t>nodes</a:t>
            </a:r>
            <a:r>
              <a:rPr lang="fr-FR" dirty="0"/>
              <a:t> (HA)</a:t>
            </a:r>
          </a:p>
          <a:p>
            <a:r>
              <a:rPr lang="fr-FR" dirty="0"/>
              <a:t>Will run containers (</a:t>
            </a:r>
            <a:r>
              <a:rPr lang="fr-FR" dirty="0" err="1"/>
              <a:t>PODs</a:t>
            </a:r>
            <a:r>
              <a:rPr lang="fr-FR" dirty="0"/>
              <a:t>) on the right machines (</a:t>
            </a:r>
            <a:r>
              <a:rPr lang="fr-FR" dirty="0" err="1"/>
              <a:t>nodes</a:t>
            </a:r>
            <a:r>
              <a:rPr lang="fr-FR" dirty="0"/>
              <a:t>)</a:t>
            </a:r>
          </a:p>
          <a:p>
            <a:r>
              <a:rPr lang="fr-FR" dirty="0"/>
              <a:t>Will route the network </a:t>
            </a:r>
            <a:r>
              <a:rPr lang="fr-FR" dirty="0" err="1"/>
              <a:t>traffic</a:t>
            </a:r>
            <a:r>
              <a:rPr lang="fr-FR" dirty="0"/>
              <a:t> to the right </a:t>
            </a:r>
            <a:r>
              <a:rPr lang="fr-FR" dirty="0" err="1"/>
              <a:t>pod</a:t>
            </a:r>
            <a:endParaRPr lang="fr-FR" dirty="0"/>
          </a:p>
          <a:p>
            <a:r>
              <a:rPr lang="fr-FR" dirty="0"/>
              <a:t>Supports app configuration &amp; secrets management</a:t>
            </a:r>
          </a:p>
          <a:p>
            <a:endParaRPr lang="fr-FR" dirty="0"/>
          </a:p>
          <a:p>
            <a:r>
              <a:rPr lang="fr-FR" dirty="0"/>
              <a:t>All </a:t>
            </a:r>
            <a:r>
              <a:rPr lang="fr-FR" dirty="0" err="1"/>
              <a:t>based</a:t>
            </a:r>
            <a:r>
              <a:rPr lang="fr-FR" dirty="0"/>
              <a:t> on </a:t>
            </a:r>
            <a:r>
              <a:rPr lang="fr-FR" dirty="0" err="1"/>
              <a:t>declarative</a:t>
            </a:r>
            <a:r>
              <a:rPr lang="fr-FR" dirty="0"/>
              <a:t> YAML configuration files</a:t>
            </a:r>
          </a:p>
          <a:p>
            <a:endParaRPr lang="fr-FR" dirty="0"/>
          </a:p>
          <a:p>
            <a:r>
              <a:rPr lang="fr-FR" dirty="0" err="1"/>
              <a:t>Resources</a:t>
            </a:r>
            <a:r>
              <a:rPr lang="fr-FR" dirty="0"/>
              <a:t>:</a:t>
            </a:r>
          </a:p>
          <a:p>
            <a:pPr lvl="1"/>
            <a:r>
              <a:rPr lang="fr-FR" dirty="0">
                <a:hlinkClick r:id="rId2"/>
              </a:rPr>
              <a:t>Official tutorial</a:t>
            </a:r>
            <a:endParaRPr lang="fr-FR" dirty="0"/>
          </a:p>
          <a:p>
            <a:pPr lvl="1"/>
            <a:r>
              <a:rPr lang="fr-FR" dirty="0" err="1">
                <a:hlinkClick r:id="rId3"/>
              </a:rPr>
              <a:t>Kubernetes</a:t>
            </a:r>
            <a:r>
              <a:rPr lang="fr-FR" dirty="0">
                <a:hlinkClick r:id="rId3"/>
              </a:rPr>
              <a:t> by </a:t>
            </a:r>
            <a:r>
              <a:rPr lang="fr-FR" dirty="0" err="1">
                <a:hlinkClick r:id="rId3"/>
              </a:rPr>
              <a:t>example</a:t>
            </a:r>
            <a:endParaRPr lang="fr-FR" dirty="0"/>
          </a:p>
          <a:p>
            <a:pPr lvl="1"/>
            <a:r>
              <a:rPr lang="fr-FR" dirty="0"/>
              <a:t>Official documentation, must </a:t>
            </a:r>
            <a:r>
              <a:rPr lang="fr-FR" dirty="0" err="1"/>
              <a:t>read</a:t>
            </a:r>
            <a:r>
              <a:rPr lang="fr-FR" dirty="0"/>
              <a:t>: </a:t>
            </a:r>
            <a:r>
              <a:rPr lang="fr-FR" dirty="0">
                <a:hlinkClick r:id="rId4"/>
              </a:rPr>
              <a:t>https://kubernetes.io/docs/concepts/workloads/pods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E13AE0A-54BA-E302-9610-D35C7B750FA2}"/>
              </a:ext>
            </a:extLst>
          </p:cNvPr>
          <p:cNvSpPr txBox="1"/>
          <p:nvPr/>
        </p:nvSpPr>
        <p:spPr>
          <a:xfrm>
            <a:off x="685801" y="957268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err="1"/>
              <a:t>Ze</a:t>
            </a:r>
            <a:r>
              <a:rPr lang="fr-FR" sz="2000" i="1" dirty="0"/>
              <a:t> </a:t>
            </a:r>
            <a:r>
              <a:rPr lang="fr-FR" sz="2000" i="1" dirty="0" err="1"/>
              <a:t>orchestrator</a:t>
            </a:r>
            <a:endParaRPr lang="en-GB" sz="2000" i="1" dirty="0"/>
          </a:p>
        </p:txBody>
      </p:sp>
      <p:pic>
        <p:nvPicPr>
          <p:cNvPr id="14" name="Image 13" descr="Une image contenant cercle, symbole, logo, roue&#10;&#10;Description générée automatiquement">
            <a:extLst>
              <a:ext uri="{FF2B5EF4-FFF2-40B4-BE49-F238E27FC236}">
                <a16:creationId xmlns:a16="http://schemas.microsoft.com/office/drawing/2014/main" id="{A0470E6D-8EAD-B63F-49E9-512A2FBBDC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7189" y="957268"/>
            <a:ext cx="2698411" cy="26203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0471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2396E-943C-AE5D-E169-8F70927AE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4D97E2-4321-347C-08D9-A3C533D36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2645"/>
            <a:ext cx="8153399" cy="1069446"/>
          </a:xfrm>
        </p:spPr>
        <p:txBody>
          <a:bodyPr/>
          <a:lstStyle/>
          <a:p>
            <a:r>
              <a:rPr lang="fr-FR" dirty="0"/>
              <a:t>Main </a:t>
            </a:r>
            <a:r>
              <a:rPr lang="fr-FR" dirty="0" err="1"/>
              <a:t>resources</a:t>
            </a:r>
            <a:r>
              <a:rPr lang="fr-FR" dirty="0"/>
              <a:t> organisation</a:t>
            </a:r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1CEC3D2-5434-6482-E8D2-1C9509470905}"/>
              </a:ext>
            </a:extLst>
          </p:cNvPr>
          <p:cNvSpPr txBox="1"/>
          <p:nvPr/>
        </p:nvSpPr>
        <p:spPr>
          <a:xfrm>
            <a:off x="685801" y="957268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err="1"/>
              <a:t>Many</a:t>
            </a:r>
            <a:r>
              <a:rPr lang="fr-FR" sz="2000" i="1" dirty="0"/>
              <a:t> points of </a:t>
            </a:r>
            <a:r>
              <a:rPr lang="fr-FR" sz="2000" i="1" dirty="0" err="1"/>
              <a:t>view</a:t>
            </a:r>
            <a:r>
              <a:rPr lang="fr-FR" sz="2000" i="1" dirty="0"/>
              <a:t>…</a:t>
            </a:r>
            <a:endParaRPr lang="en-GB" sz="2000" i="1" dirty="0"/>
          </a:p>
        </p:txBody>
      </p:sp>
      <p:pic>
        <p:nvPicPr>
          <p:cNvPr id="14" name="Image 13" descr="Une image contenant cercle, symbole, logo, roue&#10;&#10;Description générée automatiquement">
            <a:extLst>
              <a:ext uri="{FF2B5EF4-FFF2-40B4-BE49-F238E27FC236}">
                <a16:creationId xmlns:a16="http://schemas.microsoft.com/office/drawing/2014/main" id="{EBAAAF51-90F9-868F-5A78-8FE098C77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123" y="133825"/>
            <a:ext cx="1695938" cy="16468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38822E6F-40B3-6D01-2F99-EEA3C77A3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31" y="1619494"/>
            <a:ext cx="7845213" cy="54536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FR" dirty="0" err="1"/>
              <a:t>Placing</a:t>
            </a:r>
            <a:r>
              <a:rPr lang="fr-FR" dirty="0"/>
              <a:t> apps on the hardware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803259D-134D-A599-C477-DB7B08BADFF0}"/>
              </a:ext>
            </a:extLst>
          </p:cNvPr>
          <p:cNvSpPr/>
          <p:nvPr/>
        </p:nvSpPr>
        <p:spPr>
          <a:xfrm>
            <a:off x="9045573" y="2159150"/>
            <a:ext cx="2834217" cy="1190895"/>
          </a:xfrm>
          <a:prstGeom prst="roundRect">
            <a:avLst>
              <a:gd name="adj" fmla="val 5983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POD</a:t>
            </a:r>
            <a:br>
              <a:rPr lang="fr-FR" dirty="0"/>
            </a:br>
            <a:r>
              <a:rPr lang="fr-FR" i="1" dirty="0" err="1"/>
              <a:t>contains</a:t>
            </a:r>
            <a:r>
              <a:rPr lang="fr-FR" i="1" dirty="0"/>
              <a:t> the process</a:t>
            </a:r>
            <a:endParaRPr lang="en-GB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BFBF2C09-6172-ABB5-62C4-8597366642D5}"/>
              </a:ext>
            </a:extLst>
          </p:cNvPr>
          <p:cNvSpPr/>
          <p:nvPr/>
        </p:nvSpPr>
        <p:spPr>
          <a:xfrm>
            <a:off x="966257" y="2159150"/>
            <a:ext cx="2834217" cy="1190895"/>
          </a:xfrm>
          <a:prstGeom prst="roundRect">
            <a:avLst>
              <a:gd name="adj" fmla="val 5983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Node</a:t>
            </a:r>
            <a:br>
              <a:rPr lang="fr-FR" dirty="0"/>
            </a:br>
            <a:r>
              <a:rPr lang="fr-FR" i="1" dirty="0"/>
              <a:t>hardware</a:t>
            </a:r>
            <a:endParaRPr lang="en-GB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D69B46AD-E9BF-C442-6256-8BB5FDF538EF}"/>
              </a:ext>
            </a:extLst>
          </p:cNvPr>
          <p:cNvSpPr/>
          <p:nvPr/>
        </p:nvSpPr>
        <p:spPr>
          <a:xfrm>
            <a:off x="5005915" y="2159150"/>
            <a:ext cx="2834217" cy="1190895"/>
          </a:xfrm>
          <a:prstGeom prst="roundRect">
            <a:avLst>
              <a:gd name="adj" fmla="val 5983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Deployment</a:t>
            </a:r>
            <a:br>
              <a:rPr lang="fr-FR" dirty="0"/>
            </a:br>
            <a:r>
              <a:rPr lang="fr-FR" i="1" dirty="0"/>
              <a:t>placement, </a:t>
            </a:r>
            <a:r>
              <a:rPr lang="fr-FR" i="1" dirty="0" err="1"/>
              <a:t>replication</a:t>
            </a:r>
            <a:endParaRPr lang="en-GB" i="1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DD7D881E-B9C7-B64C-C07A-65EAB472D512}"/>
              </a:ext>
            </a:extLst>
          </p:cNvPr>
          <p:cNvSpPr txBox="1">
            <a:spLocks/>
          </p:cNvSpPr>
          <p:nvPr/>
        </p:nvSpPr>
        <p:spPr>
          <a:xfrm>
            <a:off x="462031" y="3973227"/>
            <a:ext cx="7845213" cy="5453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fr-FR" dirty="0" err="1"/>
              <a:t>Connecting</a:t>
            </a:r>
            <a:r>
              <a:rPr lang="fr-FR" dirty="0"/>
              <a:t> apps to the network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21C86A6-31B3-E688-D5D5-0265EE632B4D}"/>
              </a:ext>
            </a:extLst>
          </p:cNvPr>
          <p:cNvSpPr/>
          <p:nvPr/>
        </p:nvSpPr>
        <p:spPr>
          <a:xfrm>
            <a:off x="9045573" y="4721110"/>
            <a:ext cx="2834217" cy="1190895"/>
          </a:xfrm>
          <a:prstGeom prst="roundRect">
            <a:avLst>
              <a:gd name="adj" fmla="val 5983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POD</a:t>
            </a:r>
            <a:br>
              <a:rPr lang="fr-FR" dirty="0"/>
            </a:br>
            <a:r>
              <a:rPr lang="fr-FR" i="1" dirty="0" err="1"/>
              <a:t>contains</a:t>
            </a:r>
            <a:r>
              <a:rPr lang="fr-FR" i="1" dirty="0"/>
              <a:t> the process</a:t>
            </a:r>
            <a:endParaRPr lang="en-GB" i="1" dirty="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C4A8F2D-29A5-275F-162B-177CD364916F}"/>
              </a:ext>
            </a:extLst>
          </p:cNvPr>
          <p:cNvSpPr/>
          <p:nvPr/>
        </p:nvSpPr>
        <p:spPr>
          <a:xfrm>
            <a:off x="966257" y="4721111"/>
            <a:ext cx="2834217" cy="1190895"/>
          </a:xfrm>
          <a:prstGeom prst="roundRect">
            <a:avLst>
              <a:gd name="adj" fmla="val 5983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Ingress</a:t>
            </a:r>
            <a:r>
              <a:rPr lang="fr-FR" dirty="0"/>
              <a:t> (Rules </a:t>
            </a:r>
            <a:r>
              <a:rPr lang="fr-FR"/>
              <a:t>+ Controller)</a:t>
            </a:r>
            <a:endParaRPr lang="fr-FR" dirty="0"/>
          </a:p>
          <a:p>
            <a:pPr algn="ctr"/>
            <a:r>
              <a:rPr lang="fr-FR" i="1" dirty="0" err="1"/>
              <a:t>routing</a:t>
            </a:r>
            <a:r>
              <a:rPr lang="fr-FR" i="1" dirty="0"/>
              <a:t> </a:t>
            </a:r>
            <a:r>
              <a:rPr lang="fr-FR" i="1" dirty="0" err="1"/>
              <a:t>requests</a:t>
            </a:r>
            <a:endParaRPr lang="en-GB" i="1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E8CC4D4-47E3-B340-66EB-C464022D5CF2}"/>
              </a:ext>
            </a:extLst>
          </p:cNvPr>
          <p:cNvSpPr/>
          <p:nvPr/>
        </p:nvSpPr>
        <p:spPr>
          <a:xfrm>
            <a:off x="5005915" y="4721111"/>
            <a:ext cx="2834217" cy="1190895"/>
          </a:xfrm>
          <a:prstGeom prst="roundRect">
            <a:avLst>
              <a:gd name="adj" fmla="val 5983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Service</a:t>
            </a:r>
            <a:br>
              <a:rPr lang="fr-FR" dirty="0"/>
            </a:br>
            <a:r>
              <a:rPr lang="fr-FR" i="1" dirty="0" err="1"/>
              <a:t>load</a:t>
            </a:r>
            <a:r>
              <a:rPr lang="fr-FR" i="1" dirty="0"/>
              <a:t> balancing</a:t>
            </a:r>
            <a:endParaRPr lang="en-GB" i="1" dirty="0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5F1ED49A-13B3-C596-DBF6-E13BF3A79E40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3800474" y="2754598"/>
            <a:ext cx="1205441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AD7B46D1-E9A6-C141-9D77-BD53773D5CF7}"/>
              </a:ext>
            </a:extLst>
          </p:cNvPr>
          <p:cNvCxnSpPr>
            <a:cxnSpLocks/>
          </p:cNvCxnSpPr>
          <p:nvPr/>
        </p:nvCxnSpPr>
        <p:spPr>
          <a:xfrm>
            <a:off x="7840132" y="2726371"/>
            <a:ext cx="1205441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DDE78149-DFCB-74AC-C614-1504BAC180E2}"/>
              </a:ext>
            </a:extLst>
          </p:cNvPr>
          <p:cNvCxnSpPr>
            <a:cxnSpLocks/>
          </p:cNvCxnSpPr>
          <p:nvPr/>
        </p:nvCxnSpPr>
        <p:spPr>
          <a:xfrm>
            <a:off x="3800473" y="5316557"/>
            <a:ext cx="1205441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4DD8AFD5-8229-E1D7-7A82-1404E391A6BA}"/>
              </a:ext>
            </a:extLst>
          </p:cNvPr>
          <p:cNvCxnSpPr>
            <a:cxnSpLocks/>
          </p:cNvCxnSpPr>
          <p:nvPr/>
        </p:nvCxnSpPr>
        <p:spPr>
          <a:xfrm>
            <a:off x="7840132" y="5316557"/>
            <a:ext cx="1205441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713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83B63E-8695-A261-2D66-4BFE1CECF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Kubernetes</a:t>
            </a:r>
            <a:r>
              <a:rPr lang="fr-FR" dirty="0"/>
              <a:t> config </a:t>
            </a:r>
            <a:r>
              <a:rPr lang="fr-FR" dirty="0" err="1"/>
              <a:t>overview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B1851B-891E-7219-903C-44C4234BD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075" y="1254485"/>
            <a:ext cx="9872903" cy="3579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4800" dirty="0"/>
              <a:t>✨</a:t>
            </a:r>
            <a:r>
              <a:rPr lang="fr-FR" sz="3600" dirty="0"/>
              <a:t> </a:t>
            </a:r>
            <a:r>
              <a:rPr lang="fr-FR" sz="4000" dirty="0" err="1"/>
              <a:t>Overview</a:t>
            </a:r>
            <a:r>
              <a:rPr lang="fr-FR" sz="4000" dirty="0"/>
              <a:t> of </a:t>
            </a:r>
            <a:r>
              <a:rPr lang="fr-FR" sz="4000" dirty="0">
                <a:hlinkClick r:id="rId2"/>
              </a:rPr>
              <a:t>a simple </a:t>
            </a:r>
            <a:r>
              <a:rPr lang="fr-FR" sz="4000" dirty="0" err="1">
                <a:hlinkClick r:id="rId2"/>
              </a:rPr>
              <a:t>Kubernetes</a:t>
            </a:r>
            <a:r>
              <a:rPr lang="fr-FR" sz="4000" dirty="0">
                <a:hlinkClick r:id="rId2"/>
              </a:rPr>
              <a:t> config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236964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E3DCE-F8B3-A277-76A2-42445270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2D99C8-67D5-A44C-2548-15F4A8FB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Real world usage </a:t>
            </a:r>
            <a:r>
              <a:rPr lang="fr-FR" dirty="0" err="1"/>
              <a:t>with</a:t>
            </a:r>
            <a:r>
              <a:rPr lang="fr-FR" dirty="0"/>
              <a:t> HELM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918B59-84BD-DF25-FA73-D57BEECC7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00" y="1838326"/>
            <a:ext cx="7845213" cy="3055408"/>
          </a:xfrm>
        </p:spPr>
        <p:txBody>
          <a:bodyPr anchor="t">
            <a:normAutofit/>
          </a:bodyPr>
          <a:lstStyle/>
          <a:p>
            <a:r>
              <a:rPr lang="fr-FR" dirty="0" err="1"/>
              <a:t>Kubernetes</a:t>
            </a:r>
            <a:r>
              <a:rPr lang="fr-FR" dirty="0"/>
              <a:t> </a:t>
            </a:r>
            <a:r>
              <a:rPr lang="fr-FR" dirty="0" err="1"/>
              <a:t>resources</a:t>
            </a:r>
            <a:r>
              <a:rPr lang="fr-FR" dirty="0"/>
              <a:t> of a real world application can </a:t>
            </a:r>
            <a:r>
              <a:rPr lang="fr-FR" dirty="0" err="1"/>
              <a:t>take</a:t>
            </a:r>
            <a:r>
              <a:rPr lang="fr-FR" dirty="0"/>
              <a:t> 1000+ </a:t>
            </a:r>
            <a:r>
              <a:rPr lang="fr-FR" dirty="0" err="1"/>
              <a:t>lines</a:t>
            </a:r>
            <a:br>
              <a:rPr lang="fr-FR" dirty="0"/>
            </a:br>
            <a:r>
              <a:rPr lang="fr-FR" dirty="0"/>
              <a:t>and have </a:t>
            </a:r>
            <a:r>
              <a:rPr lang="fr-FR" dirty="0" err="1"/>
              <a:t>redundant</a:t>
            </a:r>
            <a:r>
              <a:rPr lang="fr-FR" dirty="0"/>
              <a:t> config (like port </a:t>
            </a:r>
            <a:r>
              <a:rPr lang="fr-FR" dirty="0" err="1"/>
              <a:t>number</a:t>
            </a:r>
            <a:r>
              <a:rPr lang="fr-FR" dirty="0"/>
              <a:t> to </a:t>
            </a:r>
            <a:r>
              <a:rPr lang="fr-FR" dirty="0" err="1"/>
              <a:t>listen</a:t>
            </a:r>
            <a:r>
              <a:rPr lang="fr-FR" dirty="0"/>
              <a:t> / call)</a:t>
            </a:r>
          </a:p>
          <a:p>
            <a:endParaRPr lang="fr-FR" dirty="0"/>
          </a:p>
          <a:p>
            <a:r>
              <a:rPr lang="fr-FR" dirty="0" err="1"/>
              <a:t>They</a:t>
            </a:r>
            <a:r>
              <a:rPr lang="fr-FR" dirty="0"/>
              <a:t> are </a:t>
            </a:r>
            <a:r>
              <a:rPr lang="fr-FR" b="1" dirty="0" err="1"/>
              <a:t>packaged</a:t>
            </a:r>
            <a:r>
              <a:rPr lang="fr-FR" dirty="0"/>
              <a:t> </a:t>
            </a:r>
            <a:r>
              <a:rPr lang="fr-FR" dirty="0" err="1"/>
              <a:t>together</a:t>
            </a:r>
            <a:r>
              <a:rPr lang="fr-FR" dirty="0"/>
              <a:t> and </a:t>
            </a:r>
            <a:r>
              <a:rPr lang="fr-FR" b="1" dirty="0" err="1"/>
              <a:t>distributed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HELM</a:t>
            </a:r>
            <a:br>
              <a:rPr lang="fr-FR" dirty="0"/>
            </a:b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called</a:t>
            </a:r>
            <a:r>
              <a:rPr lang="fr-FR" dirty="0"/>
              <a:t> a </a:t>
            </a:r>
            <a:r>
              <a:rPr lang="fr-FR" i="1" dirty="0" err="1"/>
              <a:t>helm</a:t>
            </a:r>
            <a:r>
              <a:rPr lang="fr-FR" i="1" dirty="0"/>
              <a:t> chart</a:t>
            </a:r>
          </a:p>
          <a:p>
            <a:endParaRPr lang="fr-FR" dirty="0"/>
          </a:p>
          <a:p>
            <a:r>
              <a:rPr lang="fr-FR" dirty="0" err="1"/>
              <a:t>Generic</a:t>
            </a:r>
            <a:r>
              <a:rPr lang="fr-FR" dirty="0"/>
              <a:t> config + </a:t>
            </a:r>
            <a:r>
              <a:rPr lang="fr-FR" dirty="0" err="1"/>
              <a:t>specific</a:t>
            </a:r>
            <a:r>
              <a:rPr lang="fr-FR" dirty="0"/>
              <a:t> variables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Golang</a:t>
            </a:r>
            <a:r>
              <a:rPr lang="fr-FR" dirty="0"/>
              <a:t> templating </a:t>
            </a:r>
            <a:r>
              <a:rPr lang="fr-FR" dirty="0" err="1"/>
              <a:t>language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1E6FAFB-3B62-3BC0-0D9A-1358C7708252}"/>
              </a:ext>
            </a:extLst>
          </p:cNvPr>
          <p:cNvSpPr txBox="1"/>
          <p:nvPr/>
        </p:nvSpPr>
        <p:spPr>
          <a:xfrm>
            <a:off x="685801" y="957268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Packaging K8S </a:t>
            </a:r>
            <a:r>
              <a:rPr lang="fr-FR" sz="2000" i="1" dirty="0" err="1"/>
              <a:t>resources</a:t>
            </a:r>
            <a:endParaRPr lang="en-GB" sz="2000" i="1" dirty="0"/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05B8BB2F-6E1D-1CC4-046E-C3B038078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4425" y="1357378"/>
            <a:ext cx="2895600" cy="3343275"/>
          </a:xfrm>
          <a:prstGeom prst="rect">
            <a:avLst/>
          </a:prstGeom>
          <a:effectLst>
            <a:glow rad="228600">
              <a:schemeClr val="tx1"/>
            </a:glow>
          </a:effec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AF0B8C5-5158-804F-2E02-2FB5C67FA033}"/>
              </a:ext>
            </a:extLst>
          </p:cNvPr>
          <p:cNvSpPr txBox="1"/>
          <p:nvPr/>
        </p:nvSpPr>
        <p:spPr>
          <a:xfrm>
            <a:off x="1975480" y="4950768"/>
            <a:ext cx="60339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✨</a:t>
            </a:r>
            <a:r>
              <a:rPr lang="fr-FR" sz="2400" dirty="0"/>
              <a:t>  </a:t>
            </a:r>
            <a:r>
              <a:rPr lang="fr-FR" sz="2400" dirty="0" err="1"/>
              <a:t>Overview</a:t>
            </a:r>
            <a:r>
              <a:rPr lang="fr-FR" sz="2400" dirty="0"/>
              <a:t> of a chart </a:t>
            </a:r>
            <a:r>
              <a:rPr lang="en-GB" sz="2400" dirty="0">
                <a:hlinkClick r:id="rId4"/>
              </a:rPr>
              <a:t>from Helm examples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19647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737089-8812-04A5-7B93-1AB5EDC6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Container RUNTIME </a:t>
            </a:r>
            <a:r>
              <a:rPr lang="fr-FR" dirty="0" err="1"/>
              <a:t>specificities</a:t>
            </a:r>
            <a:r>
              <a:rPr lang="fr-FR" dirty="0"/>
              <a:t> by Cloud </a:t>
            </a:r>
            <a:r>
              <a:rPr lang="fr-FR" dirty="0" err="1"/>
              <a:t>providerS</a:t>
            </a:r>
            <a:endParaRPr lang="en-GB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C05DE6C-0B46-E626-BF36-F3DE11496887}"/>
              </a:ext>
            </a:extLst>
          </p:cNvPr>
          <p:cNvSpPr txBox="1"/>
          <p:nvPr/>
        </p:nvSpPr>
        <p:spPr>
          <a:xfrm>
            <a:off x="4136065" y="1432902"/>
            <a:ext cx="6996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Fargate</a:t>
            </a:r>
            <a:r>
              <a:rPr lang="fr-FR" dirty="0"/>
              <a:t>: manages </a:t>
            </a:r>
            <a:r>
              <a:rPr lang="fr-FR" dirty="0" err="1"/>
              <a:t>containerized</a:t>
            </a:r>
            <a:r>
              <a:rPr lang="fr-FR" dirty="0"/>
              <a:t> apps</a:t>
            </a:r>
          </a:p>
          <a:p>
            <a:r>
              <a:rPr lang="fr-FR" dirty="0" err="1"/>
              <a:t>Elastic</a:t>
            </a:r>
            <a:r>
              <a:rPr lang="fr-FR" dirty="0"/>
              <a:t> </a:t>
            </a:r>
            <a:r>
              <a:rPr lang="fr-FR" dirty="0" err="1"/>
              <a:t>Kubernetes</a:t>
            </a:r>
            <a:r>
              <a:rPr lang="fr-FR" dirty="0"/>
              <a:t> Service: </a:t>
            </a:r>
            <a:r>
              <a:rPr lang="fr-FR" dirty="0" err="1"/>
              <a:t>managed</a:t>
            </a:r>
            <a:r>
              <a:rPr lang="fr-FR" dirty="0"/>
              <a:t> </a:t>
            </a:r>
            <a:r>
              <a:rPr lang="fr-FR" dirty="0" err="1"/>
              <a:t>Kubernetes</a:t>
            </a:r>
            <a:endParaRPr lang="en-GB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64FFAB6-3B2B-94EE-7B53-08EA73C3479C}"/>
              </a:ext>
            </a:extLst>
          </p:cNvPr>
          <p:cNvSpPr txBox="1"/>
          <p:nvPr/>
        </p:nvSpPr>
        <p:spPr>
          <a:xfrm>
            <a:off x="4136065" y="5538259"/>
            <a:ext cx="6996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OCI Kubernetes Engine</a:t>
            </a:r>
            <a:r>
              <a:rPr lang="fr-FR" dirty="0"/>
              <a:t>: </a:t>
            </a:r>
            <a:r>
              <a:rPr lang="fr-FR" dirty="0" err="1"/>
              <a:t>managed</a:t>
            </a:r>
            <a:r>
              <a:rPr lang="fr-FR" dirty="0"/>
              <a:t> </a:t>
            </a:r>
            <a:r>
              <a:rPr lang="fr-FR" dirty="0" err="1"/>
              <a:t>Kubernetes</a:t>
            </a:r>
            <a:endParaRPr lang="en-GB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B1D064C-D614-8D39-D338-FF3DA04CEC49}"/>
              </a:ext>
            </a:extLst>
          </p:cNvPr>
          <p:cNvSpPr txBox="1"/>
          <p:nvPr/>
        </p:nvSpPr>
        <p:spPr>
          <a:xfrm>
            <a:off x="4136065" y="3352800"/>
            <a:ext cx="6996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Azure Web Apps: manages </a:t>
            </a:r>
            <a:r>
              <a:rPr lang="fr-FR" dirty="0" err="1"/>
              <a:t>containerized</a:t>
            </a:r>
            <a:r>
              <a:rPr lang="fr-FR" dirty="0"/>
              <a:t> apps</a:t>
            </a:r>
          </a:p>
          <a:p>
            <a:r>
              <a:rPr lang="fr-FR" dirty="0"/>
              <a:t>Azure </a:t>
            </a:r>
            <a:r>
              <a:rPr lang="fr-FR" dirty="0" err="1"/>
              <a:t>Kubernetes</a:t>
            </a:r>
            <a:r>
              <a:rPr lang="fr-FR" dirty="0"/>
              <a:t> Service: </a:t>
            </a:r>
            <a:r>
              <a:rPr lang="fr-FR" dirty="0" err="1"/>
              <a:t>managed</a:t>
            </a:r>
            <a:r>
              <a:rPr lang="fr-FR" dirty="0"/>
              <a:t> </a:t>
            </a:r>
            <a:r>
              <a:rPr lang="fr-FR" dirty="0" err="1"/>
              <a:t>Kubernetes</a:t>
            </a:r>
            <a:endParaRPr lang="en-GB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0DB4E7D-7C34-C2FA-898E-998F887D1A2B}"/>
              </a:ext>
            </a:extLst>
          </p:cNvPr>
          <p:cNvSpPr/>
          <p:nvPr/>
        </p:nvSpPr>
        <p:spPr>
          <a:xfrm>
            <a:off x="819149" y="5025523"/>
            <a:ext cx="2647951" cy="1435351"/>
          </a:xfrm>
          <a:prstGeom prst="roundRect">
            <a:avLst>
              <a:gd name="adj" fmla="val 6094"/>
            </a:avLst>
          </a:prstGeom>
          <a:ln>
            <a:solidFill>
              <a:schemeClr val="bg2">
                <a:lumMod val="20000"/>
                <a:lumOff val="8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8136EE8-544B-F023-ABAE-2C137538B4E9}"/>
              </a:ext>
            </a:extLst>
          </p:cNvPr>
          <p:cNvSpPr/>
          <p:nvPr/>
        </p:nvSpPr>
        <p:spPr>
          <a:xfrm>
            <a:off x="819149" y="3050924"/>
            <a:ext cx="2647951" cy="1435351"/>
          </a:xfrm>
          <a:prstGeom prst="roundRect">
            <a:avLst>
              <a:gd name="adj" fmla="val 6094"/>
            </a:avLst>
          </a:prstGeom>
          <a:ln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37A177E9-FCB9-A3F3-2F47-C6C284601317}"/>
              </a:ext>
            </a:extLst>
          </p:cNvPr>
          <p:cNvSpPr/>
          <p:nvPr/>
        </p:nvSpPr>
        <p:spPr>
          <a:xfrm>
            <a:off x="819149" y="1076325"/>
            <a:ext cx="2647951" cy="1435351"/>
          </a:xfrm>
          <a:prstGeom prst="roundRect">
            <a:avLst>
              <a:gd name="adj" fmla="val 6094"/>
            </a:avLst>
          </a:prstGeom>
          <a:ln>
            <a:solidFill>
              <a:schemeClr val="bg2">
                <a:lumMod val="20000"/>
                <a:lumOff val="8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CC94BE64-C4AE-18B2-74D7-3783E474F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347" y="3270758"/>
            <a:ext cx="2388894" cy="757769"/>
          </a:xfrm>
          <a:prstGeom prst="rect">
            <a:avLst/>
          </a:prstGeom>
          <a:effectLst/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A94E469B-9189-E976-BF46-2A315C1745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5347" y="5501513"/>
            <a:ext cx="2388894" cy="438680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3C2928E6-9FBB-AF09-D144-F67DCFF0F1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0202" y="1171094"/>
            <a:ext cx="2366707" cy="12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19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22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14" name="Rectangle 113">
            <a:extLst>
              <a:ext uri="{FF2B5EF4-FFF2-40B4-BE49-F238E27FC236}">
                <a16:creationId xmlns:a16="http://schemas.microsoft.com/office/drawing/2014/main" id="{1F94DC1C-47D1-41D7-8B1B-9A036D614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Picture 26">
            <a:extLst>
              <a:ext uri="{FF2B5EF4-FFF2-40B4-BE49-F238E27FC236}">
                <a16:creationId xmlns:a16="http://schemas.microsoft.com/office/drawing/2014/main" id="{811383CE-CE86-4E1C-B289-798EB9E6E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22"/>
          <a:stretch/>
        </p:blipFill>
        <p:spPr>
          <a:xfrm>
            <a:off x="1" y="0"/>
            <a:ext cx="5896768" cy="685621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8B86DF7-7DA9-32A0-F92E-11F469624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617" y="1079335"/>
            <a:ext cx="4031882" cy="41767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 dirty="0">
                <a:solidFill>
                  <a:srgbClr val="FFFFFF"/>
                </a:solidFill>
              </a:rPr>
              <a:t>F</a:t>
            </a:r>
            <a:r>
              <a:rPr lang="en-US" sz="6000" dirty="0">
                <a:solidFill>
                  <a:srgbClr val="FFFFFF"/>
                </a:solidFill>
              </a:rPr>
              <a:t>unction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b="1" dirty="0">
                <a:solidFill>
                  <a:srgbClr val="FFFFFF"/>
                </a:solidFill>
              </a:rPr>
              <a:t>A</a:t>
            </a:r>
            <a:r>
              <a:rPr lang="en-US" sz="6000" dirty="0">
                <a:solidFill>
                  <a:srgbClr val="FFFFFF"/>
                </a:solidFill>
              </a:rPr>
              <a:t>s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b="1" dirty="0">
                <a:solidFill>
                  <a:srgbClr val="FFFFFF"/>
                </a:solidFill>
              </a:rPr>
              <a:t>A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b="1" dirty="0">
                <a:solidFill>
                  <a:srgbClr val="FFFFFF"/>
                </a:solidFill>
              </a:rPr>
              <a:t>S</a:t>
            </a:r>
            <a:r>
              <a:rPr lang="en-US" sz="6000" dirty="0">
                <a:solidFill>
                  <a:srgbClr val="FFFFFF"/>
                </a:solidFill>
              </a:rPr>
              <a:t>ervice</a:t>
            </a:r>
          </a:p>
        </p:txBody>
      </p:sp>
      <p:sp useBgFill="1">
        <p:nvSpPr>
          <p:cNvPr id="116" name="Freeform 5">
            <a:extLst>
              <a:ext uri="{FF2B5EF4-FFF2-40B4-BE49-F238E27FC236}">
                <a16:creationId xmlns:a16="http://schemas.microsoft.com/office/drawing/2014/main" id="{AC12A592-C02D-46EF-8E1F-9335DB8D7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17" name="Freeform 14">
            <a:extLst>
              <a:ext uri="{FF2B5EF4-FFF2-40B4-BE49-F238E27FC236}">
                <a16:creationId xmlns:a16="http://schemas.microsoft.com/office/drawing/2014/main" id="{24005816-5BCA-4665-8A58-5580F8E9C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8" name="Group 32">
            <a:extLst>
              <a:ext uri="{FF2B5EF4-FFF2-40B4-BE49-F238E27FC236}">
                <a16:creationId xmlns:a16="http://schemas.microsoft.com/office/drawing/2014/main" id="{BF07F359-8CA3-4854-91E7-EE6004020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A7FCE86-4904-4337-8D0A-3ABA73F60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A32C234-504D-411A-A62B-C1CFD8CE7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81593A9-FD94-454C-9225-478E90706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A3524A1-6DED-4D15-ADE5-F797DBCEC7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A8491CF-856E-4A54-84A5-45C558D41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D63A388-BF18-4ABD-96E0-5946B1ABB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CF6D779-BD20-4058-AC29-AF4E2510C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189C0F2-FCB0-4636-9B05-F9FCBB202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74CB59A-0AC3-4235-A93D-73EE12466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B6E97A3-E95A-4D79-A8F8-1945EA263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F4ABF86-0905-4DE8-8F0B-D10D3D6F9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FAAFEF7-DFA1-48C7-9E4E-FF7B1453C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D828735-DFD9-4894-8461-77A2FB0C92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A6C2585-E93E-489D-8819-FCEE3CFF1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57C1F25-FC5C-4082-B4F6-888F8E467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5DF4BDB-CA1D-4DA1-8D26-6BAEE0A21A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315D2A0-DDA4-4A25-9CC7-7F90CCF0C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5312B72-7E7D-4B0B-960E-7D7C9540E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48B42BB-3C0E-4546-957B-AB593E308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37809D5-5F69-4BC6-A661-44B2A8A68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269CB4C-8BB5-4F63-8961-7EB8FE56D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5E7B60C-3F52-49EA-99F5-BE42AF88D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C5E885C-0F0D-4E11-8B78-4CE951E26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BFA6E20-F564-4CA4-9150-FDD50B02C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3C02C6B-B913-486F-ACAE-432DE1F77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6B5EE64-D401-45A4-82D4-85D4BF5C8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F622D05-678C-405E-A74F-8D92A9C64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8E01EF1-6517-49CC-9891-1BD6D0F49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C93E79A-63A6-4782-9D2C-BC50CD3B9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6C4B4DB-9B57-4C69-96EB-3E1910CEF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BBDCDA7-4ECB-42B1-8524-3D30023D6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7483057-DCDA-4BC6-8E99-7EAD94E8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5C35A56-0BFD-443F-8C2B-CA73A3BFE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14A0AE5-3A88-4D5D-845C-5E906888C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4D7BF13-EDB8-4740-A3C5-87E2E7C676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6DAB64F-4B49-434F-BFB6-0BEB41AFB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3B5AD9A-BDA6-42CE-A1C0-C07210307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FD67DCC-475F-4BED-A634-FCDD63176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D276E23-C86D-408D-821A-1E9A44CAE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879A029-D911-41C4-B218-E41871762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9C7C9F5-65FB-4EF9-9AAD-F7E1FC14B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115B885-5742-431C-BA48-96FC1F6D2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ACE37A6-0062-4B86-B4E6-18088040C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A8679B4-56BA-43AB-A0A2-E2DA3E205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0DE24D2-627B-4C47-A858-A572BCDBA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612A33E-5DE0-4E4D-9469-0BD0B3E0E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1673515-5E42-490F-85A0-45658D81C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B048C17-3768-4DAF-A7AE-B2E717497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AA4E6AA-9D65-4EED-91CB-87A5762ED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B48B9EB-BBF2-48D7-A1D7-720D94506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1492B79-7338-4309-8667-BB29A7BC7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352FD87-EC9C-4EB5-9ACC-A152F78FC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F2CEA1F-EFA8-4353-B5F8-CCE27955A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3E2723F-2530-4636-9A19-8F11B156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A9EE901-51C9-4292-BB45-5EDB8568A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55407C2-7321-48CD-811F-92C71F701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5298A8A-2787-4153-BDA2-E939BFD51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45057B3-3FAB-42ED-AF52-F00BB07FA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A3F09E9-F476-4352-90E3-6A15C7426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28F7C5C-CECC-45A8-8A1F-D679534D4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FFDFE9C-2017-4831-9F1B-6A03B58B1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1BC942F-09CF-4A51-85A5-E23E2D71C8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456B520-137F-484D-A1B1-7DA5C3F82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ECA29F0-381E-4770-97BF-54C4E5220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43CCF9F-8F11-4676-82F3-DEE8A48C8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FA620FD-6A45-4754-BF42-A9FA44966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DC4D38F3-F3A2-42F4-8B57-DE978EC4A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C26D30E-A91E-4A5B-A419-0B9D79D57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DAB3EBC-722A-462E-AAAE-506E50038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BAABC17-832F-48CF-B0D7-0F7DE5460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1FCA513-75D7-414B-BE8F-D780746A1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2EDEC73-B6F5-473F-934A-CEF57604A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B987884-C452-4492-A9F8-2770D3373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9D978AF2-B7BB-4E05-81F1-1A5DBD1CB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D7AD4D45-C3AB-458E-B826-0FACBD0DF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E15555-6738-463C-B7DF-86429F2F9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E487172-B4C3-4D13-A562-EF0BA3DD9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08E66297-1295-432A-AA84-7BB2341C1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00" name="Picture 4" descr="Fn (@fnproject) / X">
            <a:extLst>
              <a:ext uri="{FF2B5EF4-FFF2-40B4-BE49-F238E27FC236}">
                <a16:creationId xmlns:a16="http://schemas.microsoft.com/office/drawing/2014/main" id="{8A5AA9F7-2875-27A4-CD44-1DBE67F90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5422" y="1610447"/>
            <a:ext cx="4776126" cy="4776126"/>
          </a:xfrm>
          <a:prstGeom prst="roundRect">
            <a:avLst>
              <a:gd name="adj" fmla="val 421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5961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83B63E-8695-A261-2D66-4BFE1CECF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Side</a:t>
            </a:r>
            <a:r>
              <a:rPr lang="fr-FR" dirty="0"/>
              <a:t> note about </a:t>
            </a:r>
            <a:r>
              <a:rPr lang="fr-FR" dirty="0" err="1"/>
              <a:t>Serverless</a:t>
            </a:r>
            <a:endParaRPr lang="en-GB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F730F81E-FE15-036B-799E-4164065F9994}"/>
              </a:ext>
            </a:extLst>
          </p:cNvPr>
          <p:cNvSpPr txBox="1">
            <a:spLocks/>
          </p:cNvSpPr>
          <p:nvPr/>
        </p:nvSpPr>
        <p:spPr>
          <a:xfrm>
            <a:off x="601133" y="1549400"/>
            <a:ext cx="9652000" cy="4334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/>
              <a:t>A cloud service that does not require the user to setup a VM to make it run.</a:t>
            </a:r>
          </a:p>
          <a:p>
            <a:pPr lvl="1"/>
            <a:r>
              <a:rPr lang="en-GB" sz="1800" dirty="0"/>
              <a:t>There is a server but it is managed by the provider</a:t>
            </a:r>
          </a:p>
          <a:p>
            <a:pPr lvl="1"/>
            <a:r>
              <a:rPr lang="en-GB" sz="1800" dirty="0"/>
              <a:t>Good for small to medium usage, higher billing price than a VM</a:t>
            </a:r>
          </a:p>
          <a:p>
            <a:endParaRPr lang="en-GB" sz="2000" dirty="0"/>
          </a:p>
          <a:p>
            <a:pPr marL="0" indent="0">
              <a:buNone/>
            </a:pPr>
            <a:r>
              <a:rPr lang="en-GB" sz="2000" dirty="0" err="1"/>
              <a:t>Usecases</a:t>
            </a:r>
            <a:endParaRPr lang="en-GB" sz="2400" dirty="0"/>
          </a:p>
          <a:p>
            <a:pPr lvl="1"/>
            <a:r>
              <a:rPr lang="en-GB" sz="1800" dirty="0"/>
              <a:t>I do not need that much level of control and prefer to focus on my app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1600" dirty="0"/>
              <a:t>Azure Web App service, select the docker image of a server and have it listening on a public URL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1600" dirty="0"/>
              <a:t>AWS Lambdas let you execute source code without provisioning any resource</a:t>
            </a:r>
          </a:p>
          <a:p>
            <a:pPr lvl="1"/>
            <a:r>
              <a:rPr lang="en-GB" sz="1800" dirty="0"/>
              <a:t>I only use the APIs of the cloud service (like a database)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1600" dirty="0"/>
              <a:t>AWS Aurora DB, select the DB stack (Postgres, …) and start sending SQL requests to it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A64B6A5-0C74-25B3-3960-6CBFF84990DE}"/>
              </a:ext>
            </a:extLst>
          </p:cNvPr>
          <p:cNvSpPr txBox="1"/>
          <p:nvPr/>
        </p:nvSpPr>
        <p:spPr>
          <a:xfrm>
            <a:off x="685801" y="773612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No VM/OS to manage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2390649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9CE9B4-22C2-D0D1-22E3-996C300FC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Managed</a:t>
            </a:r>
            <a:r>
              <a:rPr lang="fr-FR" dirty="0"/>
              <a:t> services ans SAAS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2509FB-3375-6A4D-FF92-5EB987E5E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936" y="1570102"/>
            <a:ext cx="7890932" cy="4724399"/>
          </a:xfrm>
        </p:spPr>
        <p:txBody>
          <a:bodyPr anchor="t"/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+mj-lt"/>
              </a:rPr>
              <a:t>✅ </a:t>
            </a:r>
            <a:r>
              <a:rPr lang="fr-FR" sz="2400" dirty="0" err="1">
                <a:latin typeface="+mj-lt"/>
                <a:ea typeface="Calibri"/>
                <a:cs typeface="Calibri"/>
              </a:rPr>
              <a:t>Serverless</a:t>
            </a:r>
            <a:endParaRPr lang="fr-FR" sz="24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fr-FR" dirty="0" err="1"/>
              <a:t>Managed</a:t>
            </a:r>
            <a:r>
              <a:rPr lang="fr-FR" dirty="0"/>
              <a:t> service = a </a:t>
            </a:r>
            <a:r>
              <a:rPr lang="fr-FR" dirty="0" err="1"/>
              <a:t>whole</a:t>
            </a:r>
            <a:r>
              <a:rPr lang="fr-FR" dirty="0"/>
              <a:t> standalone </a:t>
            </a:r>
            <a:r>
              <a:rPr lang="fr-FR" dirty="0" err="1"/>
              <a:t>working</a:t>
            </a:r>
            <a:r>
              <a:rPr lang="fr-FR" dirty="0"/>
              <a:t> bloc of </a:t>
            </a:r>
            <a:r>
              <a:rPr lang="fr-FR" dirty="0" err="1"/>
              <a:t>your</a:t>
            </a:r>
            <a:r>
              <a:rPr lang="fr-FR" dirty="0"/>
              <a:t> cloud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The </a:t>
            </a:r>
            <a:r>
              <a:rPr lang="fr-FR" dirty="0" err="1"/>
              <a:t>pricing</a:t>
            </a:r>
            <a:r>
              <a:rPr lang="fr-FR" dirty="0"/>
              <a:t> can </a:t>
            </a:r>
            <a:r>
              <a:rPr lang="fr-FR" dirty="0" err="1"/>
              <a:t>be</a:t>
            </a:r>
            <a:r>
              <a:rPr lang="fr-FR" dirty="0"/>
              <a:t> by volume of transactions/</a:t>
            </a:r>
            <a:r>
              <a:rPr lang="fr-FR" dirty="0" err="1"/>
              <a:t>compute</a:t>
            </a:r>
            <a:r>
              <a:rPr lang="fr-FR" dirty="0"/>
              <a:t>/</a:t>
            </a:r>
            <a:r>
              <a:rPr lang="fr-FR" dirty="0" err="1"/>
              <a:t>storage</a:t>
            </a:r>
            <a:endParaRPr lang="fr-F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Ex: </a:t>
            </a:r>
            <a:r>
              <a:rPr lang="fr-FR" dirty="0" err="1"/>
              <a:t>Datadog</a:t>
            </a:r>
            <a:r>
              <a:rPr lang="fr-FR" dirty="0"/>
              <a:t>, the log </a:t>
            </a:r>
            <a:r>
              <a:rPr lang="fr-FR" dirty="0" err="1"/>
              <a:t>aggregator</a:t>
            </a:r>
            <a:r>
              <a:rPr lang="fr-FR" dirty="0"/>
              <a:t> and monitoring service</a:t>
            </a:r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SAAS = a </a:t>
            </a:r>
            <a:r>
              <a:rPr lang="fr-FR" dirty="0" err="1"/>
              <a:t>specific</a:t>
            </a:r>
            <a:r>
              <a:rPr lang="fr-FR" dirty="0"/>
              <a:t> 3rd party application accessible via the </a:t>
            </a:r>
            <a:r>
              <a:rPr lang="fr-FR"/>
              <a:t>web,</a:t>
            </a:r>
            <a:br>
              <a:rPr lang="fr-FR"/>
            </a:br>
            <a:r>
              <a:rPr lang="fr-FR"/>
              <a:t>not </a:t>
            </a:r>
            <a:r>
              <a:rPr lang="fr-FR" dirty="0" err="1"/>
              <a:t>tightly</a:t>
            </a:r>
            <a:r>
              <a:rPr lang="fr-FR" dirty="0"/>
              <a:t> </a:t>
            </a:r>
            <a:r>
              <a:rPr lang="fr-FR" dirty="0" err="1"/>
              <a:t>integrated</a:t>
            </a:r>
            <a:r>
              <a:rPr lang="fr-FR" dirty="0"/>
              <a:t> to </a:t>
            </a:r>
            <a:r>
              <a:rPr lang="fr-FR" dirty="0" err="1"/>
              <a:t>your</a:t>
            </a:r>
            <a:r>
              <a:rPr lang="fr-FR" dirty="0"/>
              <a:t> cloud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The </a:t>
            </a:r>
            <a:r>
              <a:rPr lang="fr-FR" dirty="0" err="1"/>
              <a:t>pricing</a:t>
            </a:r>
            <a:r>
              <a:rPr lang="fr-FR" dirty="0"/>
              <a:t> can </a:t>
            </a:r>
            <a:r>
              <a:rPr lang="fr-FR" dirty="0" err="1"/>
              <a:t>be</a:t>
            </a:r>
            <a:r>
              <a:rPr lang="fr-FR" dirty="0"/>
              <a:t> by user or by plan (free, business, premium)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Ex: </a:t>
            </a:r>
            <a:r>
              <a:rPr lang="fr-FR" dirty="0" err="1"/>
              <a:t>Github</a:t>
            </a:r>
            <a:r>
              <a:rPr lang="fr-FR" dirty="0"/>
              <a:t>, Gmail, Jira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BEFB8F2-E407-4A2E-7B33-C110AE034E3E}"/>
              </a:ext>
            </a:extLst>
          </p:cNvPr>
          <p:cNvSpPr txBox="1"/>
          <p:nvPr/>
        </p:nvSpPr>
        <p:spPr>
          <a:xfrm>
            <a:off x="685801" y="773612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err="1"/>
              <a:t>Turnkey</a:t>
            </a:r>
            <a:r>
              <a:rPr lang="fr-FR" sz="2000" i="1" dirty="0"/>
              <a:t> solutions</a:t>
            </a:r>
            <a:endParaRPr lang="en-GB" sz="2000" i="1" dirty="0"/>
          </a:p>
        </p:txBody>
      </p:sp>
      <p:pic>
        <p:nvPicPr>
          <p:cNvPr id="5" name="Picture 4" descr="SaaS vs PaaS vs IaaS: What's The Difference &amp; How To Choose – BMC Software  | Blogs">
            <a:extLst>
              <a:ext uri="{FF2B5EF4-FFF2-40B4-BE49-F238E27FC236}">
                <a16:creationId xmlns:a16="http://schemas.microsoft.com/office/drawing/2014/main" id="{1A24669E-99C2-623A-DE8A-AA95068C6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134" y="226737"/>
            <a:ext cx="2433820" cy="22611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 6" descr="Une image contenant clipart, Graphique, mammifère, texte&#10;&#10;Description générée automatiquement">
            <a:extLst>
              <a:ext uri="{FF2B5EF4-FFF2-40B4-BE49-F238E27FC236}">
                <a16:creationId xmlns:a16="http://schemas.microsoft.com/office/drawing/2014/main" id="{322BBB93-5596-EB80-67CC-A14806B83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589" y="2822936"/>
            <a:ext cx="1109365" cy="1109365"/>
          </a:xfrm>
          <a:prstGeom prst="roundRect">
            <a:avLst>
              <a:gd name="adj" fmla="val 3027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 descr="Visitor Management Software With Azure Active Directory ...">
            <a:extLst>
              <a:ext uri="{FF2B5EF4-FFF2-40B4-BE49-F238E27FC236}">
                <a16:creationId xmlns:a16="http://schemas.microsoft.com/office/drawing/2014/main" id="{611285C6-9B84-458D-78EE-92907E5F7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267" y="2935691"/>
            <a:ext cx="2514600" cy="754380"/>
          </a:xfrm>
          <a:prstGeom prst="rect">
            <a:avLst/>
          </a:prstGeom>
          <a:ln w="8961" cap="flat">
            <a:noFill/>
            <a:prstDash val="solid"/>
            <a:miter/>
          </a:ln>
          <a:effectLst>
            <a:glow rad="177800">
              <a:schemeClr val="tx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 : histoire, signification de l'emblème">
            <a:extLst>
              <a:ext uri="{FF2B5EF4-FFF2-40B4-BE49-F238E27FC236}">
                <a16:creationId xmlns:a16="http://schemas.microsoft.com/office/drawing/2014/main" id="{C3003B57-ECD0-EF3C-92D2-DBF95C45E4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5" r="18101"/>
          <a:stretch/>
        </p:blipFill>
        <p:spPr bwMode="auto">
          <a:xfrm>
            <a:off x="8522913" y="5004278"/>
            <a:ext cx="1260320" cy="1109365"/>
          </a:xfrm>
          <a:prstGeom prst="rect">
            <a:avLst/>
          </a:prstGeom>
          <a:ln w="8961" cap="flat">
            <a:noFill/>
            <a:prstDash val="solid"/>
            <a:miter/>
          </a:ln>
          <a:effectLst>
            <a:glow rad="279400">
              <a:schemeClr val="tx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634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1B1E1-33BB-EF36-2E00-47A9FE164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80ACF-9DCF-DC1B-F319-48E633D1D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Function</a:t>
            </a:r>
            <a:r>
              <a:rPr lang="fr-FR" dirty="0"/>
              <a:t> As A Service</a:t>
            </a:r>
            <a:endParaRPr lang="en-GB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E885D1F0-E115-7961-56EB-86D8DD1A00BC}"/>
              </a:ext>
            </a:extLst>
          </p:cNvPr>
          <p:cNvSpPr txBox="1">
            <a:spLocks/>
          </p:cNvSpPr>
          <p:nvPr/>
        </p:nvSpPr>
        <p:spPr>
          <a:xfrm>
            <a:off x="601133" y="1549400"/>
            <a:ext cx="7272867" cy="4334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/>
              <a:t>A runtime engine like </a:t>
            </a:r>
            <a:r>
              <a:rPr lang="en-GB" sz="2000" dirty="0">
                <a:latin typeface="Consolas" panose="020B0609020204030204" pitchFamily="49" charset="0"/>
              </a:rPr>
              <a:t>node</a:t>
            </a:r>
            <a:r>
              <a:rPr lang="en-GB" sz="2000" dirty="0"/>
              <a:t>, </a:t>
            </a:r>
            <a:r>
              <a:rPr lang="en-GB" sz="2000" dirty="0">
                <a:latin typeface="Consolas" panose="020B0609020204030204" pitchFamily="49" charset="0"/>
              </a:rPr>
              <a:t>python</a:t>
            </a:r>
            <a:r>
              <a:rPr lang="en-GB" sz="2000" dirty="0"/>
              <a:t>, </a:t>
            </a:r>
            <a:r>
              <a:rPr lang="en-GB" sz="2000" dirty="0">
                <a:latin typeface="Consolas" panose="020B0609020204030204" pitchFamily="49" charset="0"/>
              </a:rPr>
              <a:t>go run</a:t>
            </a:r>
            <a:r>
              <a:rPr lang="en-GB" sz="2000" dirty="0"/>
              <a:t>, … to execute code</a:t>
            </a:r>
          </a:p>
          <a:p>
            <a:pPr marL="0" indent="0">
              <a:buNone/>
            </a:pPr>
            <a:r>
              <a:rPr lang="en-GB" sz="2000" dirty="0"/>
              <a:t>Linked to other cloud resources and to the triggering event data</a:t>
            </a:r>
            <a:endParaRPr lang="en-GB" sz="1800" dirty="0"/>
          </a:p>
          <a:p>
            <a:endParaRPr lang="en-GB" sz="2000" dirty="0"/>
          </a:p>
          <a:p>
            <a:pPr marL="0" indent="0">
              <a:buNone/>
            </a:pPr>
            <a:r>
              <a:rPr lang="en-GB" sz="2000" dirty="0" err="1"/>
              <a:t>Usecases</a:t>
            </a:r>
            <a:endParaRPr lang="en-GB" sz="2400" dirty="0"/>
          </a:p>
          <a:p>
            <a:pPr lvl="1"/>
            <a:r>
              <a:rPr lang="en-GB" sz="1800" dirty="0"/>
              <a:t>Execute a simple callback after receiving an HTTP request on your API Gateway</a:t>
            </a:r>
          </a:p>
          <a:p>
            <a:pPr lvl="1"/>
            <a:r>
              <a:rPr lang="en-GB" sz="1800" dirty="0"/>
              <a:t>Execute a script to transform an event and insert data into a DB</a:t>
            </a:r>
            <a:endParaRPr lang="en-GB" sz="16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9D02A89-FC90-B53A-4817-D79B5E77AD1F}"/>
              </a:ext>
            </a:extLst>
          </p:cNvPr>
          <p:cNvSpPr txBox="1"/>
          <p:nvPr/>
        </p:nvSpPr>
        <p:spPr>
          <a:xfrm>
            <a:off x="685801" y="773612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/>
              <a:t>Provide source code to be executed</a:t>
            </a:r>
          </a:p>
        </p:txBody>
      </p:sp>
      <p:pic>
        <p:nvPicPr>
          <p:cNvPr id="4" name="Picture 4" descr="Fn (@fnproject) / X">
            <a:extLst>
              <a:ext uri="{FF2B5EF4-FFF2-40B4-BE49-F238E27FC236}">
                <a16:creationId xmlns:a16="http://schemas.microsoft.com/office/drawing/2014/main" id="{14CCA8AC-CE0C-F1CF-106A-C07FE9095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5793" y="625139"/>
            <a:ext cx="1634680" cy="1634680"/>
          </a:xfrm>
          <a:prstGeom prst="roundRect">
            <a:avLst>
              <a:gd name="adj" fmla="val 9763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36A8D0F-9910-C384-3913-32E329D07921}"/>
              </a:ext>
            </a:extLst>
          </p:cNvPr>
          <p:cNvSpPr txBox="1"/>
          <p:nvPr/>
        </p:nvSpPr>
        <p:spPr>
          <a:xfrm>
            <a:off x="9435793" y="2342308"/>
            <a:ext cx="3074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/>
              <a:t>FN project,</a:t>
            </a:r>
            <a:br>
              <a:rPr lang="en-GB" sz="2000" i="1" dirty="0"/>
            </a:br>
            <a:r>
              <a:rPr lang="en-GB" sz="2000" i="1" dirty="0"/>
              <a:t>opensource engine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943E4EA-C524-DCE1-61EC-ADB0FA8E7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5793" y="3850602"/>
            <a:ext cx="1634680" cy="1634680"/>
          </a:xfrm>
          <a:prstGeom prst="roundRect">
            <a:avLst>
              <a:gd name="adj" fmla="val 9763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356DEFCD-63BF-57F1-F861-131EB8A28504}"/>
              </a:ext>
            </a:extLst>
          </p:cNvPr>
          <p:cNvSpPr txBox="1"/>
          <p:nvPr/>
        </p:nvSpPr>
        <p:spPr>
          <a:xfrm>
            <a:off x="9501990" y="5378041"/>
            <a:ext cx="1887204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Calibri"/>
                <a:ea typeface="Calibri"/>
                <a:cs typeface="Calibri"/>
              </a:rPr>
              <a:t>AWS Lambda</a:t>
            </a:r>
          </a:p>
        </p:txBody>
      </p:sp>
    </p:spTree>
    <p:extLst>
      <p:ext uri="{BB962C8B-B14F-4D97-AF65-F5344CB8AC3E}">
        <p14:creationId xmlns:p14="http://schemas.microsoft.com/office/powerpoint/2010/main" val="2808999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6B06E21-9BC4-335F-7B15-6AC068FC1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A98A25-F155-211C-DF25-3819E46E4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FAAS </a:t>
            </a:r>
            <a:r>
              <a:rPr lang="fr-FR" dirty="0" err="1"/>
              <a:t>Demo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6C0BED-880E-175C-8A37-7AD83FA2E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564" y="1547093"/>
            <a:ext cx="8997662" cy="3579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4800" dirty="0"/>
              <a:t>✨</a:t>
            </a:r>
            <a:r>
              <a:rPr lang="fr-FR" sz="3600" dirty="0"/>
              <a:t> </a:t>
            </a:r>
            <a:r>
              <a:rPr lang="fr-FR" sz="4000" dirty="0"/>
              <a:t>Live </a:t>
            </a:r>
            <a:r>
              <a:rPr lang="fr-FR" sz="4000" dirty="0" err="1"/>
              <a:t>demo</a:t>
            </a:r>
            <a:br>
              <a:rPr lang="fr-FR" sz="4000" dirty="0"/>
            </a:br>
            <a:r>
              <a:rPr lang="fr-FR" sz="4000" dirty="0"/>
              <a:t>			OCI </a:t>
            </a:r>
            <a:r>
              <a:rPr lang="fr-FR" sz="4000" dirty="0" err="1"/>
              <a:t>Functions</a:t>
            </a:r>
            <a:endParaRPr lang="en-GB" sz="36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9100398-0D5B-2EAB-1D86-FFD9894508F8}"/>
              </a:ext>
            </a:extLst>
          </p:cNvPr>
          <p:cNvSpPr txBox="1"/>
          <p:nvPr/>
        </p:nvSpPr>
        <p:spPr>
          <a:xfrm>
            <a:off x="685801" y="906581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err="1"/>
              <a:t>Using</a:t>
            </a:r>
            <a:r>
              <a:rPr lang="fr-FR" sz="2000" i="1" dirty="0"/>
              <a:t> python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2819504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CDB0B2-2764-4033-B3C3-B675F45D8E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ef32d-54dd-4f3d-88f4-5252b60136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CABE38-29FB-4F79-9C60-5DFC98D6F98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712DCCE-3E49-4233-A17D-698880E0FE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1142</TotalTime>
  <Words>1187</Words>
  <Application>Microsoft Office PowerPoint</Application>
  <PresentationFormat>Grand écran</PresentationFormat>
  <Paragraphs>208</Paragraphs>
  <Slides>26</Slides>
  <Notes>1</Notes>
  <HiddenSlides>1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Wingdings</vt:lpstr>
      <vt:lpstr>Celestial</vt:lpstr>
      <vt:lpstr>Cloud Engineering</vt:lpstr>
      <vt:lpstr>Overview</vt:lpstr>
      <vt:lpstr>Anything AAS</vt:lpstr>
      <vt:lpstr>Présentation PowerPoint</vt:lpstr>
      <vt:lpstr>Infra As A Service</vt:lpstr>
      <vt:lpstr>Virtual machines</vt:lpstr>
      <vt:lpstr>How to work with a VM</vt:lpstr>
      <vt:lpstr>VM Pricing options</vt:lpstr>
      <vt:lpstr>Scaling horizontally</vt:lpstr>
      <vt:lpstr>VM specificities by Cloud providerS</vt:lpstr>
      <vt:lpstr>VM creation and options</vt:lpstr>
      <vt:lpstr>Platform As A Service</vt:lpstr>
      <vt:lpstr>Definitions &amp; Analogies</vt:lpstr>
      <vt:lpstr>Isolation &amp; security</vt:lpstr>
      <vt:lpstr>PAAS / Container runtimes</vt:lpstr>
      <vt:lpstr>PAAS: There is more than only docker</vt:lpstr>
      <vt:lpstr>PAAS / Container runtimes / Kubernetes</vt:lpstr>
      <vt:lpstr>Main resources organisation</vt:lpstr>
      <vt:lpstr>Kubernetes config overview</vt:lpstr>
      <vt:lpstr>Real world usage with HELM</vt:lpstr>
      <vt:lpstr>Container RUNTIME specificities by Cloud providerS</vt:lpstr>
      <vt:lpstr>Function As A Service</vt:lpstr>
      <vt:lpstr>Side note about Serverless</vt:lpstr>
      <vt:lpstr>Managed services ans SAAS</vt:lpstr>
      <vt:lpstr>Function As A Service</vt:lpstr>
      <vt:lpstr>FAAS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</dc:title>
  <dc:creator>Georges MATHIO</dc:creator>
  <cp:lastModifiedBy>Georges MATHIO</cp:lastModifiedBy>
  <cp:revision>28</cp:revision>
  <dcterms:created xsi:type="dcterms:W3CDTF">2023-10-26T12:54:23Z</dcterms:created>
  <dcterms:modified xsi:type="dcterms:W3CDTF">2024-12-11T07:56:33Z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  <property fmtid="{D5CDD505-2E9C-101B-9397-08002B2CF9AE}" pid="3" name="Order">
    <vt:r8>26200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