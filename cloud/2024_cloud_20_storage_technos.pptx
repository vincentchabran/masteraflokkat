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77" r:id="rId8"/>
    <p:sldId id="266" r:id="rId9"/>
    <p:sldId id="267" r:id="rId10"/>
    <p:sldId id="276" r:id="rId11"/>
    <p:sldId id="264" r:id="rId12"/>
    <p:sldId id="268" r:id="rId13"/>
    <p:sldId id="278" r:id="rId14"/>
    <p:sldId id="259" r:id="rId15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542E"/>
    <a:srgbClr val="DD9D31"/>
    <a:srgbClr val="90BA4C"/>
    <a:srgbClr val="FF99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8C91E6-26C3-43AE-9CAC-1E2C1215B805}" v="74" dt="2024-11-05T15:16:08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2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82C5487D-F4FA-479C-805C-E057908A5989}"/>
    <pc:docChg chg="undo redo custSel addSld delSld modSld sldOrd modMainMaster">
      <pc:chgData name="Georges MATHIO" userId="1057b68d-d9cf-4cd5-bc4c-3fe68ec33e97" providerId="ADAL" clId="{82C5487D-F4FA-479C-805C-E057908A5989}" dt="2024-09-23T15:06:58.848" v="5408" actId="47"/>
      <pc:docMkLst>
        <pc:docMk/>
      </pc:docMkLst>
      <pc:sldChg chg="addSp modSp mod">
        <pc:chgData name="Georges MATHIO" userId="1057b68d-d9cf-4cd5-bc4c-3fe68ec33e97" providerId="ADAL" clId="{82C5487D-F4FA-479C-805C-E057908A5989}" dt="2024-09-17T07:27:32.937" v="159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82C5487D-F4FA-479C-805C-E057908A5989}" dt="2024-09-10T13:19:14.547" v="25" actId="122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82C5487D-F4FA-479C-805C-E057908A5989}" dt="2024-09-17T07:27:32.937" v="1598" actId="20577"/>
          <ac:spMkLst>
            <pc:docMk/>
            <pc:sldMk cId="2526593619" sldId="256"/>
            <ac:spMk id="3" creationId="{00000000-0000-0000-0000-000000000000}"/>
          </ac:spMkLst>
        </pc:spChg>
        <pc:picChg chg="add mod">
          <ac:chgData name="Georges MATHIO" userId="1057b68d-d9cf-4cd5-bc4c-3fe68ec33e97" providerId="ADAL" clId="{82C5487D-F4FA-479C-805C-E057908A5989}" dt="2024-09-10T13:19:55.227" v="30" actId="1440"/>
          <ac:picMkLst>
            <pc:docMk/>
            <pc:sldMk cId="2526593619" sldId="256"/>
            <ac:picMk id="1026" creationId="{0894DCDB-9EDC-5DED-31AC-01B7CFC04937}"/>
          </ac:picMkLst>
        </pc:picChg>
      </pc:sldChg>
      <pc:sldChg chg="addSp modSp mod">
        <pc:chgData name="Georges MATHIO" userId="1057b68d-d9cf-4cd5-bc4c-3fe68ec33e97" providerId="ADAL" clId="{82C5487D-F4FA-479C-805C-E057908A5989}" dt="2024-09-10T14:37:05.319" v="1026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82C5487D-F4FA-479C-805C-E057908A5989}" dt="2024-09-10T13:22:09.188" v="80" actId="20577"/>
          <ac:spMkLst>
            <pc:docMk/>
            <pc:sldMk cId="1554076419" sldId="258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0T14:37:05.319" v="1026" actId="20577"/>
          <ac:spMkLst>
            <pc:docMk/>
            <pc:sldMk cId="1554076419" sldId="258"/>
            <ac:spMk id="3" creationId="{28C0A9F3-C74E-8D4C-12C9-FC5B0E07D0F8}"/>
          </ac:spMkLst>
        </pc:spChg>
        <pc:spChg chg="mod">
          <ac:chgData name="Georges MATHIO" userId="1057b68d-d9cf-4cd5-bc4c-3fe68ec33e97" providerId="ADAL" clId="{82C5487D-F4FA-479C-805C-E057908A5989}" dt="2024-09-10T13:22:23.428" v="103" actId="20577"/>
          <ac:spMkLst>
            <pc:docMk/>
            <pc:sldMk cId="1554076419" sldId="258"/>
            <ac:spMk id="8" creationId="{8C1BBF7E-EA70-9FE6-C90F-A1284432D1C6}"/>
          </ac:spMkLst>
        </pc:spChg>
        <pc:picChg chg="add mod">
          <ac:chgData name="Georges MATHIO" userId="1057b68d-d9cf-4cd5-bc4c-3fe68ec33e97" providerId="ADAL" clId="{82C5487D-F4FA-479C-805C-E057908A5989}" dt="2024-09-10T13:46:15.711" v="422" actId="1076"/>
          <ac:picMkLst>
            <pc:docMk/>
            <pc:sldMk cId="1554076419" sldId="258"/>
            <ac:picMk id="4" creationId="{B07562AD-13F4-78FB-2B87-3E4DA833361A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17T09:08:53.903" v="3065" actId="14100"/>
        <pc:sldMkLst>
          <pc:docMk/>
          <pc:sldMk cId="226811849" sldId="259"/>
        </pc:sldMkLst>
        <pc:spChg chg="mod">
          <ac:chgData name="Georges MATHIO" userId="1057b68d-d9cf-4cd5-bc4c-3fe68ec33e97" providerId="ADAL" clId="{82C5487D-F4FA-479C-805C-E057908A5989}" dt="2024-09-10T13:58:32.585" v="533" actId="20577"/>
          <ac:spMkLst>
            <pc:docMk/>
            <pc:sldMk cId="226811849" sldId="259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0T14:33:27.274" v="986" actId="20577"/>
          <ac:spMkLst>
            <pc:docMk/>
            <pc:sldMk cId="226811849" sldId="259"/>
            <ac:spMk id="3" creationId="{A8A75CFA-E18C-7FAB-3081-C2C903E0054B}"/>
          </ac:spMkLst>
        </pc:spChg>
        <pc:spChg chg="add mod">
          <ac:chgData name="Georges MATHIO" userId="1057b68d-d9cf-4cd5-bc4c-3fe68ec33e97" providerId="ADAL" clId="{82C5487D-F4FA-479C-805C-E057908A5989}" dt="2024-09-17T07:36:06.458" v="1697" actId="1035"/>
          <ac:spMkLst>
            <pc:docMk/>
            <pc:sldMk cId="226811849" sldId="259"/>
            <ac:spMk id="4" creationId="{6E13AE0A-54BA-E302-9610-D35C7B750FA2}"/>
          </ac:spMkLst>
        </pc:spChg>
        <pc:spChg chg="add mod">
          <ac:chgData name="Georges MATHIO" userId="1057b68d-d9cf-4cd5-bc4c-3fe68ec33e97" providerId="ADAL" clId="{82C5487D-F4FA-479C-805C-E057908A5989}" dt="2024-09-10T14:22:23.072" v="668" actId="1076"/>
          <ac:spMkLst>
            <pc:docMk/>
            <pc:sldMk cId="226811849" sldId="259"/>
            <ac:spMk id="9" creationId="{97903BD0-BF05-17E6-D0C7-8221CDD418EE}"/>
          </ac:spMkLst>
        </pc:spChg>
        <pc:spChg chg="add mod">
          <ac:chgData name="Georges MATHIO" userId="1057b68d-d9cf-4cd5-bc4c-3fe68ec33e97" providerId="ADAL" clId="{82C5487D-F4FA-479C-805C-E057908A5989}" dt="2024-09-10T14:22:30.250" v="685" actId="20577"/>
          <ac:spMkLst>
            <pc:docMk/>
            <pc:sldMk cId="226811849" sldId="259"/>
            <ac:spMk id="10" creationId="{D8EF6B02-2186-3F04-D957-BA8BEAA6E313}"/>
          </ac:spMkLst>
        </pc:spChg>
        <pc:spChg chg="add mod">
          <ac:chgData name="Georges MATHIO" userId="1057b68d-d9cf-4cd5-bc4c-3fe68ec33e97" providerId="ADAL" clId="{82C5487D-F4FA-479C-805C-E057908A5989}" dt="2024-09-10T14:23:04.213" v="708" actId="20577"/>
          <ac:spMkLst>
            <pc:docMk/>
            <pc:sldMk cId="226811849" sldId="259"/>
            <ac:spMk id="11" creationId="{C361A9C3-1F52-48C6-593F-CB60D9F92BFB}"/>
          </ac:spMkLst>
        </pc:spChg>
        <pc:picChg chg="add mod">
          <ac:chgData name="Georges MATHIO" userId="1057b68d-d9cf-4cd5-bc4c-3fe68ec33e97" providerId="ADAL" clId="{82C5487D-F4FA-479C-805C-E057908A5989}" dt="2024-09-17T09:08:28.634" v="3062" actId="14100"/>
          <ac:picMkLst>
            <pc:docMk/>
            <pc:sldMk cId="226811849" sldId="259"/>
            <ac:picMk id="6" creationId="{9509DC00-0B6A-7E04-A96C-BBC9B12F765A}"/>
          </ac:picMkLst>
        </pc:picChg>
        <pc:picChg chg="add mod">
          <ac:chgData name="Georges MATHIO" userId="1057b68d-d9cf-4cd5-bc4c-3fe68ec33e97" providerId="ADAL" clId="{82C5487D-F4FA-479C-805C-E057908A5989}" dt="2024-09-17T09:08:53.903" v="3065" actId="14100"/>
          <ac:picMkLst>
            <pc:docMk/>
            <pc:sldMk cId="226811849" sldId="259"/>
            <ac:picMk id="8" creationId="{2E8D30E9-B7F3-7460-5DA6-9678BA5D7DE5}"/>
          </ac:picMkLst>
        </pc:picChg>
        <pc:picChg chg="add del mod">
          <ac:chgData name="Georges MATHIO" userId="1057b68d-d9cf-4cd5-bc4c-3fe68ec33e97" providerId="ADAL" clId="{82C5487D-F4FA-479C-805C-E057908A5989}" dt="2024-09-10T14:11:52.255" v="587" actId="478"/>
          <ac:picMkLst>
            <pc:docMk/>
            <pc:sldMk cId="226811849" sldId="259"/>
            <ac:picMk id="2050" creationId="{36B550A6-6A85-8BD1-21F4-3F3C91CC6D32}"/>
          </ac:picMkLst>
        </pc:picChg>
      </pc:sldChg>
      <pc:sldChg chg="del">
        <pc:chgData name="Georges MATHIO" userId="1057b68d-d9cf-4cd5-bc4c-3fe68ec33e97" providerId="ADAL" clId="{82C5487D-F4FA-479C-805C-E057908A5989}" dt="2024-09-10T13:20:14.903" v="35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82C5487D-F4FA-479C-805C-E057908A5989}" dt="2024-09-10T13:20:16.297" v="36" actId="47"/>
        <pc:sldMkLst>
          <pc:docMk/>
          <pc:sldMk cId="2019018920" sldId="260"/>
        </pc:sldMkLst>
      </pc:sldChg>
      <pc:sldChg chg="addSp delSp modSp new mod ord">
        <pc:chgData name="Georges MATHIO" userId="1057b68d-d9cf-4cd5-bc4c-3fe68ec33e97" providerId="ADAL" clId="{82C5487D-F4FA-479C-805C-E057908A5989}" dt="2024-09-17T08:06:04.235" v="1974"/>
        <pc:sldMkLst>
          <pc:docMk/>
          <pc:sldMk cId="2559389067" sldId="260"/>
        </pc:sldMkLst>
        <pc:spChg chg="mod">
          <ac:chgData name="Georges MATHIO" userId="1057b68d-d9cf-4cd5-bc4c-3fe68ec33e97" providerId="ADAL" clId="{82C5487D-F4FA-479C-805C-E057908A5989}" dt="2024-09-10T14:55:40.397" v="1462" actId="20577"/>
          <ac:spMkLst>
            <pc:docMk/>
            <pc:sldMk cId="2559389067" sldId="260"/>
            <ac:spMk id="2" creationId="{F663B97E-87A1-8668-0A62-7274C06FB89D}"/>
          </ac:spMkLst>
        </pc:spChg>
        <pc:spChg chg="del mod">
          <ac:chgData name="Georges MATHIO" userId="1057b68d-d9cf-4cd5-bc4c-3fe68ec33e97" providerId="ADAL" clId="{82C5487D-F4FA-479C-805C-E057908A5989}" dt="2024-09-10T14:35:02.014" v="1003" actId="1032"/>
          <ac:spMkLst>
            <pc:docMk/>
            <pc:sldMk cId="2559389067" sldId="260"/>
            <ac:spMk id="3" creationId="{32C8C031-605E-FC62-9298-BDD823E9A290}"/>
          </ac:spMkLst>
        </pc:spChg>
        <pc:spChg chg="add del mod">
          <ac:chgData name="Georges MATHIO" userId="1057b68d-d9cf-4cd5-bc4c-3fe68ec33e97" providerId="ADAL" clId="{82C5487D-F4FA-479C-805C-E057908A5989}" dt="2024-09-10T14:46:51.693" v="1139" actId="478"/>
          <ac:spMkLst>
            <pc:docMk/>
            <pc:sldMk cId="2559389067" sldId="260"/>
            <ac:spMk id="6" creationId="{1010D7BC-3C99-3325-1469-523EE6D3D959}"/>
          </ac:spMkLst>
        </pc:spChg>
        <pc:spChg chg="add mod">
          <ac:chgData name="Georges MATHIO" userId="1057b68d-d9cf-4cd5-bc4c-3fe68ec33e97" providerId="ADAL" clId="{82C5487D-F4FA-479C-805C-E057908A5989}" dt="2024-09-10T14:55:25.758" v="1459" actId="20577"/>
          <ac:spMkLst>
            <pc:docMk/>
            <pc:sldMk cId="2559389067" sldId="260"/>
            <ac:spMk id="8" creationId="{ACC75875-167A-31F4-1356-0FFFFD9A7B60}"/>
          </ac:spMkLst>
        </pc:spChg>
        <pc:graphicFrameChg chg="add del mod modGraphic">
          <ac:chgData name="Georges MATHIO" userId="1057b68d-d9cf-4cd5-bc4c-3fe68ec33e97" providerId="ADAL" clId="{82C5487D-F4FA-479C-805C-E057908A5989}" dt="2024-09-10T14:47:12.317" v="1140" actId="478"/>
          <ac:graphicFrameMkLst>
            <pc:docMk/>
            <pc:sldMk cId="2559389067" sldId="260"/>
            <ac:graphicFrameMk id="4" creationId="{A9798C2C-4FD6-3C11-A438-5C619FC6FD87}"/>
          </ac:graphicFrameMkLst>
        </pc:graphicFrameChg>
        <pc:graphicFrameChg chg="add mod modGraphic">
          <ac:chgData name="Georges MATHIO" userId="1057b68d-d9cf-4cd5-bc4c-3fe68ec33e97" providerId="ADAL" clId="{82C5487D-F4FA-479C-805C-E057908A5989}" dt="2024-09-17T08:05:23.720" v="1972" actId="20577"/>
          <ac:graphicFrameMkLst>
            <pc:docMk/>
            <pc:sldMk cId="2559389067" sldId="260"/>
            <ac:graphicFrameMk id="9" creationId="{DDBF71B8-26D9-A5CE-E19A-FD16CFEA8844}"/>
          </ac:graphicFrameMkLst>
        </pc:graphicFrameChg>
      </pc:sldChg>
      <pc:sldChg chg="addSp delSp modSp add del mod ord delAnim modAnim">
        <pc:chgData name="Georges MATHIO" userId="1057b68d-d9cf-4cd5-bc4c-3fe68ec33e97" providerId="ADAL" clId="{82C5487D-F4FA-479C-805C-E057908A5989}" dt="2024-09-17T09:06:02.876" v="3053" actId="47"/>
        <pc:sldMkLst>
          <pc:docMk/>
          <pc:sldMk cId="1438521280" sldId="261"/>
        </pc:sldMkLst>
        <pc:spChg chg="mod">
          <ac:chgData name="Georges MATHIO" userId="1057b68d-d9cf-4cd5-bc4c-3fe68ec33e97" providerId="ADAL" clId="{82C5487D-F4FA-479C-805C-E057908A5989}" dt="2024-09-17T08:58:14.835" v="2728" actId="20577"/>
          <ac:spMkLst>
            <pc:docMk/>
            <pc:sldMk cId="1438521280" sldId="261"/>
            <ac:spMk id="2" creationId="{ADEBCA86-FC88-C76F-F85D-C56FAC8A5DAF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9:01:51.546" v="3039" actId="20577"/>
          <ac:spMkLst>
            <pc:docMk/>
            <pc:sldMk cId="1438521280" sldId="261"/>
            <ac:spMk id="4" creationId="{6E13AE0A-54BA-E302-9610-D35C7B750FA2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5" creationId="{A51CD53D-ED1A-59F5-088F-C27E750B9DF4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8" creationId="{8552457F-CA42-CAD5-1D50-0F5F46546509}"/>
          </ac:spMkLst>
        </pc:spChg>
        <pc:spChg chg="del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9" creationId="{97903BD0-BF05-17E6-D0C7-8221CDD418EE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0" creationId="{D8EF6B02-2186-3F04-D957-BA8BEAA6E313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1" creationId="{C361A9C3-1F52-48C6-593F-CB60D9F92BFB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2" creationId="{09355B55-B4F6-D4B9-0F73-7E2BA3C41B63}"/>
          </ac:spMkLst>
        </pc:spChg>
        <pc:spChg chg="add del mod">
          <ac:chgData name="Georges MATHIO" userId="1057b68d-d9cf-4cd5-bc4c-3fe68ec33e97" providerId="ADAL" clId="{82C5487D-F4FA-479C-805C-E057908A5989}" dt="2024-09-17T09:02:07.557" v="3041" actId="478"/>
          <ac:spMkLst>
            <pc:docMk/>
            <pc:sldMk cId="1438521280" sldId="261"/>
            <ac:spMk id="14" creationId="{2962C1C5-B21F-95A6-841E-5EA140747AF2}"/>
          </ac:spMkLst>
        </pc:spChg>
        <pc:picChg chg="del mod">
          <ac:chgData name="Georges MATHIO" userId="1057b68d-d9cf-4cd5-bc4c-3fe68ec33e97" providerId="ADAL" clId="{82C5487D-F4FA-479C-805C-E057908A5989}" dt="2024-09-17T09:02:01.296" v="3040" actId="478"/>
          <ac:picMkLst>
            <pc:docMk/>
            <pc:sldMk cId="1438521280" sldId="261"/>
            <ac:picMk id="6" creationId="{9509DC00-0B6A-7E04-A96C-BBC9B12F765A}"/>
          </ac:picMkLst>
        </pc:picChg>
        <pc:picChg chg="add del mod">
          <ac:chgData name="Georges MATHIO" userId="1057b68d-d9cf-4cd5-bc4c-3fe68ec33e97" providerId="ADAL" clId="{82C5487D-F4FA-479C-805C-E057908A5989}" dt="2024-09-17T09:02:01.296" v="3040" actId="478"/>
          <ac:picMkLst>
            <pc:docMk/>
            <pc:sldMk cId="1438521280" sldId="261"/>
            <ac:picMk id="7" creationId="{FCB679A2-5E4F-7966-43BD-CF1E51893504}"/>
          </ac:picMkLst>
        </pc:picChg>
        <pc:picChg chg="del">
          <ac:chgData name="Georges MATHIO" userId="1057b68d-d9cf-4cd5-bc4c-3fe68ec33e97" providerId="ADAL" clId="{82C5487D-F4FA-479C-805C-E057908A5989}" dt="2024-09-10T14:56:02.849" v="1486" actId="478"/>
          <ac:picMkLst>
            <pc:docMk/>
            <pc:sldMk cId="1438521280" sldId="261"/>
            <ac:picMk id="8" creationId="{2E8D30E9-B7F3-7460-5DA6-9678BA5D7DE5}"/>
          </ac:picMkLst>
        </pc:picChg>
      </pc:sldChg>
      <pc:sldChg chg="del">
        <pc:chgData name="Georges MATHIO" userId="1057b68d-d9cf-4cd5-bc4c-3fe68ec33e97" providerId="ADAL" clId="{82C5487D-F4FA-479C-805C-E057908A5989}" dt="2024-09-10T13:20:16.647" v="37" actId="47"/>
        <pc:sldMkLst>
          <pc:docMk/>
          <pc:sldMk cId="4161449416" sldId="261"/>
        </pc:sldMkLst>
      </pc:sldChg>
      <pc:sldChg chg="addSp delSp modSp new mod ord">
        <pc:chgData name="Georges MATHIO" userId="1057b68d-d9cf-4cd5-bc4c-3fe68ec33e97" providerId="ADAL" clId="{82C5487D-F4FA-479C-805C-E057908A5989}" dt="2024-09-23T15:02:22.301" v="5275"/>
        <pc:sldMkLst>
          <pc:docMk/>
          <pc:sldMk cId="2390649631" sldId="262"/>
        </pc:sldMkLst>
        <pc:spChg chg="mod">
          <ac:chgData name="Georges MATHIO" userId="1057b68d-d9cf-4cd5-bc4c-3fe68ec33e97" providerId="ADAL" clId="{82C5487D-F4FA-479C-805C-E057908A5989}" dt="2024-09-23T14:41:15.692" v="4748" actId="20577"/>
          <ac:spMkLst>
            <pc:docMk/>
            <pc:sldMk cId="2390649631" sldId="262"/>
            <ac:spMk id="2" creationId="{3A83B63E-8695-A261-2D66-4BFE1CECFE25}"/>
          </ac:spMkLst>
        </pc:spChg>
        <pc:spChg chg="del mod">
          <ac:chgData name="Georges MATHIO" userId="1057b68d-d9cf-4cd5-bc4c-3fe68ec33e97" providerId="ADAL" clId="{82C5487D-F4FA-479C-805C-E057908A5989}" dt="2024-09-23T14:41:42.197" v="4750" actId="478"/>
          <ac:spMkLst>
            <pc:docMk/>
            <pc:sldMk cId="2390649631" sldId="262"/>
            <ac:spMk id="3" creationId="{E7B1851B-891E-7219-903C-44C4234BD6E6}"/>
          </ac:spMkLst>
        </pc:spChg>
        <pc:spChg chg="add del mod">
          <ac:chgData name="Georges MATHIO" userId="1057b68d-d9cf-4cd5-bc4c-3fe68ec33e97" providerId="ADAL" clId="{82C5487D-F4FA-479C-805C-E057908A5989}" dt="2024-09-17T08:04:08.972" v="1911"/>
          <ac:spMkLst>
            <pc:docMk/>
            <pc:sldMk cId="2390649631" sldId="262"/>
            <ac:spMk id="4" creationId="{2849EFA2-3B11-6ECE-14A3-A69D87FD19F4}"/>
          </ac:spMkLst>
        </pc:spChg>
        <pc:spChg chg="add del mod">
          <ac:chgData name="Georges MATHIO" userId="1057b68d-d9cf-4cd5-bc4c-3fe68ec33e97" providerId="ADAL" clId="{82C5487D-F4FA-479C-805C-E057908A5989}" dt="2024-09-23T14:41:19.848" v="4749" actId="478"/>
          <ac:spMkLst>
            <pc:docMk/>
            <pc:sldMk cId="2390649631" sldId="262"/>
            <ac:spMk id="5" creationId="{FE12536D-6ED0-DC03-08CC-8D761524D1FF}"/>
          </ac:spMkLst>
        </pc:spChg>
        <pc:spChg chg="add del mod">
          <ac:chgData name="Georges MATHIO" userId="1057b68d-d9cf-4cd5-bc4c-3fe68ec33e97" providerId="ADAL" clId="{82C5487D-F4FA-479C-805C-E057908A5989}" dt="2024-09-23T14:41:53.678" v="4752" actId="478"/>
          <ac:spMkLst>
            <pc:docMk/>
            <pc:sldMk cId="2390649631" sldId="262"/>
            <ac:spMk id="6" creationId="{153F91A9-730B-CD7A-FE6F-857BC50475EF}"/>
          </ac:spMkLst>
        </pc:spChg>
        <pc:spChg chg="add mod">
          <ac:chgData name="Georges MATHIO" userId="1057b68d-d9cf-4cd5-bc4c-3fe68ec33e97" providerId="ADAL" clId="{82C5487D-F4FA-479C-805C-E057908A5989}" dt="2024-09-23T14:46:38.445" v="5103" actId="403"/>
          <ac:spMkLst>
            <pc:docMk/>
            <pc:sldMk cId="2390649631" sldId="262"/>
            <ac:spMk id="7" creationId="{F730F81E-FE15-036B-799E-4164065F9994}"/>
          </ac:spMkLst>
        </pc:spChg>
      </pc:sldChg>
      <pc:sldChg chg="del">
        <pc:chgData name="Georges MATHIO" userId="1057b68d-d9cf-4cd5-bc4c-3fe68ec33e97" providerId="ADAL" clId="{82C5487D-F4FA-479C-805C-E057908A5989}" dt="2024-09-10T13:20:16.849" v="38" actId="47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82C5487D-F4FA-479C-805C-E057908A5989}" dt="2024-09-10T13:20:17.030" v="39" actId="47"/>
        <pc:sldMkLst>
          <pc:docMk/>
          <pc:sldMk cId="631768457" sldId="263"/>
        </pc:sldMkLst>
      </pc:sldChg>
      <pc:sldChg chg="delSp modSp add mod delAnim">
        <pc:chgData name="Georges MATHIO" userId="1057b68d-d9cf-4cd5-bc4c-3fe68ec33e97" providerId="ADAL" clId="{82C5487D-F4FA-479C-805C-E057908A5989}" dt="2024-09-17T07:58:35.453" v="1811" actId="20577"/>
        <pc:sldMkLst>
          <pc:docMk/>
          <pc:sldMk cId="2462972198" sldId="263"/>
        </pc:sldMkLst>
        <pc:spChg chg="mod">
          <ac:chgData name="Georges MATHIO" userId="1057b68d-d9cf-4cd5-bc4c-3fe68ec33e97" providerId="ADAL" clId="{82C5487D-F4FA-479C-805C-E057908A5989}" dt="2024-09-17T07:35:29.456" v="1644"/>
          <ac:spMkLst>
            <pc:docMk/>
            <pc:sldMk cId="2462972198" sldId="26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7:58:35.453" v="1811" actId="20577"/>
          <ac:spMkLst>
            <pc:docMk/>
            <pc:sldMk cId="2462972198" sldId="26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7:36:01.280" v="1686" actId="1035"/>
          <ac:spMkLst>
            <pc:docMk/>
            <pc:sldMk cId="2462972198" sldId="263"/>
            <ac:spMk id="4" creationId="{6E13AE0A-54BA-E302-9610-D35C7B750FA2}"/>
          </ac:spMkLst>
        </pc:spChg>
        <pc:spChg chg="del">
          <ac:chgData name="Georges MATHIO" userId="1057b68d-d9cf-4cd5-bc4c-3fe68ec33e97" providerId="ADAL" clId="{82C5487D-F4FA-479C-805C-E057908A5989}" dt="2024-09-17T07:46:49.207" v="1725" actId="478"/>
          <ac:spMkLst>
            <pc:docMk/>
            <pc:sldMk cId="2462972198" sldId="263"/>
            <ac:spMk id="9" creationId="{97903BD0-BF05-17E6-D0C7-8221CDD418EE}"/>
          </ac:spMkLst>
        </pc:spChg>
        <pc:spChg chg="del">
          <ac:chgData name="Georges MATHIO" userId="1057b68d-d9cf-4cd5-bc4c-3fe68ec33e97" providerId="ADAL" clId="{82C5487D-F4FA-479C-805C-E057908A5989}" dt="2024-09-17T07:35:37.113" v="1646" actId="478"/>
          <ac:spMkLst>
            <pc:docMk/>
            <pc:sldMk cId="2462972198" sldId="263"/>
            <ac:spMk id="10" creationId="{D8EF6B02-2186-3F04-D957-BA8BEAA6E313}"/>
          </ac:spMkLst>
        </pc:spChg>
        <pc:spChg chg="del">
          <ac:chgData name="Georges MATHIO" userId="1057b68d-d9cf-4cd5-bc4c-3fe68ec33e97" providerId="ADAL" clId="{82C5487D-F4FA-479C-805C-E057908A5989}" dt="2024-09-17T07:46:45.123" v="1724" actId="478"/>
          <ac:spMkLst>
            <pc:docMk/>
            <pc:sldMk cId="2462972198" sldId="263"/>
            <ac:spMk id="11" creationId="{C361A9C3-1F52-48C6-593F-CB60D9F92BFB}"/>
          </ac:spMkLst>
        </pc:spChg>
        <pc:picChg chg="del">
          <ac:chgData name="Georges MATHIO" userId="1057b68d-d9cf-4cd5-bc4c-3fe68ec33e97" providerId="ADAL" clId="{82C5487D-F4FA-479C-805C-E057908A5989}" dt="2024-09-17T07:35:33.974" v="1645" actId="478"/>
          <ac:picMkLst>
            <pc:docMk/>
            <pc:sldMk cId="2462972198" sldId="263"/>
            <ac:picMk id="6" creationId="{9509DC00-0B6A-7E04-A96C-BBC9B12F765A}"/>
          </ac:picMkLst>
        </pc:picChg>
        <pc:picChg chg="del">
          <ac:chgData name="Georges MATHIO" userId="1057b68d-d9cf-4cd5-bc4c-3fe68ec33e97" providerId="ADAL" clId="{82C5487D-F4FA-479C-805C-E057908A5989}" dt="2024-09-17T07:35:33.974" v="1645" actId="478"/>
          <ac:picMkLst>
            <pc:docMk/>
            <pc:sldMk cId="2462972198" sldId="263"/>
            <ac:picMk id="8" creationId="{2E8D30E9-B7F3-7460-5DA6-9678BA5D7DE5}"/>
          </ac:picMkLst>
        </pc:picChg>
      </pc:sldChg>
      <pc:sldChg chg="addSp delSp modSp new mod ord">
        <pc:chgData name="Georges MATHIO" userId="1057b68d-d9cf-4cd5-bc4c-3fe68ec33e97" providerId="ADAL" clId="{82C5487D-F4FA-479C-805C-E057908A5989}" dt="2024-09-17T08:56:16.987" v="2709" actId="1076"/>
        <pc:sldMkLst>
          <pc:docMk/>
          <pc:sldMk cId="3235624482" sldId="264"/>
        </pc:sldMkLst>
        <pc:spChg chg="mod">
          <ac:chgData name="Georges MATHIO" userId="1057b68d-d9cf-4cd5-bc4c-3fe68ec33e97" providerId="ADAL" clId="{82C5487D-F4FA-479C-805C-E057908A5989}" dt="2024-09-17T08:20:42.761" v="2031" actId="14100"/>
          <ac:spMkLst>
            <pc:docMk/>
            <pc:sldMk cId="3235624482" sldId="264"/>
            <ac:spMk id="2" creationId="{CB737089-8812-04A5-7B93-1AB5EDC6C0EC}"/>
          </ac:spMkLst>
        </pc:spChg>
        <pc:spChg chg="del mod">
          <ac:chgData name="Georges MATHIO" userId="1057b68d-d9cf-4cd5-bc4c-3fe68ec33e97" providerId="ADAL" clId="{82C5487D-F4FA-479C-805C-E057908A5989}" dt="2024-09-17T08:20:29.883" v="2027"/>
          <ac:spMkLst>
            <pc:docMk/>
            <pc:sldMk cId="3235624482" sldId="264"/>
            <ac:spMk id="3" creationId="{84A9451D-6DCF-61D1-2ADE-A94781D7C8A3}"/>
          </ac:spMkLst>
        </pc:spChg>
        <pc:spChg chg="add del mod">
          <ac:chgData name="Georges MATHIO" userId="1057b68d-d9cf-4cd5-bc4c-3fe68ec33e97" providerId="ADAL" clId="{82C5487D-F4FA-479C-805C-E057908A5989}" dt="2024-09-17T08:21:42.991" v="2036" actId="478"/>
          <ac:spMkLst>
            <pc:docMk/>
            <pc:sldMk cId="3235624482" sldId="264"/>
            <ac:spMk id="9" creationId="{3DAAC72B-75E5-20FF-13A6-CAAC54632501}"/>
          </ac:spMkLst>
        </pc:spChg>
        <pc:spChg chg="add mod ord">
          <ac:chgData name="Georges MATHIO" userId="1057b68d-d9cf-4cd5-bc4c-3fe68ec33e97" providerId="ADAL" clId="{82C5487D-F4FA-479C-805C-E057908A5989}" dt="2024-09-17T08:28:20.554" v="2510" actId="1076"/>
          <ac:spMkLst>
            <pc:docMk/>
            <pc:sldMk cId="3235624482" sldId="264"/>
            <ac:spMk id="14" creationId="{18A743E6-2E5B-7BB2-938A-EADF43D9DA53}"/>
          </ac:spMkLst>
        </pc:spChg>
        <pc:spChg chg="add mod ord">
          <ac:chgData name="Georges MATHIO" userId="1057b68d-d9cf-4cd5-bc4c-3fe68ec33e97" providerId="ADAL" clId="{82C5487D-F4FA-479C-805C-E057908A5989}" dt="2024-09-17T08:29:14.763" v="2524" actId="14861"/>
          <ac:spMkLst>
            <pc:docMk/>
            <pc:sldMk cId="3235624482" sldId="264"/>
            <ac:spMk id="17" creationId="{08FBC12F-337E-E89E-55FA-399221144F12}"/>
          </ac:spMkLst>
        </pc:spChg>
        <pc:spChg chg="add mod ord">
          <ac:chgData name="Georges MATHIO" userId="1057b68d-d9cf-4cd5-bc4c-3fe68ec33e97" providerId="ADAL" clId="{82C5487D-F4FA-479C-805C-E057908A5989}" dt="2024-09-17T08:29:04.608" v="2522" actId="167"/>
          <ac:spMkLst>
            <pc:docMk/>
            <pc:sldMk cId="3235624482" sldId="264"/>
            <ac:spMk id="18" creationId="{776D6E20-3491-2DBC-081A-F6F4AA18D872}"/>
          </ac:spMkLst>
        </pc:spChg>
        <pc:spChg chg="add mod">
          <ac:chgData name="Georges MATHIO" userId="1057b68d-d9cf-4cd5-bc4c-3fe68ec33e97" providerId="ADAL" clId="{82C5487D-F4FA-479C-805C-E057908A5989}" dt="2024-09-17T08:56:16.987" v="2709" actId="1076"/>
          <ac:spMkLst>
            <pc:docMk/>
            <pc:sldMk cId="3235624482" sldId="264"/>
            <ac:spMk id="19" creationId="{FC05DE6C-0B46-E626-BF36-F3DE11496887}"/>
          </ac:spMkLst>
        </pc:spChg>
        <pc:spChg chg="add mod">
          <ac:chgData name="Georges MATHIO" userId="1057b68d-d9cf-4cd5-bc4c-3fe68ec33e97" providerId="ADAL" clId="{82C5487D-F4FA-479C-805C-E057908A5989}" dt="2024-09-17T08:56:09.665" v="2708" actId="20577"/>
          <ac:spMkLst>
            <pc:docMk/>
            <pc:sldMk cId="3235624482" sldId="264"/>
            <ac:spMk id="20" creationId="{364FFAB6-3B2B-94EE-7B53-08EA73C3479C}"/>
          </ac:spMkLst>
        </pc:spChg>
        <pc:spChg chg="add mod">
          <ac:chgData name="Georges MATHIO" userId="1057b68d-d9cf-4cd5-bc4c-3fe68ec33e97" providerId="ADAL" clId="{82C5487D-F4FA-479C-805C-E057908A5989}" dt="2024-09-17T08:56:00.712" v="2692"/>
          <ac:spMkLst>
            <pc:docMk/>
            <pc:sldMk cId="3235624482" sldId="264"/>
            <ac:spMk id="21" creationId="{0B1D064C-D614-8D39-D338-FF3DA04CEC49}"/>
          </ac:spMkLst>
        </pc:spChg>
        <pc:picChg chg="add del mod">
          <ac:chgData name="Georges MATHIO" userId="1057b68d-d9cf-4cd5-bc4c-3fe68ec33e97" providerId="ADAL" clId="{82C5487D-F4FA-479C-805C-E057908A5989}" dt="2024-09-17T08:21:38.026" v="2035" actId="478"/>
          <ac:picMkLst>
            <pc:docMk/>
            <pc:sldMk cId="3235624482" sldId="264"/>
            <ac:picMk id="5" creationId="{B61758AC-C4E4-ACAF-2219-6CF88CC8E397}"/>
          </ac:picMkLst>
        </pc:picChg>
        <pc:picChg chg="add del mod">
          <ac:chgData name="Georges MATHIO" userId="1057b68d-d9cf-4cd5-bc4c-3fe68ec33e97" providerId="ADAL" clId="{82C5487D-F4FA-479C-805C-E057908A5989}" dt="2024-09-17T08:29:35.017" v="2546" actId="478"/>
          <ac:picMkLst>
            <pc:docMk/>
            <pc:sldMk cId="3235624482" sldId="264"/>
            <ac:picMk id="7" creationId="{FF0CB90B-16E0-921F-0B60-2493DB3ABDF1}"/>
          </ac:picMkLst>
        </pc:picChg>
        <pc:picChg chg="add mod">
          <ac:chgData name="Georges MATHIO" userId="1057b68d-d9cf-4cd5-bc4c-3fe68ec33e97" providerId="ADAL" clId="{82C5487D-F4FA-479C-805C-E057908A5989}" dt="2024-09-17T08:49:40.032" v="2593" actId="14861"/>
          <ac:picMkLst>
            <pc:docMk/>
            <pc:sldMk cId="3235624482" sldId="264"/>
            <ac:picMk id="11" creationId="{4C6F3A78-E144-15DD-B7FD-4BB3C5912799}"/>
          </ac:picMkLst>
        </pc:picChg>
        <pc:picChg chg="add mod">
          <ac:chgData name="Georges MATHIO" userId="1057b68d-d9cf-4cd5-bc4c-3fe68ec33e97" providerId="ADAL" clId="{82C5487D-F4FA-479C-805C-E057908A5989}" dt="2024-09-17T08:29:31.399" v="2545" actId="1035"/>
          <ac:picMkLst>
            <pc:docMk/>
            <pc:sldMk cId="3235624482" sldId="264"/>
            <ac:picMk id="13" creationId="{5DCACF9F-D521-647F-F91C-5CDCBB6CE316}"/>
          </ac:picMkLst>
        </pc:picChg>
        <pc:picChg chg="add mod">
          <ac:chgData name="Georges MATHIO" userId="1057b68d-d9cf-4cd5-bc4c-3fe68ec33e97" providerId="ADAL" clId="{82C5487D-F4FA-479C-805C-E057908A5989}" dt="2024-09-17T08:28:51.683" v="2516" actId="14100"/>
          <ac:picMkLst>
            <pc:docMk/>
            <pc:sldMk cId="3235624482" sldId="264"/>
            <ac:picMk id="16" creationId="{DCF59688-78C3-4A9D-07BC-80A8491DDC70}"/>
          </ac:picMkLst>
        </pc:picChg>
      </pc:sldChg>
      <pc:sldChg chg="del">
        <pc:chgData name="Georges MATHIO" userId="1057b68d-d9cf-4cd5-bc4c-3fe68ec33e97" providerId="ADAL" clId="{82C5487D-F4FA-479C-805C-E057908A5989}" dt="2024-09-10T13:20:17.203" v="40" actId="4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82C5487D-F4FA-479C-805C-E057908A5989}" dt="2024-09-10T13:20:17.382" v="41" actId="47"/>
        <pc:sldMkLst>
          <pc:docMk/>
          <pc:sldMk cId="2440634833" sldId="265"/>
        </pc:sldMkLst>
      </pc:sldChg>
      <pc:sldChg chg="modSp add mod ord">
        <pc:chgData name="Georges MATHIO" userId="1057b68d-d9cf-4cd5-bc4c-3fe68ec33e97" providerId="ADAL" clId="{82C5487D-F4FA-479C-805C-E057908A5989}" dt="2024-09-23T15:04:02.169" v="5362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82C5487D-F4FA-479C-805C-E057908A5989}" dt="2024-09-23T14:13:04.905" v="3988" actId="20577"/>
          <ac:spMkLst>
            <pc:docMk/>
            <pc:sldMk cId="2843119897" sldId="265"/>
            <ac:spMk id="2" creationId="{CB737089-8812-04A5-7B93-1AB5EDC6C0EC}"/>
          </ac:spMkLst>
        </pc:spChg>
        <pc:spChg chg="mod">
          <ac:chgData name="Georges MATHIO" userId="1057b68d-d9cf-4cd5-bc4c-3fe68ec33e97" providerId="ADAL" clId="{82C5487D-F4FA-479C-805C-E057908A5989}" dt="2024-09-23T15:01:45.217" v="5255" actId="6549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82C5487D-F4FA-479C-805C-E057908A5989}" dt="2024-09-23T15:03:58.675" v="5361" actId="6549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82C5487D-F4FA-479C-805C-E057908A5989}" dt="2024-09-23T15:04:02.169" v="5362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del">
        <pc:chgData name="Georges MATHIO" userId="1057b68d-d9cf-4cd5-bc4c-3fe68ec33e97" providerId="ADAL" clId="{82C5487D-F4FA-479C-805C-E057908A5989}" dt="2024-09-10T13:20:17.567" v="42" actId="47"/>
        <pc:sldMkLst>
          <pc:docMk/>
          <pc:sldMk cId="1447089258" sldId="266"/>
        </pc:sldMkLst>
      </pc:sldChg>
      <pc:sldChg chg="modSp add mod">
        <pc:chgData name="Georges MATHIO" userId="1057b68d-d9cf-4cd5-bc4c-3fe68ec33e97" providerId="ADAL" clId="{82C5487D-F4FA-479C-805C-E057908A5989}" dt="2024-09-23T14:15:03.993" v="4013" actId="20577"/>
        <pc:sldMkLst>
          <pc:docMk/>
          <pc:sldMk cId="2284228860" sldId="266"/>
        </pc:sldMkLst>
        <pc:spChg chg="mod">
          <ac:chgData name="Georges MATHIO" userId="1057b68d-d9cf-4cd5-bc4c-3fe68ec33e97" providerId="ADAL" clId="{82C5487D-F4FA-479C-805C-E057908A5989}" dt="2024-09-23T14:15:03.993" v="4013" actId="20577"/>
          <ac:spMkLst>
            <pc:docMk/>
            <pc:sldMk cId="2284228860" sldId="266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9:12:50.368" v="3234" actId="20577"/>
          <ac:spMkLst>
            <pc:docMk/>
            <pc:sldMk cId="2284228860" sldId="266"/>
            <ac:spMk id="3" creationId="{A8A75CFA-E18C-7FAB-3081-C2C903E0054B}"/>
          </ac:spMkLst>
        </pc:spChg>
        <pc:picChg chg="mod">
          <ac:chgData name="Georges MATHIO" userId="1057b68d-d9cf-4cd5-bc4c-3fe68ec33e97" providerId="ADAL" clId="{82C5487D-F4FA-479C-805C-E057908A5989}" dt="2024-09-17T09:09:08.318" v="3068" actId="14100"/>
          <ac:picMkLst>
            <pc:docMk/>
            <pc:sldMk cId="2284228860" sldId="266"/>
            <ac:picMk id="6" creationId="{9509DC00-0B6A-7E04-A96C-BBC9B12F765A}"/>
          </ac:picMkLst>
        </pc:picChg>
        <pc:picChg chg="mod">
          <ac:chgData name="Georges MATHIO" userId="1057b68d-d9cf-4cd5-bc4c-3fe68ec33e97" providerId="ADAL" clId="{82C5487D-F4FA-479C-805C-E057908A5989}" dt="2024-09-17T09:09:18.611" v="3071" actId="14100"/>
          <ac:picMkLst>
            <pc:docMk/>
            <pc:sldMk cId="2284228860" sldId="266"/>
            <ac:picMk id="7" creationId="{FCB679A2-5E4F-7966-43BD-CF1E51893504}"/>
          </ac:picMkLst>
        </pc:picChg>
      </pc:sldChg>
      <pc:sldChg chg="add del">
        <pc:chgData name="Georges MATHIO" userId="1057b68d-d9cf-4cd5-bc4c-3fe68ec33e97" providerId="ADAL" clId="{82C5487D-F4FA-479C-805C-E057908A5989}" dt="2024-09-17T09:01:30.006" v="3007"/>
        <pc:sldMkLst>
          <pc:docMk/>
          <pc:sldMk cId="3457630585" sldId="266"/>
        </pc:sldMkLst>
      </pc:sldChg>
      <pc:sldChg chg="addSp modSp add mod">
        <pc:chgData name="Georges MATHIO" userId="1057b68d-d9cf-4cd5-bc4c-3fe68ec33e97" providerId="ADAL" clId="{82C5487D-F4FA-479C-805C-E057908A5989}" dt="2024-09-17T09:09:57.290" v="3074" actId="1076"/>
        <pc:sldMkLst>
          <pc:docMk/>
          <pc:sldMk cId="1104381753" sldId="267"/>
        </pc:sldMkLst>
        <pc:spChg chg="mod">
          <ac:chgData name="Georges MATHIO" userId="1057b68d-d9cf-4cd5-bc4c-3fe68ec33e97" providerId="ADAL" clId="{82C5487D-F4FA-479C-805C-E057908A5989}" dt="2024-09-17T09:05:53.079" v="3051" actId="14100"/>
          <ac:spMkLst>
            <pc:docMk/>
            <pc:sldMk cId="1104381753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7T09:05:44.812" v="3050" actId="1076"/>
          <ac:spMkLst>
            <pc:docMk/>
            <pc:sldMk cId="1104381753" sldId="267"/>
            <ac:spMk id="3" creationId="{B5620FEA-FA3C-B3F6-C2FC-F9D51C3D46CB}"/>
          </ac:spMkLst>
        </pc:spChg>
        <pc:spChg chg="add mod">
          <ac:chgData name="Georges MATHIO" userId="1057b68d-d9cf-4cd5-bc4c-3fe68ec33e97" providerId="ADAL" clId="{82C5487D-F4FA-479C-805C-E057908A5989}" dt="2024-09-17T09:06:26" v="3056" actId="14100"/>
          <ac:spMkLst>
            <pc:docMk/>
            <pc:sldMk cId="1104381753" sldId="267"/>
            <ac:spMk id="4" creationId="{089C4E9D-634C-9062-D838-8016789FD6FB}"/>
          </ac:spMkLst>
        </pc:spChg>
        <pc:spChg chg="add mod">
          <ac:chgData name="Georges MATHIO" userId="1057b68d-d9cf-4cd5-bc4c-3fe68ec33e97" providerId="ADAL" clId="{82C5487D-F4FA-479C-805C-E057908A5989}" dt="2024-09-17T09:09:57.290" v="3074" actId="1076"/>
          <ac:spMkLst>
            <pc:docMk/>
            <pc:sldMk cId="1104381753" sldId="267"/>
            <ac:spMk id="7" creationId="{D113416F-82CC-2D57-D1DA-0756867D8554}"/>
          </ac:spMkLst>
        </pc:spChg>
        <pc:picChg chg="add mod">
          <ac:chgData name="Georges MATHIO" userId="1057b68d-d9cf-4cd5-bc4c-3fe68ec33e97" providerId="ADAL" clId="{82C5487D-F4FA-479C-805C-E057908A5989}" dt="2024-09-17T09:06:26" v="3056" actId="14100"/>
          <ac:picMkLst>
            <pc:docMk/>
            <pc:sldMk cId="1104381753" sldId="267"/>
            <ac:picMk id="6" creationId="{9A2A43BD-3538-AB7F-38C4-7F5BE6730D99}"/>
          </ac:picMkLst>
        </pc:picChg>
      </pc:sldChg>
      <pc:sldChg chg="del">
        <pc:chgData name="Georges MATHIO" userId="1057b68d-d9cf-4cd5-bc4c-3fe68ec33e97" providerId="ADAL" clId="{82C5487D-F4FA-479C-805C-E057908A5989}" dt="2024-09-10T13:20:18.549" v="43" actId="47"/>
        <pc:sldMkLst>
          <pc:docMk/>
          <pc:sldMk cId="3988114519" sldId="267"/>
        </pc:sldMkLst>
      </pc:sldChg>
      <pc:sldChg chg="addSp modSp add setBg">
        <pc:chgData name="Georges MATHIO" userId="1057b68d-d9cf-4cd5-bc4c-3fe68ec33e97" providerId="ADAL" clId="{82C5487D-F4FA-479C-805C-E057908A5989}" dt="2024-09-17T09:10:00.130" v="3075"/>
        <pc:sldMkLst>
          <pc:docMk/>
          <pc:sldMk cId="313480732" sldId="271"/>
        </pc:sldMkLst>
        <pc:spChg chg="add mod">
          <ac:chgData name="Georges MATHIO" userId="1057b68d-d9cf-4cd5-bc4c-3fe68ec33e97" providerId="ADAL" clId="{82C5487D-F4FA-479C-805C-E057908A5989}" dt="2024-09-17T09:06:30.777" v="3057"/>
          <ac:spMkLst>
            <pc:docMk/>
            <pc:sldMk cId="313480732" sldId="271"/>
            <ac:spMk id="3" creationId="{32D088E4-3A9F-CEFB-969E-F1A6DD238C2F}"/>
          </ac:spMkLst>
        </pc:spChg>
        <pc:spChg chg="add mod">
          <ac:chgData name="Georges MATHIO" userId="1057b68d-d9cf-4cd5-bc4c-3fe68ec33e97" providerId="ADAL" clId="{82C5487D-F4FA-479C-805C-E057908A5989}" dt="2024-09-17T09:10:00.130" v="3075"/>
          <ac:spMkLst>
            <pc:docMk/>
            <pc:sldMk cId="313480732" sldId="271"/>
            <ac:spMk id="6" creationId="{CAF4ADA7-4850-9713-2F8F-F82CE0FD74F0}"/>
          </ac:spMkLst>
        </pc:spChg>
        <pc:picChg chg="add mod">
          <ac:chgData name="Georges MATHIO" userId="1057b68d-d9cf-4cd5-bc4c-3fe68ec33e97" providerId="ADAL" clId="{82C5487D-F4FA-479C-805C-E057908A5989}" dt="2024-09-17T09:06:30.777" v="3057"/>
          <ac:picMkLst>
            <pc:docMk/>
            <pc:sldMk cId="313480732" sldId="271"/>
            <ac:picMk id="5" creationId="{119558D0-27D7-0D84-2FFD-693241084B08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23T14:38:57.835" v="4618" actId="1076"/>
        <pc:sldMkLst>
          <pc:docMk/>
          <pc:sldMk cId="3284553537" sldId="272"/>
        </pc:sldMkLst>
        <pc:spChg chg="del">
          <ac:chgData name="Georges MATHIO" userId="1057b68d-d9cf-4cd5-bc4c-3fe68ec33e97" providerId="ADAL" clId="{82C5487D-F4FA-479C-805C-E057908A5989}" dt="2024-09-17T09:13:08.093" v="3236" actId="478"/>
          <ac:spMkLst>
            <pc:docMk/>
            <pc:sldMk cId="3284553537" sldId="272"/>
            <ac:spMk id="2" creationId="{87A7064D-87BA-C620-3428-C9EB78335E3A}"/>
          </ac:spMkLst>
        </pc:spChg>
        <pc:spChg chg="del">
          <ac:chgData name="Georges MATHIO" userId="1057b68d-d9cf-4cd5-bc4c-3fe68ec33e97" providerId="ADAL" clId="{82C5487D-F4FA-479C-805C-E057908A5989}" dt="2024-09-17T09:13:08.093" v="3236" actId="478"/>
          <ac:spMkLst>
            <pc:docMk/>
            <pc:sldMk cId="3284553537" sldId="272"/>
            <ac:spMk id="3" creationId="{BA40F325-39D6-AA3C-31C7-8DAC3FEB061A}"/>
          </ac:spMkLst>
        </pc:spChg>
        <pc:spChg chg="add mod">
          <ac:chgData name="Georges MATHIO" userId="1057b68d-d9cf-4cd5-bc4c-3fe68ec33e97" providerId="ADAL" clId="{82C5487D-F4FA-479C-805C-E057908A5989}" dt="2024-09-17T09:13:21.880" v="3275" actId="20577"/>
          <ac:spMkLst>
            <pc:docMk/>
            <pc:sldMk cId="3284553537" sldId="272"/>
            <ac:spMk id="4" creationId="{5CE1FB7D-CCF0-5D12-682D-D7A6712F3ABE}"/>
          </ac:spMkLst>
        </pc:spChg>
        <pc:spChg chg="add mod">
          <ac:chgData name="Georges MATHIO" userId="1057b68d-d9cf-4cd5-bc4c-3fe68ec33e97" providerId="ADAL" clId="{82C5487D-F4FA-479C-805C-E057908A5989}" dt="2024-09-17T09:13:32.240" v="3299" actId="20577"/>
          <ac:spMkLst>
            <pc:docMk/>
            <pc:sldMk cId="3284553537" sldId="272"/>
            <ac:spMk id="5" creationId="{B5C9B273-D4B2-F320-AAAF-495D4135E644}"/>
          </ac:spMkLst>
        </pc:spChg>
        <pc:spChg chg="add mod">
          <ac:chgData name="Georges MATHIO" userId="1057b68d-d9cf-4cd5-bc4c-3fe68ec33e97" providerId="ADAL" clId="{82C5487D-F4FA-479C-805C-E057908A5989}" dt="2024-09-17T13:19:36.155" v="3446" actId="1076"/>
          <ac:spMkLst>
            <pc:docMk/>
            <pc:sldMk cId="3284553537" sldId="272"/>
            <ac:spMk id="6" creationId="{9E6598BB-4486-25BD-8F41-86C880BC6434}"/>
          </ac:spMkLst>
        </pc:spChg>
        <pc:spChg chg="add del">
          <ac:chgData name="Georges MATHIO" userId="1057b68d-d9cf-4cd5-bc4c-3fe68ec33e97" providerId="ADAL" clId="{82C5487D-F4FA-479C-805C-E057908A5989}" dt="2024-09-17T09:25:36.522" v="3382" actId="22"/>
          <ac:spMkLst>
            <pc:docMk/>
            <pc:sldMk cId="3284553537" sldId="272"/>
            <ac:spMk id="11" creationId="{5FFE723E-B215-1280-DA94-58AAC1362076}"/>
          </ac:spMkLst>
        </pc:spChg>
        <pc:spChg chg="add mod ord">
          <ac:chgData name="Georges MATHIO" userId="1057b68d-d9cf-4cd5-bc4c-3fe68ec33e97" providerId="ADAL" clId="{82C5487D-F4FA-479C-805C-E057908A5989}" dt="2024-09-17T13:54:15.495" v="3961" actId="20577"/>
          <ac:spMkLst>
            <pc:docMk/>
            <pc:sldMk cId="3284553537" sldId="272"/>
            <ac:spMk id="12" creationId="{0CC4A2EF-3019-580C-C1F6-3E98C5DC530C}"/>
          </ac:spMkLst>
        </pc:spChg>
        <pc:spChg chg="add mod">
          <ac:chgData name="Georges MATHIO" userId="1057b68d-d9cf-4cd5-bc4c-3fe68ec33e97" providerId="ADAL" clId="{82C5487D-F4FA-479C-805C-E057908A5989}" dt="2024-09-17T13:21:01.318" v="3462" actId="14100"/>
          <ac:spMkLst>
            <pc:docMk/>
            <pc:sldMk cId="3284553537" sldId="272"/>
            <ac:spMk id="14" creationId="{70551459-0A08-6393-3088-B15A31E96FA6}"/>
          </ac:spMkLst>
        </pc:spChg>
        <pc:spChg chg="add">
          <ac:chgData name="Georges MATHIO" userId="1057b68d-d9cf-4cd5-bc4c-3fe68ec33e97" providerId="ADAL" clId="{82C5487D-F4FA-479C-805C-E057908A5989}" dt="2024-09-17T13:21:13.280" v="3463"/>
          <ac:spMkLst>
            <pc:docMk/>
            <pc:sldMk cId="3284553537" sldId="272"/>
            <ac:spMk id="15" creationId="{ABF765E5-382D-CE27-BC4E-4A8F1FEE50E2}"/>
          </ac:spMkLst>
        </pc:spChg>
        <pc:spChg chg="add mod ord">
          <ac:chgData name="Georges MATHIO" userId="1057b68d-d9cf-4cd5-bc4c-3fe68ec33e97" providerId="ADAL" clId="{82C5487D-F4FA-479C-805C-E057908A5989}" dt="2024-09-17T13:54:45.738" v="3972" actId="20577"/>
          <ac:spMkLst>
            <pc:docMk/>
            <pc:sldMk cId="3284553537" sldId="272"/>
            <ac:spMk id="18" creationId="{EBF717F5-AE9A-AFA6-EFAE-EB4B2BE8D2CB}"/>
          </ac:spMkLst>
        </pc:spChg>
        <pc:grpChg chg="add mod">
          <ac:chgData name="Georges MATHIO" userId="1057b68d-d9cf-4cd5-bc4c-3fe68ec33e97" providerId="ADAL" clId="{82C5487D-F4FA-479C-805C-E057908A5989}" dt="2024-09-17T13:26:41.323" v="3749" actId="1076"/>
          <ac:grpSpMkLst>
            <pc:docMk/>
            <pc:sldMk cId="3284553537" sldId="272"/>
            <ac:grpSpMk id="13" creationId="{CE94E23D-2A0A-8CC8-0C81-DFB1ED3F4433}"/>
          </ac:grpSpMkLst>
        </pc:grpChg>
        <pc:picChg chg="add mod">
          <ac:chgData name="Georges MATHIO" userId="1057b68d-d9cf-4cd5-bc4c-3fe68ec33e97" providerId="ADAL" clId="{82C5487D-F4FA-479C-805C-E057908A5989}" dt="2024-09-17T13:19:32.225" v="3445" actId="1076"/>
          <ac:picMkLst>
            <pc:docMk/>
            <pc:sldMk cId="3284553537" sldId="272"/>
            <ac:picMk id="7" creationId="{78826873-F077-2EF4-AF82-061ABC5B9BE5}"/>
          </ac:picMkLst>
        </pc:picChg>
        <pc:picChg chg="add mod modCrop">
          <ac:chgData name="Georges MATHIO" userId="1057b68d-d9cf-4cd5-bc4c-3fe68ec33e97" providerId="ADAL" clId="{82C5487D-F4FA-479C-805C-E057908A5989}" dt="2024-09-17T13:34:39.876" v="3906" actId="688"/>
          <ac:picMkLst>
            <pc:docMk/>
            <pc:sldMk cId="3284553537" sldId="272"/>
            <ac:picMk id="9" creationId="{3D1A6911-B183-BEBB-3B6C-4FCAF59758DD}"/>
          </ac:picMkLst>
        </pc:picChg>
        <pc:picChg chg="add mod modCrop">
          <ac:chgData name="Georges MATHIO" userId="1057b68d-d9cf-4cd5-bc4c-3fe68ec33e97" providerId="ADAL" clId="{82C5487D-F4FA-479C-805C-E057908A5989}" dt="2024-09-17T13:54:00.329" v="3957" actId="1076"/>
          <ac:picMkLst>
            <pc:docMk/>
            <pc:sldMk cId="3284553537" sldId="272"/>
            <ac:picMk id="17" creationId="{6FBA7079-628A-AA51-5E5E-9AE2CCC7EEF3}"/>
          </ac:picMkLst>
        </pc:picChg>
        <pc:picChg chg="add del mod">
          <ac:chgData name="Georges MATHIO" userId="1057b68d-d9cf-4cd5-bc4c-3fe68ec33e97" providerId="ADAL" clId="{82C5487D-F4FA-479C-805C-E057908A5989}" dt="2024-09-17T13:31:58.757" v="3882" actId="478"/>
          <ac:picMkLst>
            <pc:docMk/>
            <pc:sldMk cId="3284553537" sldId="272"/>
            <ac:picMk id="20" creationId="{535C99BF-07CE-0896-51D9-75DCD7A6607A}"/>
          </ac:picMkLst>
        </pc:picChg>
        <pc:picChg chg="add mod">
          <ac:chgData name="Georges MATHIO" userId="1057b68d-d9cf-4cd5-bc4c-3fe68ec33e97" providerId="ADAL" clId="{82C5487D-F4FA-479C-805C-E057908A5989}" dt="2024-09-17T13:53:57.561" v="3956" actId="1076"/>
          <ac:picMkLst>
            <pc:docMk/>
            <pc:sldMk cId="3284553537" sldId="272"/>
            <ac:picMk id="22" creationId="{C0692924-CE60-6F0C-7EAA-293DD9164A46}"/>
          </ac:picMkLst>
        </pc:picChg>
        <pc:picChg chg="add mod">
          <ac:chgData name="Georges MATHIO" userId="1057b68d-d9cf-4cd5-bc4c-3fe68ec33e97" providerId="ADAL" clId="{82C5487D-F4FA-479C-805C-E057908A5989}" dt="2024-09-17T13:50:55.499" v="3918" actId="14100"/>
          <ac:picMkLst>
            <pc:docMk/>
            <pc:sldMk cId="3284553537" sldId="272"/>
            <ac:picMk id="24" creationId="{0F130DEA-14B9-8D96-C66A-A341DF5A873D}"/>
          </ac:picMkLst>
        </pc:picChg>
        <pc:picChg chg="add mod">
          <ac:chgData name="Georges MATHIO" userId="1057b68d-d9cf-4cd5-bc4c-3fe68ec33e97" providerId="ADAL" clId="{82C5487D-F4FA-479C-805C-E057908A5989}" dt="2024-09-17T13:53:39.345" v="3949"/>
          <ac:picMkLst>
            <pc:docMk/>
            <pc:sldMk cId="3284553537" sldId="272"/>
            <ac:picMk id="35" creationId="{7406BF29-3589-7102-136C-E47207408A04}"/>
          </ac:picMkLst>
        </pc:picChg>
        <pc:picChg chg="add mod">
          <ac:chgData name="Georges MATHIO" userId="1057b68d-d9cf-4cd5-bc4c-3fe68ec33e97" providerId="ADAL" clId="{82C5487D-F4FA-479C-805C-E057908A5989}" dt="2024-09-17T13:54:03.149" v="3958" actId="1076"/>
          <ac:picMkLst>
            <pc:docMk/>
            <pc:sldMk cId="3284553537" sldId="272"/>
            <ac:picMk id="37" creationId="{91F05E49-8EA3-E32D-6759-D1B5629AAE7A}"/>
          </ac:picMkLst>
        </pc:picChg>
        <pc:picChg chg="add del mod">
          <ac:chgData name="Georges MATHIO" userId="1057b68d-d9cf-4cd5-bc4c-3fe68ec33e97" providerId="ADAL" clId="{82C5487D-F4FA-479C-805C-E057908A5989}" dt="2024-09-17T12:49:31.237" v="3427" actId="478"/>
          <ac:picMkLst>
            <pc:docMk/>
            <pc:sldMk cId="3284553537" sldId="272"/>
            <ac:picMk id="1026" creationId="{69D53D86-2CD8-CAC1-A89B-D2FA8CB640FD}"/>
          </ac:picMkLst>
        </pc:picChg>
        <pc:picChg chg="add mod">
          <ac:chgData name="Georges MATHIO" userId="1057b68d-d9cf-4cd5-bc4c-3fe68ec33e97" providerId="ADAL" clId="{82C5487D-F4FA-479C-805C-E057908A5989}" dt="2024-09-17T13:28:23.565" v="3845" actId="14100"/>
          <ac:picMkLst>
            <pc:docMk/>
            <pc:sldMk cId="3284553537" sldId="272"/>
            <ac:picMk id="1028" creationId="{19458559-5A03-E6C1-433C-9FF20E1E9E4D}"/>
          </ac:picMkLst>
        </pc:picChg>
        <pc:picChg chg="add mod">
          <ac:chgData name="Georges MATHIO" userId="1057b68d-d9cf-4cd5-bc4c-3fe68ec33e97" providerId="ADAL" clId="{82C5487D-F4FA-479C-805C-E057908A5989}" dt="2024-09-17T13:19:48.943" v="3452" actId="1076"/>
          <ac:picMkLst>
            <pc:docMk/>
            <pc:sldMk cId="3284553537" sldId="272"/>
            <ac:picMk id="1030" creationId="{01BF65AD-E071-E671-A32E-C90BA02BE779}"/>
          </ac:picMkLst>
        </pc:picChg>
        <pc:picChg chg="add mod">
          <ac:chgData name="Georges MATHIO" userId="1057b68d-d9cf-4cd5-bc4c-3fe68ec33e97" providerId="ADAL" clId="{82C5487D-F4FA-479C-805C-E057908A5989}" dt="2024-09-17T13:27:20.133" v="3790" actId="1076"/>
          <ac:picMkLst>
            <pc:docMk/>
            <pc:sldMk cId="3284553537" sldId="272"/>
            <ac:picMk id="1032" creationId="{1D60E3FB-44DB-7EF2-34CE-323EEA95B6D2}"/>
          </ac:picMkLst>
        </pc:picChg>
        <pc:picChg chg="add mod">
          <ac:chgData name="Georges MATHIO" userId="1057b68d-d9cf-4cd5-bc4c-3fe68ec33e97" providerId="ADAL" clId="{82C5487D-F4FA-479C-805C-E057908A5989}" dt="2024-09-23T14:38:57.835" v="4618" actId="1076"/>
          <ac:picMkLst>
            <pc:docMk/>
            <pc:sldMk cId="3284553537" sldId="272"/>
            <ac:picMk id="1038" creationId="{B1E46DD6-FA36-5519-5508-A456DD869862}"/>
          </ac:picMkLst>
        </pc:picChg>
        <pc:cxnChg chg="add mod">
          <ac:chgData name="Georges MATHIO" userId="1057b68d-d9cf-4cd5-bc4c-3fe68ec33e97" providerId="ADAL" clId="{82C5487D-F4FA-479C-805C-E057908A5989}" dt="2024-09-17T13:54:32.648" v="3964" actId="14100"/>
          <ac:cxnSpMkLst>
            <pc:docMk/>
            <pc:sldMk cId="3284553537" sldId="272"/>
            <ac:cxnSpMk id="26" creationId="{D7D211AA-5032-2C21-F4F3-9A6E7896E795}"/>
          </ac:cxnSpMkLst>
        </pc:cxnChg>
        <pc:cxnChg chg="add mod">
          <ac:chgData name="Georges MATHIO" userId="1057b68d-d9cf-4cd5-bc4c-3fe68ec33e97" providerId="ADAL" clId="{82C5487D-F4FA-479C-805C-E057908A5989}" dt="2024-09-17T13:54:26.684" v="3963" actId="14100"/>
          <ac:cxnSpMkLst>
            <pc:docMk/>
            <pc:sldMk cId="3284553537" sldId="272"/>
            <ac:cxnSpMk id="28" creationId="{4FF37A1A-BDE2-5A59-8078-0F0C77E5BC75}"/>
          </ac:cxnSpMkLst>
        </pc:cxnChg>
        <pc:cxnChg chg="add mod">
          <ac:chgData name="Georges MATHIO" userId="1057b68d-d9cf-4cd5-bc4c-3fe68ec33e97" providerId="ADAL" clId="{82C5487D-F4FA-479C-805C-E057908A5989}" dt="2024-09-17T13:54:22.110" v="3962" actId="14100"/>
          <ac:cxnSpMkLst>
            <pc:docMk/>
            <pc:sldMk cId="3284553537" sldId="272"/>
            <ac:cxnSpMk id="30" creationId="{3F97389E-21E8-F9B7-84D3-2260BA650E4C}"/>
          </ac:cxnSpMkLst>
        </pc:cxnChg>
        <pc:cxnChg chg="add mod">
          <ac:chgData name="Georges MATHIO" userId="1057b68d-d9cf-4cd5-bc4c-3fe68ec33e97" providerId="ADAL" clId="{82C5487D-F4FA-479C-805C-E057908A5989}" dt="2024-09-17T13:52:19.777" v="3937" actId="1076"/>
          <ac:cxnSpMkLst>
            <pc:docMk/>
            <pc:sldMk cId="3284553537" sldId="272"/>
            <ac:cxnSpMk id="32" creationId="{9BE58CFE-4A58-1A60-18E5-E7F5D3F4C4F0}"/>
          </ac:cxnSpMkLst>
        </pc:cxnChg>
      </pc:sldChg>
      <pc:sldChg chg="addSp delSp modSp add mod delAnim">
        <pc:chgData name="Georges MATHIO" userId="1057b68d-d9cf-4cd5-bc4c-3fe68ec33e97" providerId="ADAL" clId="{82C5487D-F4FA-479C-805C-E057908A5989}" dt="2024-09-23T14:39:36.284" v="4670" actId="20577"/>
        <pc:sldMkLst>
          <pc:docMk/>
          <pc:sldMk cId="3300471138" sldId="273"/>
        </pc:sldMkLst>
        <pc:spChg chg="mod">
          <ac:chgData name="Georges MATHIO" userId="1057b68d-d9cf-4cd5-bc4c-3fe68ec33e97" providerId="ADAL" clId="{82C5487D-F4FA-479C-805C-E057908A5989}" dt="2024-09-23T14:14:59.310" v="4011" actId="20577"/>
          <ac:spMkLst>
            <pc:docMk/>
            <pc:sldMk cId="3300471138" sldId="27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23T14:39:36.284" v="4670" actId="20577"/>
          <ac:spMkLst>
            <pc:docMk/>
            <pc:sldMk cId="3300471138" sldId="27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23T14:18:50.748" v="4079" actId="20577"/>
          <ac:spMkLst>
            <pc:docMk/>
            <pc:sldMk cId="3300471138" sldId="273"/>
            <ac:spMk id="4" creationId="{6E13AE0A-54BA-E302-9610-D35C7B750FA2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5" creationId="{A51CD53D-ED1A-59F5-088F-C27E750B9DF4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8" creationId="{8552457F-CA42-CAD5-1D50-0F5F46546509}"/>
          </ac:spMkLst>
        </pc:spChg>
        <pc:spChg chg="del">
          <ac:chgData name="Georges MATHIO" userId="1057b68d-d9cf-4cd5-bc4c-3fe68ec33e97" providerId="ADAL" clId="{82C5487D-F4FA-479C-805C-E057908A5989}" dt="2024-09-23T14:14:46.034" v="3994" actId="478"/>
          <ac:spMkLst>
            <pc:docMk/>
            <pc:sldMk cId="3300471138" sldId="273"/>
            <ac:spMk id="9" creationId="{97903BD0-BF05-17E6-D0C7-8221CDD418EE}"/>
          </ac:spMkLst>
        </pc:spChg>
        <pc:spChg chg="del">
          <ac:chgData name="Georges MATHIO" userId="1057b68d-d9cf-4cd5-bc4c-3fe68ec33e97" providerId="ADAL" clId="{82C5487D-F4FA-479C-805C-E057908A5989}" dt="2024-09-23T14:14:43.808" v="3993" actId="478"/>
          <ac:spMkLst>
            <pc:docMk/>
            <pc:sldMk cId="3300471138" sldId="273"/>
            <ac:spMk id="10" creationId="{D8EF6B02-2186-3F04-D957-BA8BEAA6E313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11" creationId="{C361A9C3-1F52-48C6-593F-CB60D9F92BFB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12" creationId="{09355B55-B4F6-D4B9-0F73-7E2BA3C41B63}"/>
          </ac:spMkLst>
        </pc:spChg>
        <pc:spChg chg="add del">
          <ac:chgData name="Georges MATHIO" userId="1057b68d-d9cf-4cd5-bc4c-3fe68ec33e97" providerId="ADAL" clId="{82C5487D-F4FA-479C-805C-E057908A5989}" dt="2024-09-23T14:25:23.452" v="4331" actId="22"/>
          <ac:spMkLst>
            <pc:docMk/>
            <pc:sldMk cId="3300471138" sldId="273"/>
            <ac:spMk id="16" creationId="{B8B06D99-BE6F-5A48-015B-94FB9717F111}"/>
          </ac:spMkLst>
        </pc:spChg>
        <pc:picChg chg="del">
          <ac:chgData name="Georges MATHIO" userId="1057b68d-d9cf-4cd5-bc4c-3fe68ec33e97" providerId="ADAL" clId="{82C5487D-F4FA-479C-805C-E057908A5989}" dt="2024-09-23T14:14:38.108" v="3991" actId="478"/>
          <ac:picMkLst>
            <pc:docMk/>
            <pc:sldMk cId="3300471138" sldId="273"/>
            <ac:picMk id="6" creationId="{9509DC00-0B6A-7E04-A96C-BBC9B12F765A}"/>
          </ac:picMkLst>
        </pc:picChg>
        <pc:picChg chg="del">
          <ac:chgData name="Georges MATHIO" userId="1057b68d-d9cf-4cd5-bc4c-3fe68ec33e97" providerId="ADAL" clId="{82C5487D-F4FA-479C-805C-E057908A5989}" dt="2024-09-23T14:14:41.671" v="3992" actId="478"/>
          <ac:picMkLst>
            <pc:docMk/>
            <pc:sldMk cId="3300471138" sldId="273"/>
            <ac:picMk id="7" creationId="{FCB679A2-5E4F-7966-43BD-CF1E51893504}"/>
          </ac:picMkLst>
        </pc:picChg>
        <pc:picChg chg="add mod">
          <ac:chgData name="Georges MATHIO" userId="1057b68d-d9cf-4cd5-bc4c-3fe68ec33e97" providerId="ADAL" clId="{82C5487D-F4FA-479C-805C-E057908A5989}" dt="2024-09-23T14:19:34.786" v="4089" actId="1440"/>
          <ac:picMkLst>
            <pc:docMk/>
            <pc:sldMk cId="3300471138" sldId="273"/>
            <ac:picMk id="14" creationId="{A0470E6D-8EAD-B63F-49E9-512A2FBBDC0E}"/>
          </ac:picMkLst>
        </pc:picChg>
      </pc:sldChg>
      <pc:sldChg chg="addSp delSp modSp new mod setBg setClrOvrMap">
        <pc:chgData name="Georges MATHIO" userId="1057b68d-d9cf-4cd5-bc4c-3fe68ec33e97" providerId="ADAL" clId="{82C5487D-F4FA-479C-805C-E057908A5989}" dt="2024-09-23T14:17:41.141" v="4063" actId="403"/>
        <pc:sldMkLst>
          <pc:docMk/>
          <pc:sldMk cId="4205069961" sldId="274"/>
        </pc:sldMkLst>
        <pc:spChg chg="mod">
          <ac:chgData name="Georges MATHIO" userId="1057b68d-d9cf-4cd5-bc4c-3fe68ec33e97" providerId="ADAL" clId="{82C5487D-F4FA-479C-805C-E057908A5989}" dt="2024-09-23T14:17:41.141" v="4063" actId="403"/>
          <ac:spMkLst>
            <pc:docMk/>
            <pc:sldMk cId="4205069961" sldId="274"/>
            <ac:spMk id="2" creationId="{18B86DF7-7DA9-32A0-F92E-11F46962454E}"/>
          </ac:spMkLst>
        </pc:spChg>
        <pc:spChg chg="add del">
          <ac:chgData name="Georges MATHIO" userId="1057b68d-d9cf-4cd5-bc4c-3fe68ec33e97" providerId="ADAL" clId="{82C5487D-F4FA-479C-805C-E057908A5989}" dt="2024-09-23T14:16:02.478" v="4016" actId="26606"/>
          <ac:spMkLst>
            <pc:docMk/>
            <pc:sldMk cId="4205069961" sldId="274"/>
            <ac:spMk id="9" creationId="{9939D5DF-647B-465D-9883-4CF390177B22}"/>
          </ac:spMkLst>
        </pc:spChg>
        <pc:spChg chg="add del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6" creationId="{1BE7BD64-C268-4BE6-8D67-F5DD171F0154}"/>
          </ac:spMkLst>
        </pc:spChg>
        <pc:spChg chg="add del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7" creationId="{57E6F9A8-1B4B-4FEF-942A-15CA97ECE0BA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25" creationId="{09C946AC-2072-4946-A2B8-39F09D0944EE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29" creationId="{559FD8B5-8CC4-4CFE-BD2A-1216B1F2C3DB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31" creationId="{9ECF13F4-3D2A-4F2E-9BBD-3038670D21ED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4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6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7" creationId="{24005816-5BCA-4665-8A58-5580F8E9C84A}"/>
          </ac:spMkLst>
        </pc:spChg>
        <pc:grpChg chg="add del">
          <ac:chgData name="Georges MATHIO" userId="1057b68d-d9cf-4cd5-bc4c-3fe68ec33e97" providerId="ADAL" clId="{82C5487D-F4FA-479C-805C-E057908A5989}" dt="2024-09-23T14:16:27.640" v="4022" actId="26606"/>
          <ac:grpSpMkLst>
            <pc:docMk/>
            <pc:sldMk cId="4205069961" sldId="274"/>
            <ac:grpSpMk id="33" creationId="{19660E16-DCC0-4B6C-8E84-4C292580059F}"/>
          </ac:grpSpMkLst>
        </pc:grpChg>
        <pc:grpChg chg="add">
          <ac:chgData name="Georges MATHIO" userId="1057b68d-d9cf-4cd5-bc4c-3fe68ec33e97" providerId="ADAL" clId="{82C5487D-F4FA-479C-805C-E057908A5989}" dt="2024-09-23T14:16:27.704" v="4023" actId="26606"/>
          <ac:grpSpMkLst>
            <pc:docMk/>
            <pc:sldMk cId="4205069961" sldId="274"/>
            <ac:grpSpMk id="118" creationId="{BF07F359-8CA3-4854-91E7-EE6004020511}"/>
          </ac:grpSpMkLst>
        </pc:grpChg>
        <pc:picChg chg="add mo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3" creationId="{D55D7212-76CD-AAF0-0AB7-84B39527D9A6}"/>
          </ac:picMkLst>
        </pc:picChg>
        <pc:picChg chg="add del">
          <ac:chgData name="Georges MATHIO" userId="1057b68d-d9cf-4cd5-bc4c-3fe68ec33e97" providerId="ADAL" clId="{82C5487D-F4FA-479C-805C-E057908A5989}" dt="2024-09-23T14:16:02.478" v="4016" actId="26606"/>
          <ac:picMkLst>
            <pc:docMk/>
            <pc:sldMk cId="4205069961" sldId="274"/>
            <ac:picMk id="7" creationId="{18BD78ED-75E1-4879-B369-BC61F7C45E22}"/>
          </ac:picMkLst>
        </pc:picChg>
        <pc:picChg chg="add del">
          <ac:chgData name="Georges MATHIO" userId="1057b68d-d9cf-4cd5-bc4c-3fe68ec33e97" providerId="ADAL" clId="{82C5487D-F4FA-479C-805C-E057908A5989}" dt="2024-09-23T14:16:02.478" v="4016" actId="26606"/>
          <ac:picMkLst>
            <pc:docMk/>
            <pc:sldMk cId="4205069961" sldId="274"/>
            <ac:picMk id="11" creationId="{795511D0-C969-4FB4-9670-3DF7F1B2A7BC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3" creationId="{94164FB2-EFB1-4531-A8F4-DD77A03E2CCB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4" creationId="{18BD78ED-75E1-4879-B369-BC61F7C45E22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5" creationId="{0E6BC652-4BE1-478A-BFA7-47149E82F2F1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8" creationId="{7D6C6E9A-567D-4054-B920-2E1BAF6D2426}"/>
          </ac:picMkLst>
        </pc:picChg>
        <pc:picChg chg="add del">
          <ac:chgData name="Georges MATHIO" userId="1057b68d-d9cf-4cd5-bc4c-3fe68ec33e97" providerId="ADAL" clId="{82C5487D-F4FA-479C-805C-E057908A5989}" dt="2024-09-23T14:16:25.452" v="4020" actId="26606"/>
          <ac:picMkLst>
            <pc:docMk/>
            <pc:sldMk cId="4205069961" sldId="274"/>
            <ac:picMk id="23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4:16:27.640" v="4022" actId="26606"/>
          <ac:picMkLst>
            <pc:docMk/>
            <pc:sldMk cId="4205069961" sldId="274"/>
            <ac:picMk id="26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4:16:27.640" v="4022" actId="26606"/>
          <ac:picMkLst>
            <pc:docMk/>
            <pc:sldMk cId="4205069961" sldId="274"/>
            <ac:picMk id="27" creationId="{A748C8C8-F348-4D00-852A-26DD9EBCC24C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3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5" creationId="{811383CE-CE86-4E1C-B289-798EB9E6E0E5}"/>
          </ac:picMkLst>
        </pc:picChg>
      </pc:sldChg>
      <pc:sldChg chg="modSp add mod">
        <pc:chgData name="Georges MATHIO" userId="1057b68d-d9cf-4cd5-bc4c-3fe68ec33e97" providerId="ADAL" clId="{82C5487D-F4FA-479C-805C-E057908A5989}" dt="2024-09-23T14:40:29.914" v="4737" actId="20577"/>
        <pc:sldMkLst>
          <pc:docMk/>
          <pc:sldMk cId="1236964428" sldId="275"/>
        </pc:sldMkLst>
        <pc:spChg chg="mod">
          <ac:chgData name="Georges MATHIO" userId="1057b68d-d9cf-4cd5-bc4c-3fe68ec33e97" providerId="ADAL" clId="{82C5487D-F4FA-479C-805C-E057908A5989}" dt="2024-09-23T14:40:29.914" v="4737" actId="20577"/>
          <ac:spMkLst>
            <pc:docMk/>
            <pc:sldMk cId="1236964428" sldId="275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4:40:01.748" v="4696" actId="20577"/>
          <ac:spMkLst>
            <pc:docMk/>
            <pc:sldMk cId="1236964428" sldId="275"/>
            <ac:spMk id="3" creationId="{E7B1851B-891E-7219-903C-44C4234BD6E6}"/>
          </ac:spMkLst>
        </pc:spChg>
        <pc:spChg chg="mod">
          <ac:chgData name="Georges MATHIO" userId="1057b68d-d9cf-4cd5-bc4c-3fe68ec33e97" providerId="ADAL" clId="{82C5487D-F4FA-479C-805C-E057908A5989}" dt="2024-09-23T14:40:14.117" v="4718" actId="20577"/>
          <ac:spMkLst>
            <pc:docMk/>
            <pc:sldMk cId="1236964428" sldId="275"/>
            <ac:spMk id="5" creationId="{FE12536D-6ED0-DC03-08CC-8D761524D1FF}"/>
          </ac:spMkLst>
        </pc:spChg>
      </pc:sldChg>
      <pc:sldChg chg="add ord">
        <pc:chgData name="Georges MATHIO" userId="1057b68d-d9cf-4cd5-bc4c-3fe68ec33e97" providerId="ADAL" clId="{82C5487D-F4FA-479C-805C-E057908A5989}" dt="2024-09-23T14:46:57.866" v="5105"/>
        <pc:sldMkLst>
          <pc:docMk/>
          <pc:sldMk cId="1244614476" sldId="276"/>
        </pc:sldMkLst>
      </pc:sldChg>
      <pc:sldChg chg="modSp add mod">
        <pc:chgData name="Georges MATHIO" userId="1057b68d-d9cf-4cd5-bc4c-3fe68ec33e97" providerId="ADAL" clId="{82C5487D-F4FA-479C-805C-E057908A5989}" dt="2024-09-23T15:03:11.112" v="5352" actId="20577"/>
        <pc:sldMkLst>
          <pc:docMk/>
          <pc:sldMk cId="2793604676" sldId="277"/>
        </pc:sldMkLst>
        <pc:spChg chg="mod">
          <ac:chgData name="Georges MATHIO" userId="1057b68d-d9cf-4cd5-bc4c-3fe68ec33e97" providerId="ADAL" clId="{82C5487D-F4FA-479C-805C-E057908A5989}" dt="2024-09-23T15:02:30.709" v="5291" actId="20577"/>
          <ac:spMkLst>
            <pc:docMk/>
            <pc:sldMk cId="2793604676" sldId="277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5:03:11.112" v="5352" actId="20577"/>
          <ac:spMkLst>
            <pc:docMk/>
            <pc:sldMk cId="2793604676" sldId="277"/>
            <ac:spMk id="7" creationId="{F730F81E-FE15-036B-799E-4164065F9994}"/>
          </ac:spMkLst>
        </pc:spChg>
      </pc:sldChg>
      <pc:sldChg chg="new ord">
        <pc:chgData name="Georges MATHIO" userId="1057b68d-d9cf-4cd5-bc4c-3fe68ec33e97" providerId="ADAL" clId="{82C5487D-F4FA-479C-805C-E057908A5989}" dt="2024-09-23T15:04:49.550" v="5369"/>
        <pc:sldMkLst>
          <pc:docMk/>
          <pc:sldMk cId="2511482636" sldId="278"/>
        </pc:sldMkLst>
      </pc:sldChg>
      <pc:sldChg chg="addSp delSp modSp add del mod ord setBg setClrOvrMap delDesignElem">
        <pc:chgData name="Georges MATHIO" userId="1057b68d-d9cf-4cd5-bc4c-3fe68ec33e97" providerId="ADAL" clId="{82C5487D-F4FA-479C-805C-E057908A5989}" dt="2024-09-23T15:06:58.848" v="5408" actId="47"/>
        <pc:sldMkLst>
          <pc:docMk/>
          <pc:sldMk cId="3189954247" sldId="279"/>
        </pc:sldMkLst>
        <pc:spChg chg="mod">
          <ac:chgData name="Georges MATHIO" userId="1057b68d-d9cf-4cd5-bc4c-3fe68ec33e97" providerId="ADAL" clId="{82C5487D-F4FA-479C-805C-E057908A5989}" dt="2024-09-23T15:05:43.943" v="5388" actId="962"/>
          <ac:spMkLst>
            <pc:docMk/>
            <pc:sldMk cId="3189954247" sldId="279"/>
            <ac:spMk id="2" creationId="{18B86DF7-7DA9-32A0-F92E-11F46962454E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1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5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7" creationId="{24005816-5BCA-4665-8A58-5580F8E9C84A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4" creationId="{1F94DC1C-47D1-41D7-8B1B-9A036D614027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6" creationId="{AC12A592-C02D-46EF-8E1F-9335DB8D71DF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7" creationId="{24005816-5BCA-4665-8A58-5580F8E9C84A}"/>
          </ac:spMkLst>
        </pc:spChg>
        <pc:grpChg chg="add">
          <ac:chgData name="Georges MATHIO" userId="1057b68d-d9cf-4cd5-bc4c-3fe68ec33e97" providerId="ADAL" clId="{82C5487D-F4FA-479C-805C-E057908A5989}" dt="2024-09-23T15:05:35.289" v="5384" actId="26606"/>
          <ac:grpSpMkLst>
            <pc:docMk/>
            <pc:sldMk cId="3189954247" sldId="279"/>
            <ac:grpSpMk id="19" creationId="{BF07F359-8CA3-4854-91E7-EE6004020511}"/>
          </ac:grpSpMkLst>
        </pc:grpChg>
        <pc:grpChg chg="del">
          <ac:chgData name="Georges MATHIO" userId="1057b68d-d9cf-4cd5-bc4c-3fe68ec33e97" providerId="ADAL" clId="{82C5487D-F4FA-479C-805C-E057908A5989}" dt="2024-09-23T15:04:44.543" v="5365"/>
          <ac:grpSpMkLst>
            <pc:docMk/>
            <pc:sldMk cId="3189954247" sldId="279"/>
            <ac:grpSpMk id="118" creationId="{BF07F359-8CA3-4854-91E7-EE6004020511}"/>
          </ac:grpSpMkLst>
        </pc:grpChg>
        <pc:picChg chg="del">
          <ac:chgData name="Georges MATHIO" userId="1057b68d-d9cf-4cd5-bc4c-3fe68ec33e97" providerId="ADAL" clId="{82C5487D-F4FA-479C-805C-E057908A5989}" dt="2024-09-23T15:05:00.862" v="5381" actId="478"/>
          <ac:picMkLst>
            <pc:docMk/>
            <pc:sldMk cId="3189954247" sldId="279"/>
            <ac:picMk id="3" creationId="{D55D7212-76CD-AAF0-0AB7-84B39527D9A6}"/>
          </ac:picMkLst>
        </pc:picChg>
        <pc:picChg chg="add mod">
          <ac:chgData name="Georges MATHIO" userId="1057b68d-d9cf-4cd5-bc4c-3fe68ec33e97" providerId="ADAL" clId="{82C5487D-F4FA-479C-805C-E057908A5989}" dt="2024-09-23T15:05:45.999" v="5389" actId="1076"/>
          <ac:picMkLst>
            <pc:docMk/>
            <pc:sldMk cId="3189954247" sldId="279"/>
            <ac:picMk id="4" creationId="{F47E0E0C-B8B0-82F6-DC93-2846404F2A97}"/>
          </ac:picMkLst>
        </pc:picChg>
        <pc:picChg chg="add">
          <ac:chgData name="Georges MATHIO" userId="1057b68d-d9cf-4cd5-bc4c-3fe68ec33e97" providerId="ADAL" clId="{82C5487D-F4FA-479C-805C-E057908A5989}" dt="2024-09-23T15:05:35.289" v="5384" actId="26606"/>
          <ac:picMkLst>
            <pc:docMk/>
            <pc:sldMk cId="3189954247" sldId="279"/>
            <ac:picMk id="9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5:05:35.289" v="5384" actId="26606"/>
          <ac:picMkLst>
            <pc:docMk/>
            <pc:sldMk cId="3189954247" sldId="279"/>
            <ac:picMk id="13" creationId="{811383CE-CE86-4E1C-B289-798EB9E6E0E5}"/>
          </ac:picMkLst>
        </pc:picChg>
        <pc:picChg chg="del">
          <ac:chgData name="Georges MATHIO" userId="1057b68d-d9cf-4cd5-bc4c-3fe68ec33e97" providerId="ADAL" clId="{82C5487D-F4FA-479C-805C-E057908A5989}" dt="2024-09-23T15:04:44.543" v="5365"/>
          <ac:picMkLst>
            <pc:docMk/>
            <pc:sldMk cId="3189954247" sldId="279"/>
            <ac:picMk id="113" creationId="{6AF6706C-CF07-43A1-BCC4-CBA5D33820DA}"/>
          </ac:picMkLst>
        </pc:picChg>
        <pc:picChg chg="del">
          <ac:chgData name="Georges MATHIO" userId="1057b68d-d9cf-4cd5-bc4c-3fe68ec33e97" providerId="ADAL" clId="{82C5487D-F4FA-479C-805C-E057908A5989}" dt="2024-09-23T15:04:44.543" v="5365"/>
          <ac:picMkLst>
            <pc:docMk/>
            <pc:sldMk cId="3189954247" sldId="279"/>
            <ac:picMk id="115" creationId="{811383CE-CE86-4E1C-B289-798EB9E6E0E5}"/>
          </ac:picMkLst>
        </pc:picChg>
      </pc:sldChg>
      <pc:sldChg chg="addSp delSp modSp add mod ord">
        <pc:chgData name="Georges MATHIO" userId="1057b68d-d9cf-4cd5-bc4c-3fe68ec33e97" providerId="ADAL" clId="{82C5487D-F4FA-479C-805C-E057908A5989}" dt="2024-09-23T15:06:54.714" v="5407" actId="1440"/>
        <pc:sldMkLst>
          <pc:docMk/>
          <pc:sldMk cId="1744596131" sldId="280"/>
        </pc:sldMkLst>
        <pc:spChg chg="mod">
          <ac:chgData name="Georges MATHIO" userId="1057b68d-d9cf-4cd5-bc4c-3fe68ec33e97" providerId="ADAL" clId="{82C5487D-F4FA-479C-805C-E057908A5989}" dt="2024-09-23T15:06:25.669" v="5404" actId="113"/>
          <ac:spMkLst>
            <pc:docMk/>
            <pc:sldMk cId="1744596131" sldId="280"/>
            <ac:spMk id="2" creationId="{18B86DF7-7DA9-32A0-F92E-11F46962454E}"/>
          </ac:spMkLst>
        </pc:spChg>
        <pc:picChg chg="del">
          <ac:chgData name="Georges MATHIO" userId="1057b68d-d9cf-4cd5-bc4c-3fe68ec33e97" providerId="ADAL" clId="{82C5487D-F4FA-479C-805C-E057908A5989}" dt="2024-09-23T15:06:31.040" v="5405" actId="478"/>
          <ac:picMkLst>
            <pc:docMk/>
            <pc:sldMk cId="1744596131" sldId="280"/>
            <ac:picMk id="3" creationId="{D55D7212-76CD-AAF0-0AB7-84B39527D9A6}"/>
          </ac:picMkLst>
        </pc:picChg>
        <pc:picChg chg="add mod">
          <ac:chgData name="Georges MATHIO" userId="1057b68d-d9cf-4cd5-bc4c-3fe68ec33e97" providerId="ADAL" clId="{82C5487D-F4FA-479C-805C-E057908A5989}" dt="2024-09-23T15:06:54.714" v="5407" actId="1440"/>
          <ac:picMkLst>
            <pc:docMk/>
            <pc:sldMk cId="1744596131" sldId="280"/>
            <ac:picMk id="4" creationId="{7A3482A5-D921-DF9C-6485-2355D9A50BC9}"/>
          </ac:picMkLst>
        </pc:picChg>
      </pc:sldChg>
      <pc:sldChg chg="addSp delSp add del setBg delDesignElem">
        <pc:chgData name="Georges MATHIO" userId="1057b68d-d9cf-4cd5-bc4c-3fe68ec33e97" providerId="ADAL" clId="{82C5487D-F4FA-479C-805C-E057908A5989}" dt="2024-09-23T15:06:04.794" v="5392"/>
        <pc:sldMkLst>
          <pc:docMk/>
          <pc:sldMk cId="2407784976" sldId="280"/>
        </pc:sldMkLst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4" creationId="{1F94DC1C-47D1-41D7-8B1B-9A036D614027}"/>
          </ac:spMkLst>
        </pc:spChg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6" creationId="{AC12A592-C02D-46EF-8E1F-9335DB8D71DF}"/>
          </ac:spMkLst>
        </pc:spChg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7" creationId="{24005816-5BCA-4665-8A58-5580F8E9C84A}"/>
          </ac:spMkLst>
        </pc:spChg>
        <pc:grpChg chg="add del">
          <ac:chgData name="Georges MATHIO" userId="1057b68d-d9cf-4cd5-bc4c-3fe68ec33e97" providerId="ADAL" clId="{82C5487D-F4FA-479C-805C-E057908A5989}" dt="2024-09-23T15:06:04.794" v="5392"/>
          <ac:grpSpMkLst>
            <pc:docMk/>
            <pc:sldMk cId="2407784976" sldId="280"/>
            <ac:grpSpMk id="118" creationId="{BF07F359-8CA3-4854-91E7-EE6004020511}"/>
          </ac:grpSpMkLst>
        </pc:grpChg>
        <pc:picChg chg="add del">
          <ac:chgData name="Georges MATHIO" userId="1057b68d-d9cf-4cd5-bc4c-3fe68ec33e97" providerId="ADAL" clId="{82C5487D-F4FA-479C-805C-E057908A5989}" dt="2024-09-23T15:06:04.794" v="5392"/>
          <ac:picMkLst>
            <pc:docMk/>
            <pc:sldMk cId="2407784976" sldId="280"/>
            <ac:picMk id="113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5:06:04.794" v="5392"/>
          <ac:picMkLst>
            <pc:docMk/>
            <pc:sldMk cId="2407784976" sldId="280"/>
            <ac:picMk id="115" creationId="{811383CE-CE86-4E1C-B289-798EB9E6E0E5}"/>
          </ac:picMkLst>
        </pc:picChg>
      </pc:sldChg>
      <pc:sldMasterChg chg="modSp mod">
        <pc:chgData name="Georges MATHIO" userId="1057b68d-d9cf-4cd5-bc4c-3fe68ec33e97" providerId="ADAL" clId="{82C5487D-F4FA-479C-805C-E057908A5989}" dt="2024-09-10T14:00:03.743" v="575" actId="242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82C5487D-F4FA-479C-805C-E057908A5989}" dt="2024-09-10T14:00:03.743" v="575" actId="242"/>
          <ac:spMkLst>
            <pc:docMk/>
            <pc:sldMasterMk cId="0" sldId="2147483648"/>
            <ac:spMk id="3" creationId="{00000000-0000-0000-0000-000000000000}"/>
          </ac:spMkLst>
        </pc:spChg>
      </pc:sldMasterChg>
    </pc:docChg>
  </pc:docChgLst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  <pc:spChg chg="del">
          <ac:chgData name="Georges MATHIO" userId="S::georges.mathio@estia.fr::1057b68d-d9cf-4cd5-bc4c-3fe68ec33e97" providerId="AD" clId="Web-{924963A7-0414-CE62-8997-2742A1CA60F5}" dt="2023-11-13T15:35:25.400" v="1"/>
          <ac:spMkLst>
            <pc:docMk/>
            <pc:sldMk cId="3870140485" sldId="265"/>
            <ac:spMk id="14" creationId="{7E30C4D4-D051-74FE-764D-C642BFBB0D1E}"/>
          </ac:spMkLst>
        </pc:spChg>
        <pc:picChg chg="add mod">
          <ac:chgData name="Georges MATHIO" userId="S::georges.mathio@estia.fr::1057b68d-d9cf-4cd5-bc4c-3fe68ec33e97" providerId="AD" clId="Web-{924963A7-0414-CE62-8997-2742A1CA60F5}" dt="2023-11-13T15:35:59.527" v="5" actId="1076"/>
          <ac:picMkLst>
            <pc:docMk/>
            <pc:sldMk cId="3870140485" sldId="265"/>
            <ac:picMk id="3" creationId="{06F4C4D2-9F1C-CD6B-4B73-EE49A7D3B1D3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24.489" v="24"/>
          <ac:picMkLst>
            <pc:docMk/>
            <pc:sldMk cId="3870140485" sldId="265"/>
            <ac:picMk id="4" creationId="{E1B1EE92-FEF5-B59F-FF7C-59AE3E5F636D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21.668" v="39"/>
          <ac:picMkLst>
            <pc:docMk/>
            <pc:sldMk cId="3870140485" sldId="265"/>
            <ac:picMk id="5" creationId="{6E7B4CB7-1ACC-3B8D-A2AC-67121D2D1D54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9.933" v="37" actId="14100"/>
          <ac:picMkLst>
            <pc:docMk/>
            <pc:sldMk cId="3870140485" sldId="265"/>
            <ac:picMk id="6" creationId="{AFD1BC7B-0643-7730-87DF-0B267565DBD2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38:32.001" v="23" actId="1076"/>
          <ac:picMkLst>
            <pc:docMk/>
            <pc:sldMk cId="3870140485" sldId="265"/>
            <ac:picMk id="7" creationId="{ECAA39C2-0BEB-1809-1D54-D866FF0A02B9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5.214" v="34" actId="1076"/>
          <ac:picMkLst>
            <pc:docMk/>
            <pc:sldMk cId="3870140485" sldId="265"/>
            <ac:picMk id="8" creationId="{9C7D0E36-32F1-F957-95DA-9343A920E6F0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36.474" v="28"/>
          <ac:picMkLst>
            <pc:docMk/>
            <pc:sldMk cId="3870140485" sldId="265"/>
            <ac:picMk id="9" creationId="{43534DCF-1D89-290E-124C-78DABBA75050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6.698" v="35" actId="1076"/>
          <ac:picMkLst>
            <pc:docMk/>
            <pc:sldMk cId="3870140485" sldId="265"/>
            <ac:picMk id="10" creationId="{1D0F61AE-DBDD-6F2E-B2C2-F6D92DB5AFF5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3.292" v="33" actId="1076"/>
          <ac:picMkLst>
            <pc:docMk/>
            <pc:sldMk cId="3870140485" sldId="265"/>
            <ac:picMk id="11" creationId="{3E316FDB-D3A3-36F9-21BC-7A3D45C8C097}"/>
          </ac:picMkLst>
        </pc:picChg>
      </pc:sldChg>
    </pc:docChg>
  </pc:docChgLst>
  <pc:docChgLst>
    <pc:chgData name="Georges MATHIO" userId="1057b68d-d9cf-4cd5-bc4c-3fe68ec33e97" providerId="ADAL" clId="{E08C91E6-26C3-43AE-9CAC-1E2C1215B805}"/>
    <pc:docChg chg="undo custSel addSld delSld modSld sldOrd modMainMaster">
      <pc:chgData name="Georges MATHIO" userId="1057b68d-d9cf-4cd5-bc4c-3fe68ec33e97" providerId="ADAL" clId="{E08C91E6-26C3-43AE-9CAC-1E2C1215B805}" dt="2024-12-04T14:26:57.691" v="3653" actId="1038"/>
      <pc:docMkLst>
        <pc:docMk/>
      </pc:docMkLst>
      <pc:sldChg chg="addSp delSp modSp mod">
        <pc:chgData name="Georges MATHIO" userId="1057b68d-d9cf-4cd5-bc4c-3fe68ec33e97" providerId="ADAL" clId="{E08C91E6-26C3-43AE-9CAC-1E2C1215B805}" dt="2024-12-04T14:26:57.691" v="3653" actId="1038"/>
        <pc:sldMkLst>
          <pc:docMk/>
          <pc:sldMk cId="2526593619" sldId="256"/>
        </pc:sldMkLst>
        <pc:spChg chg="mod">
          <ac:chgData name="Georges MATHIO" userId="1057b68d-d9cf-4cd5-bc4c-3fe68ec33e97" providerId="ADAL" clId="{E08C91E6-26C3-43AE-9CAC-1E2C1215B805}" dt="2024-12-04T14:24:53.358" v="3543" actId="1038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E08C91E6-26C3-43AE-9CAC-1E2C1215B805}" dt="2024-11-05T11:10:46.475" v="1295" actId="121"/>
          <ac:spMkLst>
            <pc:docMk/>
            <pc:sldMk cId="2526593619" sldId="256"/>
            <ac:spMk id="3" creationId="{00000000-0000-0000-0000-000000000000}"/>
          </ac:spMkLst>
        </pc:spChg>
        <pc:spChg chg="add mod">
          <ac:chgData name="Georges MATHIO" userId="1057b68d-d9cf-4cd5-bc4c-3fe68ec33e97" providerId="ADAL" clId="{E08C91E6-26C3-43AE-9CAC-1E2C1215B805}" dt="2024-12-04T14:26:44.730" v="3603" actId="1036"/>
          <ac:spMkLst>
            <pc:docMk/>
            <pc:sldMk cId="2526593619" sldId="256"/>
            <ac:spMk id="4" creationId="{4C1C90CF-004D-6038-256A-A81E08670FC7}"/>
          </ac:spMkLst>
        </pc:spChg>
        <pc:spChg chg="add">
          <ac:chgData name="Georges MATHIO" userId="1057b68d-d9cf-4cd5-bc4c-3fe68ec33e97" providerId="ADAL" clId="{E08C91E6-26C3-43AE-9CAC-1E2C1215B805}" dt="2024-11-05T11:09:37.509" v="1282"/>
          <ac:spMkLst>
            <pc:docMk/>
            <pc:sldMk cId="2526593619" sldId="256"/>
            <ac:spMk id="4" creationId="{5980261E-2C20-C2FB-61C3-B69034221AA1}"/>
          </ac:spMkLst>
        </pc:spChg>
        <pc:picChg chg="add del mod">
          <ac:chgData name="Georges MATHIO" userId="1057b68d-d9cf-4cd5-bc4c-3fe68ec33e97" providerId="ADAL" clId="{E08C91E6-26C3-43AE-9CAC-1E2C1215B805}" dt="2024-12-04T14:18:44.891" v="3383" actId="478"/>
          <ac:picMkLst>
            <pc:docMk/>
            <pc:sldMk cId="2526593619" sldId="256"/>
            <ac:picMk id="6" creationId="{08C3A4D1-8E2F-24DA-BD5E-B8B49073D637}"/>
          </ac:picMkLst>
        </pc:picChg>
        <pc:picChg chg="add mod">
          <ac:chgData name="Georges MATHIO" userId="1057b68d-d9cf-4cd5-bc4c-3fe68ec33e97" providerId="ADAL" clId="{E08C91E6-26C3-43AE-9CAC-1E2C1215B805}" dt="2024-12-04T14:26:57.691" v="3653" actId="1038"/>
          <ac:picMkLst>
            <pc:docMk/>
            <pc:sldMk cId="2526593619" sldId="256"/>
            <ac:picMk id="7" creationId="{D837DA72-1A78-40A8-ED2E-8E7D94ECE116}"/>
          </ac:picMkLst>
        </pc:picChg>
        <pc:picChg chg="add del mod">
          <ac:chgData name="Georges MATHIO" userId="1057b68d-d9cf-4cd5-bc4c-3fe68ec33e97" providerId="ADAL" clId="{E08C91E6-26C3-43AE-9CAC-1E2C1215B805}" dt="2024-12-04T14:21:53.059" v="3480" actId="478"/>
          <ac:picMkLst>
            <pc:docMk/>
            <pc:sldMk cId="2526593619" sldId="256"/>
            <ac:picMk id="1026" creationId="{BB75201C-944B-FF7A-0185-EE8D5DC6DB45}"/>
          </ac:picMkLst>
        </pc:picChg>
      </pc:sldChg>
      <pc:sldChg chg="addSp delSp modSp mod">
        <pc:chgData name="Georges MATHIO" userId="1057b68d-d9cf-4cd5-bc4c-3fe68ec33e97" providerId="ADAL" clId="{E08C91E6-26C3-43AE-9CAC-1E2C1215B805}" dt="2024-11-13T08:46:50.396" v="3336" actId="478"/>
        <pc:sldMkLst>
          <pc:docMk/>
          <pc:sldMk cId="1824297136" sldId="257"/>
        </pc:sldMkLst>
        <pc:spChg chg="mod">
          <ac:chgData name="Georges MATHIO" userId="1057b68d-d9cf-4cd5-bc4c-3fe68ec33e97" providerId="ADAL" clId="{E08C91E6-26C3-43AE-9CAC-1E2C1215B805}" dt="2024-11-05T14:08:34.739" v="2367" actId="20577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E08C91E6-26C3-43AE-9CAC-1E2C1215B805}" dt="2024-11-08T12:36:52.961" v="3326" actId="1076"/>
          <ac:spMkLst>
            <pc:docMk/>
            <pc:sldMk cId="1824297136" sldId="257"/>
            <ac:spMk id="4" creationId="{2CC57F4C-DF96-4C60-3FD1-F0904E26E7CC}"/>
          </ac:spMkLst>
        </pc:spChg>
        <pc:picChg chg="add mod ord">
          <ac:chgData name="Georges MATHIO" userId="1057b68d-d9cf-4cd5-bc4c-3fe68ec33e97" providerId="ADAL" clId="{E08C91E6-26C3-43AE-9CAC-1E2C1215B805}" dt="2024-11-13T08:46:48.568" v="3335" actId="167"/>
          <ac:picMkLst>
            <pc:docMk/>
            <pc:sldMk cId="1824297136" sldId="257"/>
            <ac:picMk id="5" creationId="{59E7EC82-ED69-6010-A00D-D5FC153FADC0}"/>
          </ac:picMkLst>
        </pc:picChg>
        <pc:picChg chg="add mod">
          <ac:chgData name="Georges MATHIO" userId="1057b68d-d9cf-4cd5-bc4c-3fe68ec33e97" providerId="ADAL" clId="{E08C91E6-26C3-43AE-9CAC-1E2C1215B805}" dt="2024-11-08T12:42:17.209" v="3329" actId="1076"/>
          <ac:picMkLst>
            <pc:docMk/>
            <pc:sldMk cId="1824297136" sldId="257"/>
            <ac:picMk id="6" creationId="{83DE18CC-AB18-AF51-2ACE-9AF3E9C50F75}"/>
          </ac:picMkLst>
        </pc:picChg>
        <pc:picChg chg="add del mod ord">
          <ac:chgData name="Georges MATHIO" userId="1057b68d-d9cf-4cd5-bc4c-3fe68ec33e97" providerId="ADAL" clId="{E08C91E6-26C3-43AE-9CAC-1E2C1215B805}" dt="2024-11-13T08:46:50.396" v="3336" actId="478"/>
          <ac:picMkLst>
            <pc:docMk/>
            <pc:sldMk cId="1824297136" sldId="257"/>
            <ac:picMk id="7" creationId="{75CC4B75-D656-AA3F-543F-D254B1259504}"/>
          </ac:picMkLst>
        </pc:picChg>
        <pc:picChg chg="del mod">
          <ac:chgData name="Georges MATHIO" userId="1057b68d-d9cf-4cd5-bc4c-3fe68ec33e97" providerId="ADAL" clId="{E08C91E6-26C3-43AE-9CAC-1E2C1215B805}" dt="2024-11-08T12:43:53.498" v="3330" actId="478"/>
          <ac:picMkLst>
            <pc:docMk/>
            <pc:sldMk cId="1824297136" sldId="257"/>
            <ac:picMk id="9" creationId="{59CADDEB-7579-FE28-281D-0238BE80DCD4}"/>
          </ac:picMkLst>
        </pc:picChg>
      </pc:sldChg>
      <pc:sldChg chg="addSp delSp modSp mod">
        <pc:chgData name="Georges MATHIO" userId="1057b68d-d9cf-4cd5-bc4c-3fe68ec33e97" providerId="ADAL" clId="{E08C91E6-26C3-43AE-9CAC-1E2C1215B805}" dt="2024-11-05T13:22:47.261" v="1839" actId="20577"/>
        <pc:sldMkLst>
          <pc:docMk/>
          <pc:sldMk cId="2846849086" sldId="258"/>
        </pc:sldMkLst>
        <pc:spChg chg="mod">
          <ac:chgData name="Georges MATHIO" userId="1057b68d-d9cf-4cd5-bc4c-3fe68ec33e97" providerId="ADAL" clId="{E08C91E6-26C3-43AE-9CAC-1E2C1215B805}" dt="2024-11-05T11:22:13.425" v="1382" actId="14100"/>
          <ac:spMkLst>
            <pc:docMk/>
            <pc:sldMk cId="2846849086" sldId="258"/>
            <ac:spMk id="2" creationId="{4D6C23AE-5964-8351-9B90-B1CE847750E6}"/>
          </ac:spMkLst>
        </pc:spChg>
        <pc:spChg chg="mod">
          <ac:chgData name="Georges MATHIO" userId="1057b68d-d9cf-4cd5-bc4c-3fe68ec33e97" providerId="ADAL" clId="{E08C91E6-26C3-43AE-9CAC-1E2C1215B805}" dt="2024-11-05T13:22:47.261" v="1839" actId="20577"/>
          <ac:spMkLst>
            <pc:docMk/>
            <pc:sldMk cId="2846849086" sldId="258"/>
            <ac:spMk id="3" creationId="{589CD09B-464B-F46A-E68B-6D148F6FC0FD}"/>
          </ac:spMkLst>
        </pc:spChg>
        <pc:spChg chg="add del mod">
          <ac:chgData name="Georges MATHIO" userId="1057b68d-d9cf-4cd5-bc4c-3fe68ec33e97" providerId="ADAL" clId="{E08C91E6-26C3-43AE-9CAC-1E2C1215B805}" dt="2024-11-05T13:21:53.165" v="1818" actId="478"/>
          <ac:spMkLst>
            <pc:docMk/>
            <pc:sldMk cId="2846849086" sldId="258"/>
            <ac:spMk id="4" creationId="{17FE3FF5-4FDD-0F9E-8927-3BBA1DCEB75F}"/>
          </ac:spMkLst>
        </pc:spChg>
        <pc:spChg chg="add mod">
          <ac:chgData name="Georges MATHIO" userId="1057b68d-d9cf-4cd5-bc4c-3fe68ec33e97" providerId="ADAL" clId="{E08C91E6-26C3-43AE-9CAC-1E2C1215B805}" dt="2024-11-05T12:48:32.768" v="1811" actId="1037"/>
          <ac:spMkLst>
            <pc:docMk/>
            <pc:sldMk cId="2846849086" sldId="258"/>
            <ac:spMk id="7" creationId="{6BD58132-339E-415A-6A5B-735ECED0D440}"/>
          </ac:spMkLst>
        </pc:spChg>
        <pc:spChg chg="add mod">
          <ac:chgData name="Georges MATHIO" userId="1057b68d-d9cf-4cd5-bc4c-3fe68ec33e97" providerId="ADAL" clId="{E08C91E6-26C3-43AE-9CAC-1E2C1215B805}" dt="2024-11-05T12:34:38.705" v="1664" actId="20577"/>
          <ac:spMkLst>
            <pc:docMk/>
            <pc:sldMk cId="2846849086" sldId="258"/>
            <ac:spMk id="8" creationId="{E92508BD-99FF-B00A-98E2-369108ECD365}"/>
          </ac:spMkLst>
        </pc:spChg>
        <pc:spChg chg="add mod">
          <ac:chgData name="Georges MATHIO" userId="1057b68d-d9cf-4cd5-bc4c-3fe68ec33e97" providerId="ADAL" clId="{E08C91E6-26C3-43AE-9CAC-1E2C1215B805}" dt="2024-11-05T12:35:13.364" v="1667"/>
          <ac:spMkLst>
            <pc:docMk/>
            <pc:sldMk cId="2846849086" sldId="258"/>
            <ac:spMk id="9" creationId="{B0965E62-FB66-FB30-35EC-211123E5BCE0}"/>
          </ac:spMkLst>
        </pc:spChg>
        <pc:picChg chg="add mod">
          <ac:chgData name="Georges MATHIO" userId="1057b68d-d9cf-4cd5-bc4c-3fe68ec33e97" providerId="ADAL" clId="{E08C91E6-26C3-43AE-9CAC-1E2C1215B805}" dt="2024-11-05T12:48:32.768" v="1811" actId="1037"/>
          <ac:picMkLst>
            <pc:docMk/>
            <pc:sldMk cId="2846849086" sldId="258"/>
            <ac:picMk id="6" creationId="{C045F03C-9AC1-ACA7-4E3A-1096F20E822B}"/>
          </ac:picMkLst>
        </pc:picChg>
        <pc:picChg chg="add del mod">
          <ac:chgData name="Georges MATHIO" userId="1057b68d-d9cf-4cd5-bc4c-3fe68ec33e97" providerId="ADAL" clId="{E08C91E6-26C3-43AE-9CAC-1E2C1215B805}" dt="2024-11-05T12:28:14.678" v="1521" actId="478"/>
          <ac:picMkLst>
            <pc:docMk/>
            <pc:sldMk cId="2846849086" sldId="258"/>
            <ac:picMk id="2050" creationId="{BB06A31F-C668-89FB-2295-CA2F9BE0D852}"/>
          </ac:picMkLst>
        </pc:picChg>
      </pc:sldChg>
      <pc:sldChg chg="addSp modSp mod ord">
        <pc:chgData name="Georges MATHIO" userId="1057b68d-d9cf-4cd5-bc4c-3fe68ec33e97" providerId="ADAL" clId="{E08C91E6-26C3-43AE-9CAC-1E2C1215B805}" dt="2024-12-04T14:25:30.429" v="3570" actId="20577"/>
        <pc:sldMkLst>
          <pc:docMk/>
          <pc:sldMk cId="283063719" sldId="259"/>
        </pc:sldMkLst>
        <pc:spChg chg="mod">
          <ac:chgData name="Georges MATHIO" userId="1057b68d-d9cf-4cd5-bc4c-3fe68ec33e97" providerId="ADAL" clId="{E08C91E6-26C3-43AE-9CAC-1E2C1215B805}" dt="2024-11-05T13:49:38.058" v="2020" actId="20577"/>
          <ac:spMkLst>
            <pc:docMk/>
            <pc:sldMk cId="283063719" sldId="259"/>
            <ac:spMk id="3" creationId="{19A65D58-BFCF-E801-1825-C2357BBE48AE}"/>
          </ac:spMkLst>
        </pc:spChg>
        <pc:spChg chg="add mod">
          <ac:chgData name="Georges MATHIO" userId="1057b68d-d9cf-4cd5-bc4c-3fe68ec33e97" providerId="ADAL" clId="{E08C91E6-26C3-43AE-9CAC-1E2C1215B805}" dt="2024-11-05T13:58:07.201" v="2344" actId="1076"/>
          <ac:spMkLst>
            <pc:docMk/>
            <pc:sldMk cId="283063719" sldId="259"/>
            <ac:spMk id="4" creationId="{8370A006-799A-A5C8-2C56-52025357E281}"/>
          </ac:spMkLst>
        </pc:spChg>
        <pc:spChg chg="add mod">
          <ac:chgData name="Georges MATHIO" userId="1057b68d-d9cf-4cd5-bc4c-3fe68ec33e97" providerId="ADAL" clId="{E08C91E6-26C3-43AE-9CAC-1E2C1215B805}" dt="2024-12-04T14:25:30.429" v="3570" actId="20577"/>
          <ac:spMkLst>
            <pc:docMk/>
            <pc:sldMk cId="283063719" sldId="259"/>
            <ac:spMk id="5" creationId="{83AD04E2-AE65-CB2B-F524-A32B8B2676F8}"/>
          </ac:spMkLst>
        </pc:spChg>
        <pc:picChg chg="add mod">
          <ac:chgData name="Georges MATHIO" userId="1057b68d-d9cf-4cd5-bc4c-3fe68ec33e97" providerId="ADAL" clId="{E08C91E6-26C3-43AE-9CAC-1E2C1215B805}" dt="2024-11-05T13:42:48.111" v="2014" actId="1076"/>
          <ac:picMkLst>
            <pc:docMk/>
            <pc:sldMk cId="283063719" sldId="259"/>
            <ac:picMk id="4098" creationId="{50029F5D-C57E-AE54-2264-9310DC75C940}"/>
          </ac:picMkLst>
        </pc:picChg>
      </pc:sldChg>
      <pc:sldChg chg="addSp delSp modSp mod ord">
        <pc:chgData name="Georges MATHIO" userId="1057b68d-d9cf-4cd5-bc4c-3fe68ec33e97" providerId="ADAL" clId="{E08C91E6-26C3-43AE-9CAC-1E2C1215B805}" dt="2024-11-08T10:00:41.021" v="3322" actId="1035"/>
        <pc:sldMkLst>
          <pc:docMk/>
          <pc:sldMk cId="2592200161" sldId="264"/>
        </pc:sldMkLst>
        <pc:spChg chg="del">
          <ac:chgData name="Georges MATHIO" userId="1057b68d-d9cf-4cd5-bc4c-3fe68ec33e97" providerId="ADAL" clId="{E08C91E6-26C3-43AE-9CAC-1E2C1215B805}" dt="2024-11-05T14:13:05.875" v="2382" actId="478"/>
          <ac:spMkLst>
            <pc:docMk/>
            <pc:sldMk cId="2592200161" sldId="264"/>
            <ac:spMk id="2" creationId="{8AE1D70E-C040-1542-B36E-7DDF82084F61}"/>
          </ac:spMkLst>
        </pc:spChg>
        <pc:spChg chg="add mod">
          <ac:chgData name="Georges MATHIO" userId="1057b68d-d9cf-4cd5-bc4c-3fe68ec33e97" providerId="ADAL" clId="{E08C91E6-26C3-43AE-9CAC-1E2C1215B805}" dt="2024-11-05T14:18:15.142" v="2675" actId="20577"/>
          <ac:spMkLst>
            <pc:docMk/>
            <pc:sldMk cId="2592200161" sldId="264"/>
            <ac:spMk id="3" creationId="{B81DCE2C-B10D-49FE-375B-6304BED8166A}"/>
          </ac:spMkLst>
        </pc:spChg>
        <pc:spChg chg="mod">
          <ac:chgData name="Georges MATHIO" userId="1057b68d-d9cf-4cd5-bc4c-3fe68ec33e97" providerId="ADAL" clId="{E08C91E6-26C3-43AE-9CAC-1E2C1215B805}" dt="2024-11-08T10:00:41.021" v="3322" actId="1035"/>
          <ac:spMkLst>
            <pc:docMk/>
            <pc:sldMk cId="2592200161" sldId="264"/>
            <ac:spMk id="6" creationId="{37E68E50-1F8D-C6EF-3F0A-17CAC14C946D}"/>
          </ac:spMkLst>
        </pc:spChg>
        <pc:spChg chg="add mod">
          <ac:chgData name="Georges MATHIO" userId="1057b68d-d9cf-4cd5-bc4c-3fe68ec33e97" providerId="ADAL" clId="{E08C91E6-26C3-43AE-9CAC-1E2C1215B805}" dt="2024-11-05T14:13:09.543" v="2383"/>
          <ac:spMkLst>
            <pc:docMk/>
            <pc:sldMk cId="2592200161" sldId="264"/>
            <ac:spMk id="7" creationId="{7058351C-34EA-547A-41F3-99CADB534B09}"/>
          </ac:spMkLst>
        </pc:spChg>
        <pc:picChg chg="add mod">
          <ac:chgData name="Georges MATHIO" userId="1057b68d-d9cf-4cd5-bc4c-3fe68ec33e97" providerId="ADAL" clId="{E08C91E6-26C3-43AE-9CAC-1E2C1215B805}" dt="2024-11-08T10:00:02.953" v="3311" actId="1035"/>
          <ac:picMkLst>
            <pc:docMk/>
            <pc:sldMk cId="2592200161" sldId="264"/>
            <ac:picMk id="2" creationId="{143CB4C4-1386-8EE9-FE19-CC2FD6CFFAB9}"/>
          </ac:picMkLst>
        </pc:picChg>
      </pc:sldChg>
      <pc:sldChg chg="del">
        <pc:chgData name="Georges MATHIO" userId="1057b68d-d9cf-4cd5-bc4c-3fe68ec33e97" providerId="ADAL" clId="{E08C91E6-26C3-43AE-9CAC-1E2C1215B805}" dt="2024-11-05T14:09:00.765" v="2370" actId="47"/>
        <pc:sldMkLst>
          <pc:docMk/>
          <pc:sldMk cId="2843119897" sldId="265"/>
        </pc:sldMkLst>
      </pc:sldChg>
      <pc:sldChg chg="addSp modSp add mod ord">
        <pc:chgData name="Georges MATHIO" userId="1057b68d-d9cf-4cd5-bc4c-3fe68ec33e97" providerId="ADAL" clId="{E08C91E6-26C3-43AE-9CAC-1E2C1215B805}" dt="2024-11-08T09:38:36.565" v="3176" actId="2711"/>
        <pc:sldMkLst>
          <pc:docMk/>
          <pc:sldMk cId="2099521748" sldId="266"/>
        </pc:sldMkLst>
        <pc:spChg chg="mod">
          <ac:chgData name="Georges MATHIO" userId="1057b68d-d9cf-4cd5-bc4c-3fe68ec33e97" providerId="ADAL" clId="{E08C91E6-26C3-43AE-9CAC-1E2C1215B805}" dt="2024-11-04T16:34:49.938" v="37" actId="20577"/>
          <ac:spMkLst>
            <pc:docMk/>
            <pc:sldMk cId="2099521748" sldId="266"/>
            <ac:spMk id="2" creationId="{4215BCA2-A019-1E44-0ABE-6523032549C8}"/>
          </ac:spMkLst>
        </pc:spChg>
        <pc:spChg chg="mod">
          <ac:chgData name="Georges MATHIO" userId="1057b68d-d9cf-4cd5-bc4c-3fe68ec33e97" providerId="ADAL" clId="{E08C91E6-26C3-43AE-9CAC-1E2C1215B805}" dt="2024-11-08T09:38:36.565" v="3176" actId="2711"/>
          <ac:spMkLst>
            <pc:docMk/>
            <pc:sldMk cId="2099521748" sldId="266"/>
            <ac:spMk id="3" creationId="{4814F1E2-5D15-74E6-9176-CF8EB914457F}"/>
          </ac:spMkLst>
        </pc:spChg>
        <pc:spChg chg="add mod">
          <ac:chgData name="Georges MATHIO" userId="1057b68d-d9cf-4cd5-bc4c-3fe68ec33e97" providerId="ADAL" clId="{E08C91E6-26C3-43AE-9CAC-1E2C1215B805}" dt="2024-11-05T14:12:35.133" v="2377" actId="14100"/>
          <ac:spMkLst>
            <pc:docMk/>
            <pc:sldMk cId="2099521748" sldId="266"/>
            <ac:spMk id="4" creationId="{A86EEC63-00E5-9D5D-47F8-B37BC569552E}"/>
          </ac:spMkLst>
        </pc:spChg>
        <pc:spChg chg="add mod">
          <ac:chgData name="Georges MATHIO" userId="1057b68d-d9cf-4cd5-bc4c-3fe68ec33e97" providerId="ADAL" clId="{E08C91E6-26C3-43AE-9CAC-1E2C1215B805}" dt="2024-11-04T17:13:41.156" v="621" actId="20577"/>
          <ac:spMkLst>
            <pc:docMk/>
            <pc:sldMk cId="2099521748" sldId="266"/>
            <ac:spMk id="5" creationId="{8A2E7476-D4AD-B646-4708-62F37DA0DAEC}"/>
          </ac:spMkLst>
        </pc:spChg>
        <pc:picChg chg="add mod">
          <ac:chgData name="Georges MATHIO" userId="1057b68d-d9cf-4cd5-bc4c-3fe68ec33e97" providerId="ADAL" clId="{E08C91E6-26C3-43AE-9CAC-1E2C1215B805}" dt="2024-11-04T16:42:24.637" v="43" actId="1076"/>
          <ac:picMkLst>
            <pc:docMk/>
            <pc:sldMk cId="2099521748" sldId="266"/>
            <ac:picMk id="1026" creationId="{CE4F9AB0-E428-A2A4-5EA4-77F20CF273C9}"/>
          </ac:picMkLst>
        </pc:picChg>
        <pc:picChg chg="add mod">
          <ac:chgData name="Georges MATHIO" userId="1057b68d-d9cf-4cd5-bc4c-3fe68ec33e97" providerId="ADAL" clId="{E08C91E6-26C3-43AE-9CAC-1E2C1215B805}" dt="2024-11-04T16:43:27.980" v="50" actId="108"/>
          <ac:picMkLst>
            <pc:docMk/>
            <pc:sldMk cId="2099521748" sldId="266"/>
            <ac:picMk id="1028" creationId="{78D1E6A1-26A0-EB17-F2FD-CE2513F03A1E}"/>
          </ac:picMkLst>
        </pc:picChg>
      </pc:sldChg>
      <pc:sldChg chg="addSp delSp modSp add mod ord">
        <pc:chgData name="Georges MATHIO" userId="1057b68d-d9cf-4cd5-bc4c-3fe68ec33e97" providerId="ADAL" clId="{E08C91E6-26C3-43AE-9CAC-1E2C1215B805}" dt="2024-11-21T11:57:17.354" v="3382" actId="20577"/>
        <pc:sldMkLst>
          <pc:docMk/>
          <pc:sldMk cId="1772812276" sldId="267"/>
        </pc:sldMkLst>
        <pc:spChg chg="mod">
          <ac:chgData name="Georges MATHIO" userId="1057b68d-d9cf-4cd5-bc4c-3fe68ec33e97" providerId="ADAL" clId="{E08C91E6-26C3-43AE-9CAC-1E2C1215B805}" dt="2024-11-04T17:16:06.860" v="748" actId="20577"/>
          <ac:spMkLst>
            <pc:docMk/>
            <pc:sldMk cId="1772812276" sldId="267"/>
            <ac:spMk id="2" creationId="{F0FBEF91-1438-7114-763F-203BFF18EA23}"/>
          </ac:spMkLst>
        </pc:spChg>
        <pc:spChg chg="add mod">
          <ac:chgData name="Georges MATHIO" userId="1057b68d-d9cf-4cd5-bc4c-3fe68ec33e97" providerId="ADAL" clId="{E08C91E6-26C3-43AE-9CAC-1E2C1215B805}" dt="2024-11-21T11:56:42.106" v="3344" actId="403"/>
          <ac:spMkLst>
            <pc:docMk/>
            <pc:sldMk cId="1772812276" sldId="267"/>
            <ac:spMk id="3" creationId="{A4999896-8D09-47DD-1814-158752DF2019}"/>
          </ac:spMkLst>
        </pc:spChg>
        <pc:spChg chg="del">
          <ac:chgData name="Georges MATHIO" userId="1057b68d-d9cf-4cd5-bc4c-3fe68ec33e97" providerId="ADAL" clId="{E08C91E6-26C3-43AE-9CAC-1E2C1215B805}" dt="2024-11-04T17:03:56.186" v="421" actId="478"/>
          <ac:spMkLst>
            <pc:docMk/>
            <pc:sldMk cId="1772812276" sldId="267"/>
            <ac:spMk id="3" creationId="{CB233CA1-A58E-CDB1-C6E3-8F0905056098}"/>
          </ac:spMkLst>
        </pc:spChg>
        <pc:spChg chg="mod">
          <ac:chgData name="Georges MATHIO" userId="1057b68d-d9cf-4cd5-bc4c-3fe68ec33e97" providerId="ADAL" clId="{E08C91E6-26C3-43AE-9CAC-1E2C1215B805}" dt="2024-11-04T17:04:38.882" v="422"/>
          <ac:spMkLst>
            <pc:docMk/>
            <pc:sldMk cId="1772812276" sldId="267"/>
            <ac:spMk id="5" creationId="{C6D32FA1-2DA2-C7AD-FE1F-AC68E23FE6C8}"/>
          </ac:spMkLst>
        </pc:spChg>
        <pc:spChg chg="mod">
          <ac:chgData name="Georges MATHIO" userId="1057b68d-d9cf-4cd5-bc4c-3fe68ec33e97" providerId="ADAL" clId="{E08C91E6-26C3-43AE-9CAC-1E2C1215B805}" dt="2024-11-04T17:09:27.746" v="457" actId="207"/>
          <ac:spMkLst>
            <pc:docMk/>
            <pc:sldMk cId="1772812276" sldId="267"/>
            <ac:spMk id="10" creationId="{FB0222F9-51AC-7FB8-6C50-B147B711C213}"/>
          </ac:spMkLst>
        </pc:spChg>
        <pc:spChg chg="mod">
          <ac:chgData name="Georges MATHIO" userId="1057b68d-d9cf-4cd5-bc4c-3fe68ec33e97" providerId="ADAL" clId="{E08C91E6-26C3-43AE-9CAC-1E2C1215B805}" dt="2024-11-04T17:04:49.567" v="432" actId="20577"/>
          <ac:spMkLst>
            <pc:docMk/>
            <pc:sldMk cId="1772812276" sldId="267"/>
            <ac:spMk id="11" creationId="{27E74144-E5A3-A749-12B2-061F4029AA7A}"/>
          </ac:spMkLst>
        </pc:spChg>
        <pc:spChg chg="mod">
          <ac:chgData name="Georges MATHIO" userId="1057b68d-d9cf-4cd5-bc4c-3fe68ec33e97" providerId="ADAL" clId="{E08C91E6-26C3-43AE-9CAC-1E2C1215B805}" dt="2024-11-04T17:09:10.673" v="456" actId="207"/>
          <ac:spMkLst>
            <pc:docMk/>
            <pc:sldMk cId="1772812276" sldId="267"/>
            <ac:spMk id="12" creationId="{85999401-7615-F0ED-E18C-387E16E5BCC1}"/>
          </ac:spMkLst>
        </pc:spChg>
        <pc:spChg chg="mod">
          <ac:chgData name="Georges MATHIO" userId="1057b68d-d9cf-4cd5-bc4c-3fe68ec33e97" providerId="ADAL" clId="{E08C91E6-26C3-43AE-9CAC-1E2C1215B805}" dt="2024-11-04T17:06:44.724" v="454" actId="20577"/>
          <ac:spMkLst>
            <pc:docMk/>
            <pc:sldMk cId="1772812276" sldId="267"/>
            <ac:spMk id="13" creationId="{95733C9C-BD74-6872-96BB-5F8F89077346}"/>
          </ac:spMkLst>
        </pc:spChg>
        <pc:spChg chg="mod">
          <ac:chgData name="Georges MATHIO" userId="1057b68d-d9cf-4cd5-bc4c-3fe68ec33e97" providerId="ADAL" clId="{E08C91E6-26C3-43AE-9CAC-1E2C1215B805}" dt="2024-11-04T17:09:03.653" v="455" actId="207"/>
          <ac:spMkLst>
            <pc:docMk/>
            <pc:sldMk cId="1772812276" sldId="267"/>
            <ac:spMk id="14" creationId="{553C3389-ED2E-083E-F2D1-F06658B7037C}"/>
          </ac:spMkLst>
        </pc:spChg>
        <pc:spChg chg="mod">
          <ac:chgData name="Georges MATHIO" userId="1057b68d-d9cf-4cd5-bc4c-3fe68ec33e97" providerId="ADAL" clId="{E08C91E6-26C3-43AE-9CAC-1E2C1215B805}" dt="2024-11-04T17:06:41.198" v="450" actId="20577"/>
          <ac:spMkLst>
            <pc:docMk/>
            <pc:sldMk cId="1772812276" sldId="267"/>
            <ac:spMk id="15" creationId="{89755EDE-C60B-3B95-5135-474B13CAAB6A}"/>
          </ac:spMkLst>
        </pc:spChg>
        <pc:spChg chg="mod">
          <ac:chgData name="Georges MATHIO" userId="1057b68d-d9cf-4cd5-bc4c-3fe68ec33e97" providerId="ADAL" clId="{E08C91E6-26C3-43AE-9CAC-1E2C1215B805}" dt="2024-11-04T17:04:38.882" v="422"/>
          <ac:spMkLst>
            <pc:docMk/>
            <pc:sldMk cId="1772812276" sldId="267"/>
            <ac:spMk id="16" creationId="{4EBE7A08-42E3-CB8A-605F-2B75B11A2708}"/>
          </ac:spMkLst>
        </pc:spChg>
        <pc:spChg chg="mod">
          <ac:chgData name="Georges MATHIO" userId="1057b68d-d9cf-4cd5-bc4c-3fe68ec33e97" providerId="ADAL" clId="{E08C91E6-26C3-43AE-9CAC-1E2C1215B805}" dt="2024-11-04T17:09:35.155" v="461" actId="313"/>
          <ac:spMkLst>
            <pc:docMk/>
            <pc:sldMk cId="1772812276" sldId="267"/>
            <ac:spMk id="17" creationId="{95FC76B1-860B-4FC1-DE2D-04661E319585}"/>
          </ac:spMkLst>
        </pc:spChg>
        <pc:spChg chg="add mod">
          <ac:chgData name="Georges MATHIO" userId="1057b68d-d9cf-4cd5-bc4c-3fe68ec33e97" providerId="ADAL" clId="{E08C91E6-26C3-43AE-9CAC-1E2C1215B805}" dt="2024-11-04T17:16:28.067" v="752" actId="1076"/>
          <ac:spMkLst>
            <pc:docMk/>
            <pc:sldMk cId="1772812276" sldId="267"/>
            <ac:spMk id="18" creationId="{200EEBE5-2420-6D73-4B86-C5BF01BC9266}"/>
          </ac:spMkLst>
        </pc:spChg>
        <pc:spChg chg="add mod">
          <ac:chgData name="Georges MATHIO" userId="1057b68d-d9cf-4cd5-bc4c-3fe68ec33e97" providerId="ADAL" clId="{E08C91E6-26C3-43AE-9CAC-1E2C1215B805}" dt="2024-11-21T11:56:57.250" v="3355" actId="20577"/>
          <ac:spMkLst>
            <pc:docMk/>
            <pc:sldMk cId="1772812276" sldId="267"/>
            <ac:spMk id="19" creationId="{D5CB222C-743F-2001-18BA-74040A9B990C}"/>
          </ac:spMkLst>
        </pc:spChg>
        <pc:spChg chg="add mod">
          <ac:chgData name="Georges MATHIO" userId="1057b68d-d9cf-4cd5-bc4c-3fe68ec33e97" providerId="ADAL" clId="{E08C91E6-26C3-43AE-9CAC-1E2C1215B805}" dt="2024-11-21T11:57:17.354" v="3382" actId="20577"/>
          <ac:spMkLst>
            <pc:docMk/>
            <pc:sldMk cId="1772812276" sldId="267"/>
            <ac:spMk id="20" creationId="{4312E216-8218-E46D-05E1-4962572C7169}"/>
          </ac:spMkLst>
        </pc:spChg>
        <pc:spChg chg="add del">
          <ac:chgData name="Georges MATHIO" userId="1057b68d-d9cf-4cd5-bc4c-3fe68ec33e97" providerId="ADAL" clId="{E08C91E6-26C3-43AE-9CAC-1E2C1215B805}" dt="2024-11-04T17:13:11.461" v="600" actId="22"/>
          <ac:spMkLst>
            <pc:docMk/>
            <pc:sldMk cId="1772812276" sldId="267"/>
            <ac:spMk id="20" creationId="{81CEF94D-8AB2-8F23-394B-6FD11EED8F74}"/>
          </ac:spMkLst>
        </pc:spChg>
        <pc:spChg chg="add mod">
          <ac:chgData name="Georges MATHIO" userId="1057b68d-d9cf-4cd5-bc4c-3fe68ec33e97" providerId="ADAL" clId="{E08C91E6-26C3-43AE-9CAC-1E2C1215B805}" dt="2024-11-04T17:13:44.351" v="622" actId="1076"/>
          <ac:spMkLst>
            <pc:docMk/>
            <pc:sldMk cId="1772812276" sldId="267"/>
            <ac:spMk id="22" creationId="{D9C67D50-AAD2-CC41-44A6-D3608DF89490}"/>
          </ac:spMkLst>
        </pc:spChg>
        <pc:spChg chg="add del mod">
          <ac:chgData name="Georges MATHIO" userId="1057b68d-d9cf-4cd5-bc4c-3fe68ec33e97" providerId="ADAL" clId="{E08C91E6-26C3-43AE-9CAC-1E2C1215B805}" dt="2024-11-04T17:16:17.055" v="749" actId="478"/>
          <ac:spMkLst>
            <pc:docMk/>
            <pc:sldMk cId="1772812276" sldId="267"/>
            <ac:spMk id="23" creationId="{7CB76D77-EE3C-4D51-DCC7-3E1620F52F19}"/>
          </ac:spMkLst>
        </pc:spChg>
        <pc:spChg chg="add mod">
          <ac:chgData name="Georges MATHIO" userId="1057b68d-d9cf-4cd5-bc4c-3fe68ec33e97" providerId="ADAL" clId="{E08C91E6-26C3-43AE-9CAC-1E2C1215B805}" dt="2024-11-04T17:16:20.690" v="750" actId="1076"/>
          <ac:spMkLst>
            <pc:docMk/>
            <pc:sldMk cId="1772812276" sldId="267"/>
            <ac:spMk id="24" creationId="{1AFC6155-F92E-F0FB-503D-7F6D063BEE9D}"/>
          </ac:spMkLst>
        </pc:spChg>
        <pc:grpChg chg="add mod">
          <ac:chgData name="Georges MATHIO" userId="1057b68d-d9cf-4cd5-bc4c-3fe68ec33e97" providerId="ADAL" clId="{E08C91E6-26C3-43AE-9CAC-1E2C1215B805}" dt="2024-11-04T17:16:24.411" v="751" actId="1076"/>
          <ac:grpSpMkLst>
            <pc:docMk/>
            <pc:sldMk cId="1772812276" sldId="267"/>
            <ac:grpSpMk id="4" creationId="{D9EF5E59-6BFA-B4E6-D49C-571CDA0BF122}"/>
          </ac:grpSpMkLst>
        </pc:grpChg>
        <pc:grpChg chg="mod">
          <ac:chgData name="Georges MATHIO" userId="1057b68d-d9cf-4cd5-bc4c-3fe68ec33e97" providerId="ADAL" clId="{E08C91E6-26C3-43AE-9CAC-1E2C1215B805}" dt="2024-11-04T17:04:38.882" v="422"/>
          <ac:grpSpMkLst>
            <pc:docMk/>
            <pc:sldMk cId="1772812276" sldId="267"/>
            <ac:grpSpMk id="6" creationId="{99D9B5B3-7826-45EA-34AF-28F93E1423A5}"/>
          </ac:grpSpMkLst>
        </pc:grpChg>
        <pc:grpChg chg="mod">
          <ac:chgData name="Georges MATHIO" userId="1057b68d-d9cf-4cd5-bc4c-3fe68ec33e97" providerId="ADAL" clId="{E08C91E6-26C3-43AE-9CAC-1E2C1215B805}" dt="2024-11-04T17:04:38.882" v="422"/>
          <ac:grpSpMkLst>
            <pc:docMk/>
            <pc:sldMk cId="1772812276" sldId="267"/>
            <ac:grpSpMk id="7" creationId="{E565C630-DBBD-94E0-FD12-94ECC90A2CA0}"/>
          </ac:grpSpMkLst>
        </pc:grpChg>
        <pc:grpChg chg="mod">
          <ac:chgData name="Georges MATHIO" userId="1057b68d-d9cf-4cd5-bc4c-3fe68ec33e97" providerId="ADAL" clId="{E08C91E6-26C3-43AE-9CAC-1E2C1215B805}" dt="2024-11-04T17:04:38.882" v="422"/>
          <ac:grpSpMkLst>
            <pc:docMk/>
            <pc:sldMk cId="1772812276" sldId="267"/>
            <ac:grpSpMk id="8" creationId="{8ED92CBE-31B6-BE2E-5786-B16CC8FE9EB9}"/>
          </ac:grpSpMkLst>
        </pc:grpChg>
        <pc:grpChg chg="mod">
          <ac:chgData name="Georges MATHIO" userId="1057b68d-d9cf-4cd5-bc4c-3fe68ec33e97" providerId="ADAL" clId="{E08C91E6-26C3-43AE-9CAC-1E2C1215B805}" dt="2024-11-04T17:04:38.882" v="422"/>
          <ac:grpSpMkLst>
            <pc:docMk/>
            <pc:sldMk cId="1772812276" sldId="267"/>
            <ac:grpSpMk id="9" creationId="{9B1044EC-7856-23AE-968F-ED3F973A4313}"/>
          </ac:grpSpMkLst>
        </pc:grpChg>
        <pc:picChg chg="add">
          <ac:chgData name="Georges MATHIO" userId="1057b68d-d9cf-4cd5-bc4c-3fe68ec33e97" providerId="ADAL" clId="{E08C91E6-26C3-43AE-9CAC-1E2C1215B805}" dt="2024-11-04T17:18:17.348" v="756"/>
          <ac:picMkLst>
            <pc:docMk/>
            <pc:sldMk cId="1772812276" sldId="267"/>
            <ac:picMk id="1026" creationId="{3AB490EE-255E-8A74-E361-648218A66400}"/>
          </ac:picMkLst>
        </pc:picChg>
      </pc:sldChg>
      <pc:sldChg chg="addSp delSp modSp add mod">
        <pc:chgData name="Georges MATHIO" userId="1057b68d-d9cf-4cd5-bc4c-3fe68ec33e97" providerId="ADAL" clId="{E08C91E6-26C3-43AE-9CAC-1E2C1215B805}" dt="2024-11-08T08:58:38.724" v="3120" actId="20577"/>
        <pc:sldMkLst>
          <pc:docMk/>
          <pc:sldMk cId="534103741" sldId="268"/>
        </pc:sldMkLst>
        <pc:spChg chg="mod">
          <ac:chgData name="Georges MATHIO" userId="1057b68d-d9cf-4cd5-bc4c-3fe68ec33e97" providerId="ADAL" clId="{E08C91E6-26C3-43AE-9CAC-1E2C1215B805}" dt="2024-11-05T14:44:10.036" v="2679" actId="20577"/>
          <ac:spMkLst>
            <pc:docMk/>
            <pc:sldMk cId="534103741" sldId="268"/>
            <ac:spMk id="2" creationId="{A117D8EC-650A-2DCF-4F29-8B0FEDCC5637}"/>
          </ac:spMkLst>
        </pc:spChg>
        <pc:spChg chg="del">
          <ac:chgData name="Georges MATHIO" userId="1057b68d-d9cf-4cd5-bc4c-3fe68ec33e97" providerId="ADAL" clId="{E08C91E6-26C3-43AE-9CAC-1E2C1215B805}" dt="2024-11-04T17:18:26.798" v="760" actId="478"/>
          <ac:spMkLst>
            <pc:docMk/>
            <pc:sldMk cId="534103741" sldId="268"/>
            <ac:spMk id="18" creationId="{46C9D21B-2D5B-5106-CED5-E490E6CEB2D1}"/>
          </ac:spMkLst>
        </pc:spChg>
        <pc:spChg chg="add mod">
          <ac:chgData name="Georges MATHIO" userId="1057b68d-d9cf-4cd5-bc4c-3fe68ec33e97" providerId="ADAL" clId="{E08C91E6-26C3-43AE-9CAC-1E2C1215B805}" dt="2024-11-08T08:58:38.724" v="3120" actId="20577"/>
          <ac:spMkLst>
            <pc:docMk/>
            <pc:sldMk cId="534103741" sldId="268"/>
            <ac:spMk id="21" creationId="{EEA4E5DA-390A-125F-FC11-514FD2DDA74B}"/>
          </ac:spMkLst>
        </pc:spChg>
        <pc:spChg chg="mod">
          <ac:chgData name="Georges MATHIO" userId="1057b68d-d9cf-4cd5-bc4c-3fe68ec33e97" providerId="ADAL" clId="{E08C91E6-26C3-43AE-9CAC-1E2C1215B805}" dt="2024-11-05T14:53:31.194" v="2999" actId="1035"/>
          <ac:spMkLst>
            <pc:docMk/>
            <pc:sldMk cId="534103741" sldId="268"/>
            <ac:spMk id="22" creationId="{1942D306-AB71-83EE-5E46-ED5BE8EC266E}"/>
          </ac:spMkLst>
        </pc:spChg>
        <pc:spChg chg="del">
          <ac:chgData name="Georges MATHIO" userId="1057b68d-d9cf-4cd5-bc4c-3fe68ec33e97" providerId="ADAL" clId="{E08C91E6-26C3-43AE-9CAC-1E2C1215B805}" dt="2024-11-04T17:18:25.156" v="759" actId="478"/>
          <ac:spMkLst>
            <pc:docMk/>
            <pc:sldMk cId="534103741" sldId="268"/>
            <ac:spMk id="24" creationId="{2324CD61-77BF-F786-92C5-1DEDD5B0D4EF}"/>
          </ac:spMkLst>
        </pc:spChg>
        <pc:grpChg chg="del">
          <ac:chgData name="Georges MATHIO" userId="1057b68d-d9cf-4cd5-bc4c-3fe68ec33e97" providerId="ADAL" clId="{E08C91E6-26C3-43AE-9CAC-1E2C1215B805}" dt="2024-11-04T17:18:23.530" v="758" actId="478"/>
          <ac:grpSpMkLst>
            <pc:docMk/>
            <pc:sldMk cId="534103741" sldId="268"/>
            <ac:grpSpMk id="4" creationId="{75DE96A8-0BBA-2DC1-33C0-87651C0CAE1A}"/>
          </ac:grpSpMkLst>
        </pc:grpChg>
        <pc:picChg chg="add mod">
          <ac:chgData name="Georges MATHIO" userId="1057b68d-d9cf-4cd5-bc4c-3fe68ec33e97" providerId="ADAL" clId="{E08C91E6-26C3-43AE-9CAC-1E2C1215B805}" dt="2024-11-04T17:19:11.089" v="787"/>
          <ac:picMkLst>
            <pc:docMk/>
            <pc:sldMk cId="534103741" sldId="268"/>
            <ac:picMk id="3" creationId="{E9D99913-89EE-A8AC-FF0D-E668E26583BC}"/>
          </ac:picMkLst>
        </pc:picChg>
        <pc:picChg chg="add mod">
          <ac:chgData name="Georges MATHIO" userId="1057b68d-d9cf-4cd5-bc4c-3fe68ec33e97" providerId="ADAL" clId="{E08C91E6-26C3-43AE-9CAC-1E2C1215B805}" dt="2024-11-05T14:53:31.194" v="2999" actId="1035"/>
          <ac:picMkLst>
            <pc:docMk/>
            <pc:sldMk cId="534103741" sldId="268"/>
            <ac:picMk id="20" creationId="{10F6B0E7-436C-60E8-C653-E876E98C0555}"/>
          </ac:picMkLst>
        </pc:picChg>
      </pc:sldChg>
      <pc:sldChg chg="modSp add mod ord">
        <pc:chgData name="Georges MATHIO" userId="1057b68d-d9cf-4cd5-bc4c-3fe68ec33e97" providerId="ADAL" clId="{E08C91E6-26C3-43AE-9CAC-1E2C1215B805}" dt="2024-11-05T15:14:28.507" v="3050" actId="1076"/>
        <pc:sldMkLst>
          <pc:docMk/>
          <pc:sldMk cId="1244614476" sldId="276"/>
        </pc:sldMkLst>
        <pc:spChg chg="mod">
          <ac:chgData name="Georges MATHIO" userId="1057b68d-d9cf-4cd5-bc4c-3fe68ec33e97" providerId="ADAL" clId="{E08C91E6-26C3-43AE-9CAC-1E2C1215B805}" dt="2024-11-05T11:04:40.894" v="1254"/>
          <ac:spMkLst>
            <pc:docMk/>
            <pc:sldMk cId="1244614476" sldId="276"/>
            <ac:spMk id="2" creationId="{3A83B63E-8695-A261-2D66-4BFE1CECFE25}"/>
          </ac:spMkLst>
        </pc:spChg>
        <pc:spChg chg="mod">
          <ac:chgData name="Georges MATHIO" userId="1057b68d-d9cf-4cd5-bc4c-3fe68ec33e97" providerId="ADAL" clId="{E08C91E6-26C3-43AE-9CAC-1E2C1215B805}" dt="2024-11-05T15:14:28.507" v="3050" actId="1076"/>
          <ac:spMkLst>
            <pc:docMk/>
            <pc:sldMk cId="1244614476" sldId="276"/>
            <ac:spMk id="3" creationId="{E7B1851B-891E-7219-903C-44C4234BD6E6}"/>
          </ac:spMkLst>
        </pc:spChg>
      </pc:sldChg>
      <pc:sldChg chg="addSp delSp modSp add mod">
        <pc:chgData name="Georges MATHIO" userId="1057b68d-d9cf-4cd5-bc4c-3fe68ec33e97" providerId="ADAL" clId="{E08C91E6-26C3-43AE-9CAC-1E2C1215B805}" dt="2024-11-05T13:30:41.044" v="1963" actId="20577"/>
        <pc:sldMkLst>
          <pc:docMk/>
          <pc:sldMk cId="2988544802" sldId="277"/>
        </pc:sldMkLst>
        <pc:spChg chg="mod">
          <ac:chgData name="Georges MATHIO" userId="1057b68d-d9cf-4cd5-bc4c-3fe68ec33e97" providerId="ADAL" clId="{E08C91E6-26C3-43AE-9CAC-1E2C1215B805}" dt="2024-11-05T11:18:30.361" v="1349" actId="20577"/>
          <ac:spMkLst>
            <pc:docMk/>
            <pc:sldMk cId="2988544802" sldId="277"/>
            <ac:spMk id="2" creationId="{742A9B05-3C60-ABB6-6A72-05C5A9E81094}"/>
          </ac:spMkLst>
        </pc:spChg>
        <pc:spChg chg="del mod">
          <ac:chgData name="Georges MATHIO" userId="1057b68d-d9cf-4cd5-bc4c-3fe68ec33e97" providerId="ADAL" clId="{E08C91E6-26C3-43AE-9CAC-1E2C1215B805}" dt="2024-11-05T13:25:12.412" v="1848" actId="478"/>
          <ac:spMkLst>
            <pc:docMk/>
            <pc:sldMk cId="2988544802" sldId="277"/>
            <ac:spMk id="3" creationId="{EBB25FCD-D28F-8A69-BF1C-816A733F6A72}"/>
          </ac:spMkLst>
        </pc:spChg>
        <pc:spChg chg="add mod">
          <ac:chgData name="Georges MATHIO" userId="1057b68d-d9cf-4cd5-bc4c-3fe68ec33e97" providerId="ADAL" clId="{E08C91E6-26C3-43AE-9CAC-1E2C1215B805}" dt="2024-11-05T13:22:16.277" v="1834" actId="20577"/>
          <ac:spMkLst>
            <pc:docMk/>
            <pc:sldMk cId="2988544802" sldId="277"/>
            <ac:spMk id="4" creationId="{A85B1F65-3D47-14F3-4B82-CC9371DE2138}"/>
          </ac:spMkLst>
        </pc:spChg>
        <pc:spChg chg="add mod">
          <ac:chgData name="Georges MATHIO" userId="1057b68d-d9cf-4cd5-bc4c-3fe68ec33e97" providerId="ADAL" clId="{E08C91E6-26C3-43AE-9CAC-1E2C1215B805}" dt="2024-11-05T13:30:41.044" v="1963" actId="20577"/>
          <ac:spMkLst>
            <pc:docMk/>
            <pc:sldMk cId="2988544802" sldId="277"/>
            <ac:spMk id="5" creationId="{8AC8BF86-FD1A-3066-C385-523639C8BBAB}"/>
          </ac:spMkLst>
        </pc:spChg>
        <pc:spChg chg="add mod">
          <ac:chgData name="Georges MATHIO" userId="1057b68d-d9cf-4cd5-bc4c-3fe68ec33e97" providerId="ADAL" clId="{E08C91E6-26C3-43AE-9CAC-1E2C1215B805}" dt="2024-11-05T13:26:38.173" v="1872" actId="20577"/>
          <ac:spMkLst>
            <pc:docMk/>
            <pc:sldMk cId="2988544802" sldId="277"/>
            <ac:spMk id="6" creationId="{A0D1356D-8261-D592-6D22-B7D67DA8A1C8}"/>
          </ac:spMkLst>
        </pc:spChg>
        <pc:picChg chg="add mod">
          <ac:chgData name="Georges MATHIO" userId="1057b68d-d9cf-4cd5-bc4c-3fe68ec33e97" providerId="ADAL" clId="{E08C91E6-26C3-43AE-9CAC-1E2C1215B805}" dt="2024-11-05T13:25:37.332" v="1857" actId="1076"/>
          <ac:picMkLst>
            <pc:docMk/>
            <pc:sldMk cId="2988544802" sldId="277"/>
            <ac:picMk id="3074" creationId="{8B1F2424-CA04-E136-BF5D-144F013B656B}"/>
          </ac:picMkLst>
        </pc:picChg>
      </pc:sldChg>
      <pc:sldChg chg="modSp add mod">
        <pc:chgData name="Georges MATHIO" userId="1057b68d-d9cf-4cd5-bc4c-3fe68ec33e97" providerId="ADAL" clId="{E08C91E6-26C3-43AE-9CAC-1E2C1215B805}" dt="2024-11-05T15:17:59.147" v="3098" actId="20577"/>
        <pc:sldMkLst>
          <pc:docMk/>
          <pc:sldMk cId="1843431095" sldId="278"/>
        </pc:sldMkLst>
        <pc:spChg chg="mod">
          <ac:chgData name="Georges MATHIO" userId="1057b68d-d9cf-4cd5-bc4c-3fe68ec33e97" providerId="ADAL" clId="{E08C91E6-26C3-43AE-9CAC-1E2C1215B805}" dt="2024-11-05T15:17:59.147" v="3098" actId="20577"/>
          <ac:spMkLst>
            <pc:docMk/>
            <pc:sldMk cId="1843431095" sldId="278"/>
            <ac:spMk id="2" creationId="{A8D42CBC-937A-966A-F5AA-A0037C5B45BA}"/>
          </ac:spMkLst>
        </pc:spChg>
        <pc:spChg chg="mod">
          <ac:chgData name="Georges MATHIO" userId="1057b68d-d9cf-4cd5-bc4c-3fe68ec33e97" providerId="ADAL" clId="{E08C91E6-26C3-43AE-9CAC-1E2C1215B805}" dt="2024-11-05T15:17:07.418" v="3092" actId="20577"/>
          <ac:spMkLst>
            <pc:docMk/>
            <pc:sldMk cId="1843431095" sldId="278"/>
            <ac:spMk id="3" creationId="{639DA48E-6464-18A6-2976-C1A711459701}"/>
          </ac:spMkLst>
        </pc:spChg>
      </pc:sldChg>
      <pc:sldMasterChg chg="modSldLayout">
        <pc:chgData name="Georges MATHIO" userId="1057b68d-d9cf-4cd5-bc4c-3fe68ec33e97" providerId="ADAL" clId="{E08C91E6-26C3-43AE-9CAC-1E2C1215B805}" dt="2024-12-04T14:24:35.677" v="3526"/>
        <pc:sldMasterMkLst>
          <pc:docMk/>
          <pc:sldMasterMk cId="0" sldId="2147483648"/>
        </pc:sldMasterMkLst>
        <pc:sldLayoutChg chg="setBg">
          <pc:chgData name="Georges MATHIO" userId="1057b68d-d9cf-4cd5-bc4c-3fe68ec33e97" providerId="ADAL" clId="{E08C91E6-26C3-43AE-9CAC-1E2C1215B805}" dt="2024-12-04T14:24:35.677" v="352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  <pc:spChg chg="mod">
          <ac:chgData name="Georges MATHIO" userId="1057b68d-d9cf-4cd5-bc4c-3fe68ec33e97" providerId="ADAL" clId="{8BCAAD47-39EC-4A39-A166-8E9777C12AD5}" dt="2024-07-21T21:01:45.889" v="0" actId="6549"/>
          <ac:spMkLst>
            <pc:docMk/>
            <pc:sldMk cId="1554076419" sldId="258"/>
            <ac:spMk id="7" creationId="{D0A8403C-5777-28EF-83D9-19F6822459A6}"/>
          </ac:spMkLst>
        </pc:spChg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  <pc:spChg chg="mod">
          <ac:chgData name="Georges MATHIO" userId="1057b68d-d9cf-4cd5-bc4c-3fe68ec33e97" providerId="ADAL" clId="{8BCAAD47-39EC-4A39-A166-8E9777C12AD5}" dt="2024-07-21T21:01:57.905" v="2" actId="20577"/>
          <ac:spMkLst>
            <pc:docMk/>
            <pc:sldMk cId="319033476" sldId="260"/>
            <ac:spMk id="11" creationId="{3538C984-96B3-4E9A-E4F7-3FC99AFA0885}"/>
          </ac:spMkLst>
        </pc:spChg>
      </pc:sldChg>
    </pc:docChg>
  </pc:docChgLst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  <pc:grpChg chg="add mod">
          <ac:chgData name="Georges MATHIO" userId="1057b68d-d9cf-4cd5-bc4c-3fe68ec33e97" providerId="ADAL" clId="{82B82AAD-A176-4F9A-88D1-A56861D01535}" dt="2023-11-13T15:48:14.552" v="447" actId="1076"/>
          <ac:grpSpMkLst>
            <pc:docMk/>
            <pc:sldMk cId="3870140485" sldId="265"/>
            <ac:grpSpMk id="4" creationId="{899778FC-AAC1-FD58-AAC2-EC50C861657E}"/>
          </ac:grpSpMkLst>
        </pc:grp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3" creationId="{06F4C4D2-9F1C-CD6B-4B73-EE49A7D3B1D3}"/>
          </ac:picMkLst>
        </pc:picChg>
        <pc:picChg chg="mod">
          <ac:chgData name="Georges MATHIO" userId="1057b68d-d9cf-4cd5-bc4c-3fe68ec33e97" providerId="ADAL" clId="{82B82AAD-A176-4F9A-88D1-A56861D01535}" dt="2023-11-20T12:28:06.621" v="585" actId="14861"/>
          <ac:picMkLst>
            <pc:docMk/>
            <pc:sldMk cId="3870140485" sldId="265"/>
            <ac:picMk id="5" creationId="{6E7B4CB7-1ACC-3B8D-A2AC-67121D2D1D54}"/>
          </ac:picMkLst>
        </pc:picChg>
        <pc:picChg chg="mod">
          <ac:chgData name="Georges MATHIO" userId="1057b68d-d9cf-4cd5-bc4c-3fe68ec33e97" providerId="ADAL" clId="{82B82AAD-A176-4F9A-88D1-A56861D01535}" dt="2023-11-20T12:28:16.900" v="609" actId="14861"/>
          <ac:picMkLst>
            <pc:docMk/>
            <pc:sldMk cId="3870140485" sldId="265"/>
            <ac:picMk id="6" creationId="{AFD1BC7B-0643-7730-87DF-0B267565DBD2}"/>
          </ac:picMkLst>
        </pc:pic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7" creationId="{ECAA39C2-0BEB-1809-1D54-D866FF0A02B9}"/>
          </ac:picMkLst>
        </pc:picChg>
        <pc:picChg chg="mod">
          <ac:chgData name="Georges MATHIO" userId="1057b68d-d9cf-4cd5-bc4c-3fe68ec33e97" providerId="ADAL" clId="{82B82AAD-A176-4F9A-88D1-A56861D01535}" dt="2023-11-13T15:50:27.134" v="499" actId="1076"/>
          <ac:picMkLst>
            <pc:docMk/>
            <pc:sldMk cId="3870140485" sldId="265"/>
            <ac:picMk id="8" creationId="{9C7D0E36-32F1-F957-95DA-9343A920E6F0}"/>
          </ac:picMkLst>
        </pc:picChg>
        <pc:picChg chg="mod">
          <ac:chgData name="Georges MATHIO" userId="1057b68d-d9cf-4cd5-bc4c-3fe68ec33e97" providerId="ADAL" clId="{82B82AAD-A176-4F9A-88D1-A56861D01535}" dt="2023-11-27T16:09:30.504" v="795" actId="14861"/>
          <ac:picMkLst>
            <pc:docMk/>
            <pc:sldMk cId="3870140485" sldId="265"/>
            <ac:picMk id="9" creationId="{658CB9B6-DEB4-E9E0-5341-E2CDB7731147}"/>
          </ac:picMkLst>
        </pc:picChg>
        <pc:picChg chg="mod">
          <ac:chgData name="Georges MATHIO" userId="1057b68d-d9cf-4cd5-bc4c-3fe68ec33e97" providerId="ADAL" clId="{82B82AAD-A176-4F9A-88D1-A56861D01535}" dt="2023-11-13T15:50:16.549" v="495" actId="1076"/>
          <ac:picMkLst>
            <pc:docMk/>
            <pc:sldMk cId="3870140485" sldId="265"/>
            <ac:picMk id="10" creationId="{1D0F61AE-DBDD-6F2E-B2C2-F6D92DB5AFF5}"/>
          </ac:picMkLst>
        </pc:picChg>
        <pc:picChg chg="mod">
          <ac:chgData name="Georges MATHIO" userId="1057b68d-d9cf-4cd5-bc4c-3fe68ec33e97" providerId="ADAL" clId="{82B82AAD-A176-4F9A-88D1-A56861D01535}" dt="2023-11-13T15:45:01.004" v="398" actId="1440"/>
          <ac:picMkLst>
            <pc:docMk/>
            <pc:sldMk cId="3870140485" sldId="265"/>
            <ac:picMk id="11" creationId="{3E316FDB-D3A3-36F9-21BC-7A3D45C8C097}"/>
          </ac:picMkLst>
        </pc:picChg>
        <pc:picChg chg="add del mod">
          <ac:chgData name="Georges MATHIO" userId="1057b68d-d9cf-4cd5-bc4c-3fe68ec33e97" providerId="ADAL" clId="{82B82AAD-A176-4F9A-88D1-A56861D01535}" dt="2023-11-13T15:46:27.408" v="431"/>
          <ac:picMkLst>
            <pc:docMk/>
            <pc:sldMk cId="3870140485" sldId="265"/>
            <ac:picMk id="12" creationId="{720EEAD9-416F-2F55-286F-394FA280AC9C}"/>
          </ac:picMkLst>
        </pc:picChg>
        <pc:picChg chg="add mod">
          <ac:chgData name="Georges MATHIO" userId="1057b68d-d9cf-4cd5-bc4c-3fe68ec33e97" providerId="ADAL" clId="{82B82AAD-A176-4F9A-88D1-A56861D01535}" dt="2023-11-13T15:50:05.580" v="491" actId="1076"/>
          <ac:picMkLst>
            <pc:docMk/>
            <pc:sldMk cId="3870140485" sldId="265"/>
            <ac:picMk id="14" creationId="{FB23B469-3A5C-FB39-6A03-2461C6CC9EA3}"/>
          </ac:picMkLst>
        </pc:picChg>
        <pc:picChg chg="add mod">
          <ac:chgData name="Georges MATHIO" userId="1057b68d-d9cf-4cd5-bc4c-3fe68ec33e97" providerId="ADAL" clId="{82B82AAD-A176-4F9A-88D1-A56861D01535}" dt="2023-11-13T15:50:29.818" v="500" actId="1076"/>
          <ac:picMkLst>
            <pc:docMk/>
            <pc:sldMk cId="3870140485" sldId="265"/>
            <ac:picMk id="16" creationId="{7A31B893-5213-8984-13B7-F1DA243904C8}"/>
          </ac:picMkLst>
        </pc:picChg>
        <pc:picChg chg="add del mod">
          <ac:chgData name="Georges MATHIO" userId="1057b68d-d9cf-4cd5-bc4c-3fe68ec33e97" providerId="ADAL" clId="{82B82AAD-A176-4F9A-88D1-A56861D01535}" dt="2023-11-13T15:49:51.633" v="483"/>
          <ac:picMkLst>
            <pc:docMk/>
            <pc:sldMk cId="3870140485" sldId="265"/>
            <ac:picMk id="18" creationId="{50A60511-D9C2-DAF0-E96D-6DBD6373C7B7}"/>
          </ac:picMkLst>
        </pc:picChg>
        <pc:picChg chg="add mod">
          <ac:chgData name="Georges MATHIO" userId="1057b68d-d9cf-4cd5-bc4c-3fe68ec33e97" providerId="ADAL" clId="{82B82AAD-A176-4F9A-88D1-A56861D01535}" dt="2023-11-13T15:50:37.357" v="501" actId="1076"/>
          <ac:picMkLst>
            <pc:docMk/>
            <pc:sldMk cId="3870140485" sldId="265"/>
            <ac:picMk id="20" creationId="{37E546AF-B41D-4472-1647-46B7FAC2932A}"/>
          </ac:picMkLst>
        </pc:picChg>
        <pc:picChg chg="add mod">
          <ac:chgData name="Georges MATHIO" userId="1057b68d-d9cf-4cd5-bc4c-3fe68ec33e97" providerId="ADAL" clId="{82B82AAD-A176-4F9A-88D1-A56861D01535}" dt="2023-11-20T12:27:54.868" v="567" actId="14861"/>
          <ac:picMkLst>
            <pc:docMk/>
            <pc:sldMk cId="3870140485" sldId="265"/>
            <ac:picMk id="1026" creationId="{410E1A72-1BF0-FBAC-7E2C-D3E17A67B227}"/>
          </ac:picMkLst>
        </pc:picChg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modMainMaster">
      <pc:chgData name="Georges MATHIO" userId="1057b68d-d9cf-4cd5-bc4c-3fe68ec33e97" providerId="ADAL" clId="{424CC4A3-94C0-43E4-A801-8F92997663E9}" dt="2024-08-27T07:03:38.654" v="2504" actId="20577"/>
      <pc:docMkLst>
        <pc:docMk/>
      </pc:docMkLst>
      <pc:sldChg chg="modSp mod">
        <pc:chgData name="Georges MATHIO" userId="1057b68d-d9cf-4cd5-bc4c-3fe68ec33e97" providerId="ADAL" clId="{424CC4A3-94C0-43E4-A801-8F92997663E9}" dt="2024-08-23T08:57:08.107" v="241" actId="14100"/>
        <pc:sldMkLst>
          <pc:docMk/>
          <pc:sldMk cId="2526593619" sldId="256"/>
        </pc:sldMkLst>
        <pc:spChg chg="mod">
          <ac:chgData name="Georges MATHIO" userId="1057b68d-d9cf-4cd5-bc4c-3fe68ec33e97" providerId="ADAL" clId="{424CC4A3-94C0-43E4-A801-8F92997663E9}" dt="2024-08-23T08:46:41.980" v="40" actId="20577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7:08.107" v="241" actId="14100"/>
          <ac:spMkLst>
            <pc:docMk/>
            <pc:sldMk cId="2526593619" sldId="256"/>
            <ac:spMk id="3" creationId="{00000000-0000-0000-0000-000000000000}"/>
          </ac:spMkLst>
        </pc:spChg>
      </pc:sldChg>
      <pc:sldChg chg="addSp delSp modSp mod">
        <pc:chgData name="Georges MATHIO" userId="1057b68d-d9cf-4cd5-bc4c-3fe68ec33e97" providerId="ADAL" clId="{424CC4A3-94C0-43E4-A801-8F92997663E9}" dt="2024-08-26T14:55:14.249" v="1701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424CC4A3-94C0-43E4-A801-8F92997663E9}" dt="2024-08-26T13:27:37.973" v="256" actId="20577"/>
          <ac:spMkLst>
            <pc:docMk/>
            <pc:sldMk cId="1554076419" sldId="258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54:46.291" v="1629"/>
          <ac:spMkLst>
            <pc:docMk/>
            <pc:sldMk cId="1554076419" sldId="258"/>
            <ac:spMk id="3" creationId="{28C0A9F3-C74E-8D4C-12C9-FC5B0E07D0F8}"/>
          </ac:spMkLst>
        </pc:spChg>
        <pc:spChg chg="del">
          <ac:chgData name="Georges MATHIO" userId="1057b68d-d9cf-4cd5-bc4c-3fe68ec33e97" providerId="ADAL" clId="{424CC4A3-94C0-43E4-A801-8F92997663E9}" dt="2024-08-23T08:45:57.784" v="1" actId="478"/>
          <ac:spMkLst>
            <pc:docMk/>
            <pc:sldMk cId="1554076419" sldId="258"/>
            <ac:spMk id="4" creationId="{5185E7B7-BF77-8FA5-F450-22EF6CADB3AF}"/>
          </ac:spMkLst>
        </pc:spChg>
        <pc:spChg chg="del">
          <ac:chgData name="Georges MATHIO" userId="1057b68d-d9cf-4cd5-bc4c-3fe68ec33e97" providerId="ADAL" clId="{424CC4A3-94C0-43E4-A801-8F92997663E9}" dt="2024-08-23T08:46:06.806" v="8" actId="478"/>
          <ac:spMkLst>
            <pc:docMk/>
            <pc:sldMk cId="1554076419" sldId="258"/>
            <ac:spMk id="5" creationId="{EBC66D41-2824-5251-9360-B8C227F88DA6}"/>
          </ac:spMkLst>
        </pc:spChg>
        <pc:spChg chg="del">
          <ac:chgData name="Georges MATHIO" userId="1057b68d-d9cf-4cd5-bc4c-3fe68ec33e97" providerId="ADAL" clId="{424CC4A3-94C0-43E4-A801-8F92997663E9}" dt="2024-08-23T08:46:03.881" v="6" actId="478"/>
          <ac:spMkLst>
            <pc:docMk/>
            <pc:sldMk cId="1554076419" sldId="258"/>
            <ac:spMk id="6" creationId="{35FC96DA-A44D-A097-BC28-168510AB2271}"/>
          </ac:spMkLst>
        </pc:spChg>
        <pc:spChg chg="del">
          <ac:chgData name="Georges MATHIO" userId="1057b68d-d9cf-4cd5-bc4c-3fe68ec33e97" providerId="ADAL" clId="{424CC4A3-94C0-43E4-A801-8F92997663E9}" dt="2024-08-23T08:46:05.568" v="7" actId="478"/>
          <ac:spMkLst>
            <pc:docMk/>
            <pc:sldMk cId="1554076419" sldId="258"/>
            <ac:spMk id="7" creationId="{D0A8403C-5777-28EF-83D9-19F6822459A6}"/>
          </ac:spMkLst>
        </pc:spChg>
        <pc:spChg chg="mod">
          <ac:chgData name="Georges MATHIO" userId="1057b68d-d9cf-4cd5-bc4c-3fe68ec33e97" providerId="ADAL" clId="{424CC4A3-94C0-43E4-A801-8F92997663E9}" dt="2024-08-26T14:55:14.249" v="1701" actId="20577"/>
          <ac:spMkLst>
            <pc:docMk/>
            <pc:sldMk cId="1554076419" sldId="258"/>
            <ac:spMk id="8" creationId="{8C1BBF7E-EA70-9FE6-C90F-A1284432D1C6}"/>
          </ac:spMkLst>
        </pc:spChg>
        <pc:spChg chg="del">
          <ac:chgData name="Georges MATHIO" userId="1057b68d-d9cf-4cd5-bc4c-3fe68ec33e97" providerId="ADAL" clId="{424CC4A3-94C0-43E4-A801-8F92997663E9}" dt="2024-08-23T08:46:13.219" v="10" actId="478"/>
          <ac:spMkLst>
            <pc:docMk/>
            <pc:sldMk cId="1554076419" sldId="258"/>
            <ac:spMk id="11" creationId="{3538C984-96B3-4E9A-E4F7-3FC99AFA0885}"/>
          </ac:spMkLst>
        </pc:spChg>
        <pc:spChg chg="del mod">
          <ac:chgData name="Georges MATHIO" userId="1057b68d-d9cf-4cd5-bc4c-3fe68ec33e97" providerId="ADAL" clId="{424CC4A3-94C0-43E4-A801-8F92997663E9}" dt="2024-08-23T08:46:02.352" v="5" actId="478"/>
          <ac:spMkLst>
            <pc:docMk/>
            <pc:sldMk cId="1554076419" sldId="258"/>
            <ac:spMk id="15" creationId="{1685C597-34CB-D272-A180-F815DAC2AE2C}"/>
          </ac:spMkLst>
        </pc:spChg>
        <pc:spChg chg="del">
          <ac:chgData name="Georges MATHIO" userId="1057b68d-d9cf-4cd5-bc4c-3fe68ec33e97" providerId="ADAL" clId="{424CC4A3-94C0-43E4-A801-8F92997663E9}" dt="2024-08-23T08:46:11.891" v="9" actId="478"/>
          <ac:spMkLst>
            <pc:docMk/>
            <pc:sldMk cId="1554076419" sldId="258"/>
            <ac:spMk id="20" creationId="{39F9D3FD-D936-8011-4FE9-236D6D545DC8}"/>
          </ac:spMkLst>
        </pc:spChg>
        <pc:picChg chg="del">
          <ac:chgData name="Georges MATHIO" userId="1057b68d-d9cf-4cd5-bc4c-3fe68ec33e97" providerId="ADAL" clId="{424CC4A3-94C0-43E4-A801-8F92997663E9}" dt="2024-08-23T08:46:00.910" v="3" actId="478"/>
          <ac:picMkLst>
            <pc:docMk/>
            <pc:sldMk cId="1554076419" sldId="258"/>
            <ac:picMk id="14" creationId="{DCF32F33-6E31-C54F-B79D-7B935267ADE7}"/>
          </ac:picMkLst>
        </pc:picChg>
        <pc:picChg chg="del">
          <ac:chgData name="Georges MATHIO" userId="1057b68d-d9cf-4cd5-bc4c-3fe68ec33e97" providerId="ADAL" clId="{424CC4A3-94C0-43E4-A801-8F92997663E9}" dt="2024-08-23T08:45:58.392" v="2" actId="478"/>
          <ac:picMkLst>
            <pc:docMk/>
            <pc:sldMk cId="1554076419" sldId="258"/>
            <ac:picMk id="19" creationId="{532C8E65-911C-75A2-6761-FDED691BB28F}"/>
          </ac:picMkLst>
        </pc:picChg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  <pc:spChg chg="mod">
          <ac:chgData name="Georges MATHIO" userId="1057b68d-d9cf-4cd5-bc4c-3fe68ec33e97" providerId="ADAL" clId="{424CC4A3-94C0-43E4-A801-8F92997663E9}" dt="2024-08-26T13:28:11.160" v="288" actId="20577"/>
          <ac:spMkLst>
            <pc:docMk/>
            <pc:sldMk cId="698645210" sldId="259"/>
            <ac:spMk id="2" creationId="{8AE1D70E-C040-1542-B36E-7DDF82084F61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  <pc:spChg chg="mod">
          <ac:chgData name="Georges MATHIO" userId="1057b68d-d9cf-4cd5-bc4c-3fe68ec33e97" providerId="ADAL" clId="{424CC4A3-94C0-43E4-A801-8F92997663E9}" dt="2024-08-26T13:28:38.706" v="305" actId="20577"/>
          <ac:spMkLst>
            <pc:docMk/>
            <pc:sldMk cId="2019018920" sldId="260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43:27.977" v="1001" actId="404"/>
          <ac:spMkLst>
            <pc:docMk/>
            <pc:sldMk cId="2019018920" sldId="260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3:47:33.411" v="513" actId="20577"/>
          <ac:spMkLst>
            <pc:docMk/>
            <pc:sldMk cId="2019018920" sldId="260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  <pc:spChg chg="mod">
          <ac:chgData name="Georges MATHIO" userId="1057b68d-d9cf-4cd5-bc4c-3fe68ec33e97" providerId="ADAL" clId="{424CC4A3-94C0-43E4-A801-8F92997663E9}" dt="2024-08-26T13:48:18.155" v="552" actId="14100"/>
          <ac:spMkLst>
            <pc:docMk/>
            <pc:sldMk cId="4161449416" sldId="261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3:20.246" v="1000" actId="404"/>
          <ac:spMkLst>
            <pc:docMk/>
            <pc:sldMk cId="4161449416" sldId="261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4:45:53.593" v="1249" actId="20577"/>
          <ac:spMkLst>
            <pc:docMk/>
            <pc:sldMk cId="4161449416" sldId="261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  <pc:spChg chg="mod">
          <ac:chgData name="Georges MATHIO" userId="1057b68d-d9cf-4cd5-bc4c-3fe68ec33e97" providerId="ADAL" clId="{424CC4A3-94C0-43E4-A801-8F92997663E9}" dt="2024-08-26T14:46:57.592" v="1300" actId="20577"/>
          <ac:spMkLst>
            <pc:docMk/>
            <pc:sldMk cId="3587356529" sldId="262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9:38.158" v="1525" actId="20577"/>
          <ac:spMkLst>
            <pc:docMk/>
            <pc:sldMk cId="3587356529" sldId="262"/>
            <ac:spMk id="8" creationId="{8C1BBF7E-EA70-9FE6-C90F-A1284432D1C6}"/>
          </ac:spMkLst>
        </pc:spChg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  <pc:spChg chg="mod">
          <ac:chgData name="Georges MATHIO" userId="1057b68d-d9cf-4cd5-bc4c-3fe68ec33e97" providerId="ADAL" clId="{424CC4A3-94C0-43E4-A801-8F92997663E9}" dt="2024-08-26T14:53:57.023" v="1552" actId="20577"/>
          <ac:spMkLst>
            <pc:docMk/>
            <pc:sldMk cId="631768457" sldId="263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57:04.050" v="1875" actId="20577"/>
          <ac:spMkLst>
            <pc:docMk/>
            <pc:sldMk cId="631768457" sldId="263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  <pc:spChg chg="mod">
          <ac:chgData name="Georges MATHIO" userId="1057b68d-d9cf-4cd5-bc4c-3fe68ec33e97" providerId="ADAL" clId="{424CC4A3-94C0-43E4-A801-8F92997663E9}" dt="2024-08-26T15:02:42.067" v="1900" actId="20577"/>
          <ac:spMkLst>
            <pc:docMk/>
            <pc:sldMk cId="3585669407" sldId="264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03:26.142" v="1990" actId="20577"/>
          <ac:spMkLst>
            <pc:docMk/>
            <pc:sldMk cId="3585669407" sldId="264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  <pc:spChg chg="mod">
          <ac:chgData name="Georges MATHIO" userId="1057b68d-d9cf-4cd5-bc4c-3fe68ec33e97" providerId="ADAL" clId="{424CC4A3-94C0-43E4-A801-8F92997663E9}" dt="2024-08-26T15:03:48.845" v="2009" actId="20577"/>
          <ac:spMkLst>
            <pc:docMk/>
            <pc:sldMk cId="2440634833" sldId="265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11:40.995" v="2295" actId="5793"/>
          <ac:spMkLst>
            <pc:docMk/>
            <pc:sldMk cId="2440634833" sldId="265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  <pc:spChg chg="mod">
          <ac:chgData name="Georges MATHIO" userId="1057b68d-d9cf-4cd5-bc4c-3fe68ec33e97" providerId="ADAL" clId="{424CC4A3-94C0-43E4-A801-8F92997663E9}" dt="2024-08-26T15:11:55.873" v="2319" actId="20577"/>
          <ac:spMkLst>
            <pc:docMk/>
            <pc:sldMk cId="1447089258" sldId="266"/>
            <ac:spMk id="2" creationId="{682D4D2C-FCC1-E2D0-433D-C04CA78A746B}"/>
          </ac:spMkLst>
        </pc:spChg>
        <pc:spChg chg="mod">
          <ac:chgData name="Georges MATHIO" userId="1057b68d-d9cf-4cd5-bc4c-3fe68ec33e97" providerId="ADAL" clId="{424CC4A3-94C0-43E4-A801-8F92997663E9}" dt="2024-08-26T15:12:55.657" v="2414" actId="20577"/>
          <ac:spMkLst>
            <pc:docMk/>
            <pc:sldMk cId="1447089258" sldId="266"/>
            <ac:spMk id="3" creationId="{5545E4FC-79EF-1577-7D6D-21CFB511159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  <pc:spChg chg="mod">
          <ac:chgData name="Georges MATHIO" userId="1057b68d-d9cf-4cd5-bc4c-3fe68ec33e97" providerId="ADAL" clId="{424CC4A3-94C0-43E4-A801-8F92997663E9}" dt="2024-08-26T15:13:46.344" v="2494" actId="20577"/>
          <ac:spMkLst>
            <pc:docMk/>
            <pc:sldMk cId="3988114519" sldId="267"/>
            <ac:spMk id="2" creationId="{B51FBBAB-DC1E-B2C0-C211-2F7122862320}"/>
          </ac:spMkLst>
        </pc:spChg>
        <pc:spChg chg="mod">
          <ac:chgData name="Georges MATHIO" userId="1057b68d-d9cf-4cd5-bc4c-3fe68ec33e97" providerId="ADAL" clId="{424CC4A3-94C0-43E4-A801-8F92997663E9}" dt="2024-08-27T07:03:38.654" v="2504" actId="20577"/>
          <ac:spMkLst>
            <pc:docMk/>
            <pc:sldMk cId="3988114519" sldId="267"/>
            <ac:spMk id="3" creationId="{EE484CE1-CF8F-90DE-E23F-C3FC92DA6BE9}"/>
          </ac:spMkLst>
        </pc:spChg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424CC4A3-94C0-43E4-A801-8F92997663E9}" dt="2024-08-23T08:48:36.644" v="89" actId="1410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2:49.362" v="111" actId="242"/>
          <ac:spMkLst>
            <pc:docMk/>
            <pc:sldMasterMk cId="0" sldId="2147483648"/>
            <ac:spMk id="3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4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5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6" creationId="{00000000-0000-0000-0000-000000000000}"/>
          </ac:spMkLst>
        </pc:spChg>
        <pc:picChg chg="add del mod">
          <ac:chgData name="Georges MATHIO" userId="1057b68d-d9cf-4cd5-bc4c-3fe68ec33e97" providerId="ADAL" clId="{424CC4A3-94C0-43E4-A801-8F92997663E9}" dt="2024-08-23T08:53:53.387" v="168" actId="478"/>
          <ac:picMkLst>
            <pc:docMk/>
            <pc:sldMasterMk cId="0" sldId="2147483648"/>
            <ac:picMk id="8" creationId="{0F51C33F-AA97-9554-C008-370ACF36E71F}"/>
          </ac:picMkLst>
        </pc:picChg>
        <pc:picChg chg="add del mod">
          <ac:chgData name="Georges MATHIO" userId="1057b68d-d9cf-4cd5-bc4c-3fe68ec33e97" providerId="ADAL" clId="{424CC4A3-94C0-43E4-A801-8F92997663E9}" dt="2024-08-23T08:53:52.669" v="167" actId="478"/>
          <ac:picMkLst>
            <pc:docMk/>
            <pc:sldMasterMk cId="0" sldId="2147483648"/>
            <ac:picMk id="10" creationId="{E064BDF9-A4F4-E395-C863-B08AC5761598}"/>
          </ac:picMkLst>
        </pc:picChg>
        <pc:picChg chg="add del mod">
          <ac:chgData name="Georges MATHIO" userId="1057b68d-d9cf-4cd5-bc4c-3fe68ec33e97" providerId="ADAL" clId="{424CC4A3-94C0-43E4-A801-8F92997663E9}" dt="2024-08-23T08:53:54.062" v="169" actId="478"/>
          <ac:picMkLst>
            <pc:docMk/>
            <pc:sldMasterMk cId="0" sldId="2147483648"/>
            <ac:picMk id="11" creationId="{154E8207-70F1-A47D-4832-0363BB96D820}"/>
          </ac:picMkLst>
        </pc:picChg>
        <pc:picChg chg="add del mod">
          <ac:chgData name="Georges MATHIO" userId="1057b68d-d9cf-4cd5-bc4c-3fe68ec33e97" providerId="ADAL" clId="{424CC4A3-94C0-43E4-A801-8F92997663E9}" dt="2024-08-23T08:54:00.618" v="185" actId="478"/>
          <ac:picMkLst>
            <pc:docMk/>
            <pc:sldMasterMk cId="0" sldId="2147483648"/>
            <ac:picMk id="12" creationId="{6BEE9CDA-72BD-2F9C-5B70-1E0E9D709902}"/>
          </ac:picMkLst>
        </pc:picChg>
        <pc:picChg chg="add del mod">
          <ac:chgData name="Georges MATHIO" userId="1057b68d-d9cf-4cd5-bc4c-3fe68ec33e97" providerId="ADAL" clId="{424CC4A3-94C0-43E4-A801-8F92997663E9}" dt="2024-08-23T08:54:00.367" v="184" actId="478"/>
          <ac:picMkLst>
            <pc:docMk/>
            <pc:sldMasterMk cId="0" sldId="2147483648"/>
            <ac:picMk id="13" creationId="{C4F116F8-1C5F-2478-CF28-0D3810A2C0BF}"/>
          </ac:picMkLst>
        </pc:picChg>
        <pc:picChg chg="add del mod">
          <ac:chgData name="Georges MATHIO" userId="1057b68d-d9cf-4cd5-bc4c-3fe68ec33e97" providerId="ADAL" clId="{424CC4A3-94C0-43E4-A801-8F92997663E9}" dt="2024-08-23T08:54:00.115" v="183" actId="478"/>
          <ac:picMkLst>
            <pc:docMk/>
            <pc:sldMasterMk cId="0" sldId="2147483648"/>
            <ac:picMk id="14" creationId="{3B315E94-0EE6-264A-0C80-15892819303C}"/>
          </ac:picMkLst>
        </pc:picChg>
        <pc:picChg chg="add del mod">
          <ac:chgData name="Georges MATHIO" userId="1057b68d-d9cf-4cd5-bc4c-3fe68ec33e97" providerId="ADAL" clId="{424CC4A3-94C0-43E4-A801-8F92997663E9}" dt="2024-08-23T08:53:59.872" v="182" actId="478"/>
          <ac:picMkLst>
            <pc:docMk/>
            <pc:sldMasterMk cId="0" sldId="2147483648"/>
            <ac:picMk id="15" creationId="{C7BE079D-D6E8-D758-B4D8-609C8926028F}"/>
          </ac:picMkLst>
        </pc:picChg>
        <pc:picChg chg="add del mod">
          <ac:chgData name="Georges MATHIO" userId="1057b68d-d9cf-4cd5-bc4c-3fe68ec33e97" providerId="ADAL" clId="{424CC4A3-94C0-43E4-A801-8F92997663E9}" dt="2024-08-23T08:53:59.620" v="181" actId="478"/>
          <ac:picMkLst>
            <pc:docMk/>
            <pc:sldMasterMk cId="0" sldId="2147483648"/>
            <ac:picMk id="16" creationId="{9D10609D-E47A-E211-4A44-1BD9C19420F3}"/>
          </ac:picMkLst>
        </pc:picChg>
        <pc:picChg chg="add del mod">
          <ac:chgData name="Georges MATHIO" userId="1057b68d-d9cf-4cd5-bc4c-3fe68ec33e97" providerId="ADAL" clId="{424CC4A3-94C0-43E4-A801-8F92997663E9}" dt="2024-08-23T08:53:59.361" v="180" actId="478"/>
          <ac:picMkLst>
            <pc:docMk/>
            <pc:sldMasterMk cId="0" sldId="2147483648"/>
            <ac:picMk id="17" creationId="{9848AACD-3448-AA2C-D3B6-D19CD662C1C5}"/>
          </ac:picMkLst>
        </pc:picChg>
        <pc:picChg chg="add del mod">
          <ac:chgData name="Georges MATHIO" userId="1057b68d-d9cf-4cd5-bc4c-3fe68ec33e97" providerId="ADAL" clId="{424CC4A3-94C0-43E4-A801-8F92997663E9}" dt="2024-08-23T08:53:59.086" v="179" actId="478"/>
          <ac:picMkLst>
            <pc:docMk/>
            <pc:sldMasterMk cId="0" sldId="2147483648"/>
            <ac:picMk id="18" creationId="{CD9274E4-FE25-816F-EF9C-8F159E4B7A06}"/>
          </ac:picMkLst>
        </pc:picChg>
        <pc:picChg chg="add del mod">
          <ac:chgData name="Georges MATHIO" userId="1057b68d-d9cf-4cd5-bc4c-3fe68ec33e97" providerId="ADAL" clId="{424CC4A3-94C0-43E4-A801-8F92997663E9}" dt="2024-08-23T08:53:58.811" v="178" actId="478"/>
          <ac:picMkLst>
            <pc:docMk/>
            <pc:sldMasterMk cId="0" sldId="2147483648"/>
            <ac:picMk id="19" creationId="{211322F9-76E5-3C52-5BBB-06779E1281BA}"/>
          </ac:picMkLst>
        </pc:picChg>
        <pc:picChg chg="add del mod">
          <ac:chgData name="Georges MATHIO" userId="1057b68d-d9cf-4cd5-bc4c-3fe68ec33e97" providerId="ADAL" clId="{424CC4A3-94C0-43E4-A801-8F92997663E9}" dt="2024-08-23T08:53:58.565" v="177" actId="478"/>
          <ac:picMkLst>
            <pc:docMk/>
            <pc:sldMasterMk cId="0" sldId="2147483648"/>
            <ac:picMk id="20" creationId="{67FBDBD6-A2EE-714F-E67B-EBB279EAAB6B}"/>
          </ac:picMkLst>
        </pc:picChg>
        <pc:picChg chg="add del mod">
          <ac:chgData name="Georges MATHIO" userId="1057b68d-d9cf-4cd5-bc4c-3fe68ec33e97" providerId="ADAL" clId="{424CC4A3-94C0-43E4-A801-8F92997663E9}" dt="2024-08-23T08:53:58.270" v="176" actId="478"/>
          <ac:picMkLst>
            <pc:docMk/>
            <pc:sldMasterMk cId="0" sldId="2147483648"/>
            <ac:picMk id="21" creationId="{42AD6290-1316-6813-34FF-E1C9D9077900}"/>
          </ac:picMkLst>
        </pc:picChg>
        <pc:picChg chg="add del mod">
          <ac:chgData name="Georges MATHIO" userId="1057b68d-d9cf-4cd5-bc4c-3fe68ec33e97" providerId="ADAL" clId="{424CC4A3-94C0-43E4-A801-8F92997663E9}" dt="2024-08-23T08:53:58.040" v="175" actId="478"/>
          <ac:picMkLst>
            <pc:docMk/>
            <pc:sldMasterMk cId="0" sldId="2147483648"/>
            <ac:picMk id="22" creationId="{5A50F741-28CB-9C4D-B5EB-773CFF34A906}"/>
          </ac:picMkLst>
        </pc:picChg>
        <pc:picChg chg="add del mod">
          <ac:chgData name="Georges MATHIO" userId="1057b68d-d9cf-4cd5-bc4c-3fe68ec33e97" providerId="ADAL" clId="{424CC4A3-94C0-43E4-A801-8F92997663E9}" dt="2024-08-23T08:53:55.122" v="170" actId="478"/>
          <ac:picMkLst>
            <pc:docMk/>
            <pc:sldMasterMk cId="0" sldId="2147483648"/>
            <ac:picMk id="23" creationId="{46561F19-5383-6157-7D81-19F51E506E53}"/>
          </ac:picMkLst>
        </pc:picChg>
        <pc:picChg chg="add del mod">
          <ac:chgData name="Georges MATHIO" userId="1057b68d-d9cf-4cd5-bc4c-3fe68ec33e97" providerId="ADAL" clId="{424CC4A3-94C0-43E4-A801-8F92997663E9}" dt="2024-08-23T08:53:57.732" v="174" actId="478"/>
          <ac:picMkLst>
            <pc:docMk/>
            <pc:sldMasterMk cId="0" sldId="2147483648"/>
            <ac:picMk id="24" creationId="{CB54F99D-DB95-38D6-F8D7-D3BB9F681E53}"/>
          </ac:picMkLst>
        </pc:picChg>
        <pc:picChg chg="add del mod">
          <ac:chgData name="Georges MATHIO" userId="1057b68d-d9cf-4cd5-bc4c-3fe68ec33e97" providerId="ADAL" clId="{424CC4A3-94C0-43E4-A801-8F92997663E9}" dt="2024-08-23T08:53:57.446" v="173" actId="478"/>
          <ac:picMkLst>
            <pc:docMk/>
            <pc:sldMasterMk cId="0" sldId="2147483648"/>
            <ac:picMk id="25" creationId="{09D11005-3436-9F92-91A1-159495BD09EA}"/>
          </ac:picMkLst>
        </pc:picChg>
        <pc:picChg chg="add del mod">
          <ac:chgData name="Georges MATHIO" userId="1057b68d-d9cf-4cd5-bc4c-3fe68ec33e97" providerId="ADAL" clId="{424CC4A3-94C0-43E4-A801-8F92997663E9}" dt="2024-08-23T08:53:57.076" v="172" actId="478"/>
          <ac:picMkLst>
            <pc:docMk/>
            <pc:sldMasterMk cId="0" sldId="2147483648"/>
            <ac:picMk id="26" creationId="{026A7858-07DF-3C22-305B-D9020CC4D0D0}"/>
          </ac:picMkLst>
        </pc:picChg>
        <pc:picChg chg="add del mod">
          <ac:chgData name="Georges MATHIO" userId="1057b68d-d9cf-4cd5-bc4c-3fe68ec33e97" providerId="ADAL" clId="{424CC4A3-94C0-43E4-A801-8F92997663E9}" dt="2024-08-23T08:53:56.606" v="171" actId="478"/>
          <ac:picMkLst>
            <pc:docMk/>
            <pc:sldMasterMk cId="0" sldId="2147483648"/>
            <ac:picMk id="27" creationId="{67E9D7AA-9F28-70C0-63EF-6A7FA42295F3}"/>
          </ac:picMkLst>
        </pc:picChg>
        <pc:picChg chg="add del mod">
          <ac:chgData name="Georges MATHIO" userId="1057b68d-d9cf-4cd5-bc4c-3fe68ec33e97" providerId="ADAL" clId="{424CC4A3-94C0-43E4-A801-8F92997663E9}" dt="2024-08-23T08:54:07.272" v="201" actId="478"/>
          <ac:picMkLst>
            <pc:docMk/>
            <pc:sldMasterMk cId="0" sldId="2147483648"/>
            <ac:picMk id="28" creationId="{B67C7EC4-0E3D-EE58-E079-688E10495508}"/>
          </ac:picMkLst>
        </pc:picChg>
        <pc:picChg chg="add del mod">
          <ac:chgData name="Georges MATHIO" userId="1057b68d-d9cf-4cd5-bc4c-3fe68ec33e97" providerId="ADAL" clId="{424CC4A3-94C0-43E4-A801-8F92997663E9}" dt="2024-08-23T08:54:06.979" v="200" actId="478"/>
          <ac:picMkLst>
            <pc:docMk/>
            <pc:sldMasterMk cId="0" sldId="2147483648"/>
            <ac:picMk id="29" creationId="{5F051A44-0031-11D9-3A39-7C72B34CDFF0}"/>
          </ac:picMkLst>
        </pc:picChg>
        <pc:picChg chg="add del mod">
          <ac:chgData name="Georges MATHIO" userId="1057b68d-d9cf-4cd5-bc4c-3fe68ec33e97" providerId="ADAL" clId="{424CC4A3-94C0-43E4-A801-8F92997663E9}" dt="2024-08-23T08:54:06.732" v="199" actId="478"/>
          <ac:picMkLst>
            <pc:docMk/>
            <pc:sldMasterMk cId="0" sldId="2147483648"/>
            <ac:picMk id="30" creationId="{4283C224-2784-07AD-3A22-F367ED1D6D28}"/>
          </ac:picMkLst>
        </pc:picChg>
        <pc:picChg chg="add del mod">
          <ac:chgData name="Georges MATHIO" userId="1057b68d-d9cf-4cd5-bc4c-3fe68ec33e97" providerId="ADAL" clId="{424CC4A3-94C0-43E4-A801-8F92997663E9}" dt="2024-08-23T08:54:06.461" v="198" actId="478"/>
          <ac:picMkLst>
            <pc:docMk/>
            <pc:sldMasterMk cId="0" sldId="2147483648"/>
            <ac:picMk id="31" creationId="{274C6931-467F-A9B2-C382-BF8027150F50}"/>
          </ac:picMkLst>
        </pc:picChg>
        <pc:picChg chg="add del mod">
          <ac:chgData name="Georges MATHIO" userId="1057b68d-d9cf-4cd5-bc4c-3fe68ec33e97" providerId="ADAL" clId="{424CC4A3-94C0-43E4-A801-8F92997663E9}" dt="2024-08-23T08:54:06.190" v="197" actId="478"/>
          <ac:picMkLst>
            <pc:docMk/>
            <pc:sldMasterMk cId="0" sldId="2147483648"/>
            <ac:picMk id="32" creationId="{94EA0710-D4C3-1277-8988-5F65B803C00F}"/>
          </ac:picMkLst>
        </pc:picChg>
        <pc:picChg chg="add del mod">
          <ac:chgData name="Georges MATHIO" userId="1057b68d-d9cf-4cd5-bc4c-3fe68ec33e97" providerId="ADAL" clId="{424CC4A3-94C0-43E4-A801-8F92997663E9}" dt="2024-08-23T08:54:05.919" v="196" actId="478"/>
          <ac:picMkLst>
            <pc:docMk/>
            <pc:sldMasterMk cId="0" sldId="2147483648"/>
            <ac:picMk id="33" creationId="{6CA6952E-BA27-529B-B34B-0EF9917416B8}"/>
          </ac:picMkLst>
        </pc:picChg>
        <pc:picChg chg="add del mod">
          <ac:chgData name="Georges MATHIO" userId="1057b68d-d9cf-4cd5-bc4c-3fe68ec33e97" providerId="ADAL" clId="{424CC4A3-94C0-43E4-A801-8F92997663E9}" dt="2024-08-23T08:54:05.648" v="195" actId="478"/>
          <ac:picMkLst>
            <pc:docMk/>
            <pc:sldMasterMk cId="0" sldId="2147483648"/>
            <ac:picMk id="34" creationId="{88F17029-6F81-AAD7-06B7-664D92F0F2CE}"/>
          </ac:picMkLst>
        </pc:picChg>
        <pc:picChg chg="add del mod">
          <ac:chgData name="Georges MATHIO" userId="1057b68d-d9cf-4cd5-bc4c-3fe68ec33e97" providerId="ADAL" clId="{424CC4A3-94C0-43E4-A801-8F92997663E9}" dt="2024-08-23T08:54:05.358" v="194" actId="478"/>
          <ac:picMkLst>
            <pc:docMk/>
            <pc:sldMasterMk cId="0" sldId="2147483648"/>
            <ac:picMk id="35" creationId="{1E1B1913-FF9A-4DA3-A5E0-7F8C663045C5}"/>
          </ac:picMkLst>
        </pc:picChg>
        <pc:picChg chg="add del mod">
          <ac:chgData name="Georges MATHIO" userId="1057b68d-d9cf-4cd5-bc4c-3fe68ec33e97" providerId="ADAL" clId="{424CC4A3-94C0-43E4-A801-8F92997663E9}" dt="2024-08-23T08:54:04.977" v="193" actId="478"/>
          <ac:picMkLst>
            <pc:docMk/>
            <pc:sldMasterMk cId="0" sldId="2147483648"/>
            <ac:picMk id="36" creationId="{2ED2B59A-2077-4BC7-11E2-4C338F5FC8FA}"/>
          </ac:picMkLst>
        </pc:picChg>
        <pc:picChg chg="add del mod">
          <ac:chgData name="Georges MATHIO" userId="1057b68d-d9cf-4cd5-bc4c-3fe68ec33e97" providerId="ADAL" clId="{424CC4A3-94C0-43E4-A801-8F92997663E9}" dt="2024-08-23T08:54:04.164" v="192" actId="478"/>
          <ac:picMkLst>
            <pc:docMk/>
            <pc:sldMasterMk cId="0" sldId="2147483648"/>
            <ac:picMk id="37" creationId="{0E98A1CE-E44A-861C-A80C-F29DBC0824D3}"/>
          </ac:picMkLst>
        </pc:picChg>
        <pc:picChg chg="add del mod">
          <ac:chgData name="Georges MATHIO" userId="1057b68d-d9cf-4cd5-bc4c-3fe68ec33e97" providerId="ADAL" clId="{424CC4A3-94C0-43E4-A801-8F92997663E9}" dt="2024-08-23T08:54:03.828" v="191" actId="478"/>
          <ac:picMkLst>
            <pc:docMk/>
            <pc:sldMasterMk cId="0" sldId="2147483648"/>
            <ac:picMk id="38" creationId="{3CD13574-17EE-A682-2644-0972E83B1515}"/>
          </ac:picMkLst>
        </pc:picChg>
        <pc:picChg chg="add del mod">
          <ac:chgData name="Georges MATHIO" userId="1057b68d-d9cf-4cd5-bc4c-3fe68ec33e97" providerId="ADAL" clId="{424CC4A3-94C0-43E4-A801-8F92997663E9}" dt="2024-08-23T08:54:03.580" v="190" actId="478"/>
          <ac:picMkLst>
            <pc:docMk/>
            <pc:sldMasterMk cId="0" sldId="2147483648"/>
            <ac:picMk id="39" creationId="{7CAABB4E-3A63-6357-C264-2473528BF185}"/>
          </ac:picMkLst>
        </pc:picChg>
        <pc:picChg chg="add del mod">
          <ac:chgData name="Georges MATHIO" userId="1057b68d-d9cf-4cd5-bc4c-3fe68ec33e97" providerId="ADAL" clId="{424CC4A3-94C0-43E4-A801-8F92997663E9}" dt="2024-08-23T08:54:03.332" v="189" actId="478"/>
          <ac:picMkLst>
            <pc:docMk/>
            <pc:sldMasterMk cId="0" sldId="2147483648"/>
            <ac:picMk id="40" creationId="{07ACCEDF-F56D-1F67-B1E4-83ED2BAADE31}"/>
          </ac:picMkLst>
        </pc:picChg>
        <pc:picChg chg="add del mod">
          <ac:chgData name="Georges MATHIO" userId="1057b68d-d9cf-4cd5-bc4c-3fe68ec33e97" providerId="ADAL" clId="{424CC4A3-94C0-43E4-A801-8F92997663E9}" dt="2024-08-23T08:54:03.089" v="188" actId="478"/>
          <ac:picMkLst>
            <pc:docMk/>
            <pc:sldMasterMk cId="0" sldId="2147483648"/>
            <ac:picMk id="41" creationId="{3D50217C-35C2-8309-4957-0EACABFD3767}"/>
          </ac:picMkLst>
        </pc:picChg>
        <pc:picChg chg="add del mod">
          <ac:chgData name="Georges MATHIO" userId="1057b68d-d9cf-4cd5-bc4c-3fe68ec33e97" providerId="ADAL" clId="{424CC4A3-94C0-43E4-A801-8F92997663E9}" dt="2024-08-23T08:54:02.837" v="187" actId="478"/>
          <ac:picMkLst>
            <pc:docMk/>
            <pc:sldMasterMk cId="0" sldId="2147483648"/>
            <ac:picMk id="42" creationId="{AAE4F9C7-009E-C5B0-C595-F669719749D3}"/>
          </ac:picMkLst>
        </pc:picChg>
        <pc:picChg chg="add del mod">
          <ac:chgData name="Georges MATHIO" userId="1057b68d-d9cf-4cd5-bc4c-3fe68ec33e97" providerId="ADAL" clId="{424CC4A3-94C0-43E4-A801-8F92997663E9}" dt="2024-08-23T08:54:02.502" v="186" actId="478"/>
          <ac:picMkLst>
            <pc:docMk/>
            <pc:sldMasterMk cId="0" sldId="2147483648"/>
            <ac:picMk id="43" creationId="{8CA3CD9D-4B55-DFFA-FB64-A225DEFE5AAA}"/>
          </ac:picMkLst>
        </pc:picChg>
        <pc:picChg chg="add del mod">
          <ac:chgData name="Georges MATHIO" userId="1057b68d-d9cf-4cd5-bc4c-3fe68ec33e97" providerId="ADAL" clId="{424CC4A3-94C0-43E4-A801-8F92997663E9}" dt="2024-08-23T08:54:20.481" v="203" actId="478"/>
          <ac:picMkLst>
            <pc:docMk/>
            <pc:sldMasterMk cId="0" sldId="2147483648"/>
            <ac:picMk id="44" creationId="{76F20058-CB51-9BCF-66D8-A69D0CBA05A1}"/>
          </ac:picMkLst>
        </pc:picChg>
        <pc:picChg chg="add del mod">
          <ac:chgData name="Georges MATHIO" userId="1057b68d-d9cf-4cd5-bc4c-3fe68ec33e97" providerId="ADAL" clId="{424CC4A3-94C0-43E4-A801-8F92997663E9}" dt="2024-08-23T08:54:52.855" v="208" actId="478"/>
          <ac:picMkLst>
            <pc:docMk/>
            <pc:sldMasterMk cId="0" sldId="2147483648"/>
            <ac:picMk id="45" creationId="{29CC7BCC-8F9F-1BF5-23DC-3A37AC4A54C0}"/>
          </ac:picMkLst>
        </pc:picChg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  <pc:spChg chg="add del">
            <ac:chgData name="Georges MATHIO" userId="1057b68d-d9cf-4cd5-bc4c-3fe68ec33e97" providerId="ADAL" clId="{424CC4A3-94C0-43E4-A801-8F92997663E9}" dt="2024-08-23T08:52:58.450" v="127" actId="47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2:52.399" v="116" actId="47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793" v="235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589" v="234" actId="47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add del mod">
            <ac:chgData name="Georges MATHIO" userId="1057b68d-d9cf-4cd5-bc4c-3fe68ec33e97" providerId="ADAL" clId="{424CC4A3-94C0-43E4-A801-8F92997663E9}" dt="2024-08-23T08:56:34.014" v="236" actId="478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3:44.237" v="166" actId="478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33.184" v="232" actId="167"/>
            <ac:picMkLst>
              <pc:docMk/>
              <pc:sldMasterMk cId="0" sldId="2147483648"/>
              <pc:sldLayoutMk cId="0" sldId="2147483649"/>
              <ac:picMk id="8" creationId="{6E3A0FE5-C39A-1C49-86B6-D92A234AE4B7}"/>
            </ac:picMkLst>
          </pc:picChg>
          <pc:picChg chg="add mod">
            <ac:chgData name="Georges MATHIO" userId="1057b68d-d9cf-4cd5-bc4c-3fe68ec33e97" providerId="ADAL" clId="{424CC4A3-94C0-43E4-A801-8F92997663E9}" dt="2024-08-23T08:54:41.138" v="206"/>
            <ac:picMkLst>
              <pc:docMk/>
              <pc:sldMasterMk cId="0" sldId="2147483648"/>
              <pc:sldLayoutMk cId="0" sldId="2147483649"/>
              <ac:picMk id="9" creationId="{3F729055-8133-87FB-66B4-579C0EA28CF3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4:33.462" v="205" actId="478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add mod">
            <ac:chgData name="Georges MATHIO" userId="1057b68d-d9cf-4cd5-bc4c-3fe68ec33e97" providerId="ADAL" clId="{424CC4A3-94C0-43E4-A801-8F92997663E9}" dt="2024-08-23T08:56:45.269" v="239"/>
            <ac:picMkLst>
              <pc:docMk/>
              <pc:sldMasterMk cId="0" sldId="2147483648"/>
              <pc:sldLayoutMk cId="0" sldId="2147483650"/>
              <ac:picMk id="8" creationId="{C0E4D736-DF0E-6FFB-D4A2-46F677BC3666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  <pc:spChg chg="add del mod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  <pc:picChg chg="add del mod">
            <ac:chgData name="Georges MATHIO" userId="1057b68d-d9cf-4cd5-bc4c-3fe68ec33e97" providerId="ADAL" clId="{424CC4A3-94C0-43E4-A801-8F92997663E9}" dt="2024-08-23T08:56:32.443" v="229" actId="478"/>
            <ac:picMkLst>
              <pc:docMk/>
              <pc:sldMasterMk cId="0" sldId="2147483648"/>
              <pc:sldLayoutMk cId="0" sldId="2147483654"/>
              <ac:picMk id="6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42.345" v="238" actId="167"/>
            <ac:picMkLst>
              <pc:docMk/>
              <pc:sldMasterMk cId="0" sldId="2147483648"/>
              <pc:sldLayoutMk cId="0" sldId="2147483654"/>
              <ac:picMk id="7" creationId="{91C81237-E8B3-96FF-4819-AA9DE4BC9394}"/>
            </ac:picMkLst>
          </pc:picChg>
        </pc:sldLayoutChg>
      </pc:sldMaster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7AAA15A0-340B-49C7-AFBC-B0ACA4018A2F}"/>
    <pc:docChg chg="undo redo custSel addSld delSld modSld">
      <pc:chgData name="Georges MATHIO" userId="1057b68d-d9cf-4cd5-bc4c-3fe68ec33e97" providerId="ADAL" clId="{7AAA15A0-340B-49C7-AFBC-B0ACA4018A2F}" dt="2024-09-26T09:55:16.647" v="312" actId="6549"/>
      <pc:docMkLst>
        <pc:docMk/>
      </pc:docMkLst>
      <pc:sldChg chg="delSp modSp mod">
        <pc:chgData name="Georges MATHIO" userId="1057b68d-d9cf-4cd5-bc4c-3fe68ec33e97" providerId="ADAL" clId="{7AAA15A0-340B-49C7-AFBC-B0ACA4018A2F}" dt="2024-09-26T08:46:12.897" v="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7AAA15A0-340B-49C7-AFBC-B0ACA4018A2F}" dt="2024-09-26T08:46:12.897" v="8" actId="20577"/>
          <ac:spMkLst>
            <pc:docMk/>
            <pc:sldMk cId="2526593619" sldId="256"/>
            <ac:spMk id="3" creationId="{00000000-0000-0000-0000-000000000000}"/>
          </ac:spMkLst>
        </pc:spChg>
        <pc:picChg chg="del">
          <ac:chgData name="Georges MATHIO" userId="1057b68d-d9cf-4cd5-bc4c-3fe68ec33e97" providerId="ADAL" clId="{7AAA15A0-340B-49C7-AFBC-B0ACA4018A2F}" dt="2024-09-26T08:46:09.138" v="1" actId="478"/>
          <ac:picMkLst>
            <pc:docMk/>
            <pc:sldMk cId="2526593619" sldId="256"/>
            <ac:picMk id="1026" creationId="{0894DCDB-9EDC-5DED-31AC-01B7CFC04937}"/>
          </ac:picMkLst>
        </pc:picChg>
      </pc:sldChg>
      <pc:sldChg chg="addSp delSp modSp new mod">
        <pc:chgData name="Georges MATHIO" userId="1057b68d-d9cf-4cd5-bc4c-3fe68ec33e97" providerId="ADAL" clId="{7AAA15A0-340B-49C7-AFBC-B0ACA4018A2F}" dt="2024-09-26T09:55:16.647" v="312" actId="6549"/>
        <pc:sldMkLst>
          <pc:docMk/>
          <pc:sldMk cId="1824297136" sldId="257"/>
        </pc:sldMkLst>
        <pc:spChg chg="mod">
          <ac:chgData name="Georges MATHIO" userId="1057b68d-d9cf-4cd5-bc4c-3fe68ec33e97" providerId="ADAL" clId="{7AAA15A0-340B-49C7-AFBC-B0ACA4018A2F}" dt="2024-09-26T09:55:09.401" v="308" actId="20577"/>
          <ac:spMkLst>
            <pc:docMk/>
            <pc:sldMk cId="1824297136" sldId="257"/>
            <ac:spMk id="2" creationId="{33E5B4A0-32B4-A6AE-6210-CF9464C80564}"/>
          </ac:spMkLst>
        </pc:spChg>
        <pc:spChg chg="add mod">
          <ac:chgData name="Georges MATHIO" userId="1057b68d-d9cf-4cd5-bc4c-3fe68ec33e97" providerId="ADAL" clId="{7AAA15A0-340B-49C7-AFBC-B0ACA4018A2F}" dt="2024-09-26T09:55:16.647" v="312" actId="6549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7AAA15A0-340B-49C7-AFBC-B0ACA4018A2F}" dt="2024-09-26T09:06:28.512" v="65" actId="14100"/>
          <ac:spMkLst>
            <pc:docMk/>
            <pc:sldMk cId="1824297136" sldId="257"/>
            <ac:spMk id="10" creationId="{9743D097-CC0D-F6F7-BA08-3BDBD61FA7C8}"/>
          </ac:spMkLst>
        </pc:spChg>
        <pc:picChg chg="add del mod">
          <ac:chgData name="Georges MATHIO" userId="1057b68d-d9cf-4cd5-bc4c-3fe68ec33e97" providerId="ADAL" clId="{7AAA15A0-340B-49C7-AFBC-B0ACA4018A2F}" dt="2024-09-26T08:55:23.641" v="55" actId="478"/>
          <ac:picMkLst>
            <pc:docMk/>
            <pc:sldMk cId="1824297136" sldId="257"/>
            <ac:picMk id="5" creationId="{FE735D51-E85C-E8FD-9627-31C6C8AA9A28}"/>
          </ac:picMkLst>
        </pc:picChg>
        <pc:picChg chg="add mod">
          <ac:chgData name="Georges MATHIO" userId="1057b68d-d9cf-4cd5-bc4c-3fe68ec33e97" providerId="ADAL" clId="{7AAA15A0-340B-49C7-AFBC-B0ACA4018A2F}" dt="2024-09-26T08:55:47.487" v="58" actId="1076"/>
          <ac:picMkLst>
            <pc:docMk/>
            <pc:sldMk cId="1824297136" sldId="257"/>
            <ac:picMk id="7" creationId="{C7D81A7E-7B33-5937-6838-D7CC8AD6CA2B}"/>
          </ac:picMkLst>
        </pc:picChg>
        <pc:picChg chg="add mod">
          <ac:chgData name="Georges MATHIO" userId="1057b68d-d9cf-4cd5-bc4c-3fe68ec33e97" providerId="ADAL" clId="{7AAA15A0-340B-49C7-AFBC-B0ACA4018A2F}" dt="2024-09-26T09:04:00.448" v="62" actId="1076"/>
          <ac:picMkLst>
            <pc:docMk/>
            <pc:sldMk cId="1824297136" sldId="257"/>
            <ac:picMk id="9" creationId="{59CADDEB-7579-FE28-281D-0238BE80DCD4}"/>
          </ac:picMkLst>
        </pc:pic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554076419" sldId="258"/>
        </pc:sldMkLst>
      </pc:sldChg>
      <pc:sldChg chg="addSp modSp new mod">
        <pc:chgData name="Georges MATHIO" userId="1057b68d-d9cf-4cd5-bc4c-3fe68ec33e97" providerId="ADAL" clId="{7AAA15A0-340B-49C7-AFBC-B0ACA4018A2F}" dt="2024-09-26T09:19:47.289" v="128"/>
        <pc:sldMkLst>
          <pc:docMk/>
          <pc:sldMk cId="2846849086" sldId="258"/>
        </pc:sldMkLst>
        <pc:spChg chg="add mod">
          <ac:chgData name="Georges MATHIO" userId="1057b68d-d9cf-4cd5-bc4c-3fe68ec33e97" providerId="ADAL" clId="{7AAA15A0-340B-49C7-AFBC-B0ACA4018A2F}" dt="2024-09-26T09:19:47.289" v="128"/>
          <ac:spMkLst>
            <pc:docMk/>
            <pc:sldMk cId="2846849086" sldId="258"/>
            <ac:spMk id="3" creationId="{589CD09B-464B-F46A-E68B-6D148F6FC0FD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26811849" sldId="259"/>
        </pc:sldMkLst>
      </pc:sldChg>
      <pc:sldChg chg="addSp modSp new mod">
        <pc:chgData name="Georges MATHIO" userId="1057b68d-d9cf-4cd5-bc4c-3fe68ec33e97" providerId="ADAL" clId="{7AAA15A0-340B-49C7-AFBC-B0ACA4018A2F}" dt="2024-09-26T09:24:06.340" v="158"/>
        <pc:sldMkLst>
          <pc:docMk/>
          <pc:sldMk cId="283063719" sldId="259"/>
        </pc:sldMkLst>
        <pc:spChg chg="mod">
          <ac:chgData name="Georges MATHIO" userId="1057b68d-d9cf-4cd5-bc4c-3fe68ec33e97" providerId="ADAL" clId="{7AAA15A0-340B-49C7-AFBC-B0ACA4018A2F}" dt="2024-09-26T09:23:56.549" v="156" actId="20577"/>
          <ac:spMkLst>
            <pc:docMk/>
            <pc:sldMk cId="283063719" sldId="259"/>
            <ac:spMk id="2" creationId="{152FE92A-A634-DACF-7636-D1B81B10EC73}"/>
          </ac:spMkLst>
        </pc:spChg>
        <pc:spChg chg="add mod">
          <ac:chgData name="Georges MATHIO" userId="1057b68d-d9cf-4cd5-bc4c-3fe68ec33e97" providerId="ADAL" clId="{7AAA15A0-340B-49C7-AFBC-B0ACA4018A2F}" dt="2024-09-26T09:24:06.340" v="158"/>
          <ac:spMkLst>
            <pc:docMk/>
            <pc:sldMk cId="283063719" sldId="259"/>
            <ac:spMk id="3" creationId="{19A65D58-BFCF-E801-1825-C2357BBE48AE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559389067" sldId="260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390649631" sldId="262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462972198" sldId="263"/>
        </pc:sldMkLst>
      </pc:sldChg>
      <pc:sldChg chg="modSp add mod">
        <pc:chgData name="Georges MATHIO" userId="1057b68d-d9cf-4cd5-bc4c-3fe68ec33e97" providerId="ADAL" clId="{7AAA15A0-340B-49C7-AFBC-B0ACA4018A2F}" dt="2024-09-26T09:27:15.774" v="271" actId="20577"/>
        <pc:sldMkLst>
          <pc:docMk/>
          <pc:sldMk cId="2592200161" sldId="264"/>
        </pc:sldMkLst>
        <pc:spChg chg="mod">
          <ac:chgData name="Georges MATHIO" userId="1057b68d-d9cf-4cd5-bc4c-3fe68ec33e97" providerId="ADAL" clId="{7AAA15A0-340B-49C7-AFBC-B0ACA4018A2F}" dt="2024-09-26T09:26:36.686" v="181" actId="20577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7AAA15A0-340B-49C7-AFBC-B0ACA4018A2F}" dt="2024-09-26T09:27:15.774" v="271" actId="20577"/>
          <ac:spMkLst>
            <pc:docMk/>
            <pc:sldMk cId="2592200161" sldId="264"/>
            <ac:spMk id="6" creationId="{37E68E50-1F8D-C6EF-3F0A-17CAC14C946D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235624482" sldId="264"/>
        </pc:sldMkLst>
      </pc:sldChg>
      <pc:sldChg chg="modSp add del mod">
        <pc:chgData name="Georges MATHIO" userId="1057b68d-d9cf-4cd5-bc4c-3fe68ec33e97" providerId="ADAL" clId="{7AAA15A0-340B-49C7-AFBC-B0ACA4018A2F}" dt="2024-09-26T09:20:40.644" v="134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7AAA15A0-340B-49C7-AFBC-B0ACA4018A2F}" dt="2024-09-26T09:20:27.625" v="132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7AAA15A0-340B-49C7-AFBC-B0ACA4018A2F}" dt="2024-09-26T09:20:40.644" v="134" actId="20577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7AAA15A0-340B-49C7-AFBC-B0ACA4018A2F}" dt="2024-09-26T09:20:38.286" v="133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add del">
        <pc:chgData name="Georges MATHIO" userId="1057b68d-d9cf-4cd5-bc4c-3fe68ec33e97" providerId="ADAL" clId="{7AAA15A0-340B-49C7-AFBC-B0ACA4018A2F}" dt="2024-09-26T09:20:21.491" v="131"/>
        <pc:sldMkLst>
          <pc:docMk/>
          <pc:sldMk cId="1583129312" sldId="26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284228860" sldId="26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104381753" sldId="267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13480732" sldId="271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284553537" sldId="272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300471138" sldId="273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4205069961" sldId="274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236964428" sldId="275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244614476" sldId="27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793604676" sldId="277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511482636" sldId="278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744596131" sldId="280"/>
        </pc:sldMkLst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  <pc:picChg chg="add mod">
          <ac:chgData name="Georges MATHIO" userId="S::georges.mathio@estia.fr::1057b68d-d9cf-4cd5-bc4c-3fe68ec33e97" providerId="AD" clId="Web-{F53324A8-73B9-DE5A-2785-85B2E009E62C}" dt="2023-11-27T16:08:35.615" v="224" actId="1076"/>
          <ac:picMkLst>
            <pc:docMk/>
            <pc:sldMk cId="3870140485" sldId="265"/>
            <ac:picMk id="9" creationId="{658CB9B6-DEB4-E9E0-5341-E2CDB7731147}"/>
          </ac:picMkLst>
        </pc:picChg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  <pc:spChg chg="mod">
          <ac:chgData name="Georges MATHIO" userId="S::georges.mathio@estia.fr::1057b68d-d9cf-4cd5-bc4c-3fe68ec33e97" providerId="AD" clId="Web-{F53324A8-73B9-DE5A-2785-85B2E009E62C}" dt="2023-11-27T16:02:12.132" v="9" actId="20577"/>
          <ac:spMkLst>
            <pc:docMk/>
            <pc:sldMk cId="1487403360" sldId="266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F53324A8-73B9-DE5A-2785-85B2E009E62C}" dt="2023-11-27T16:07:53.332" v="220" actId="20577"/>
          <ac:spMkLst>
            <pc:docMk/>
            <pc:sldMk cId="1487403360" sldId="266"/>
            <ac:spMk id="3" creationId="{B5620FEA-FA3C-B3F6-C2FC-F9D51C3D46CB}"/>
          </ac:spMkLst>
        </pc:spChg>
        <pc:spChg chg="add mod">
          <ac:chgData name="Georges MATHIO" userId="S::georges.mathio@estia.fr::1057b68d-d9cf-4cd5-bc4c-3fe68ec33e97" providerId="AD" clId="Web-{F53324A8-73B9-DE5A-2785-85B2E009E62C}" dt="2023-11-27T16:07:09.721" v="213" actId="20577"/>
          <ac:spMkLst>
            <pc:docMk/>
            <pc:sldMk cId="1487403360" sldId="266"/>
            <ac:spMk id="8" creationId="{2896A83E-C8E6-846E-55FB-564BB0253107}"/>
          </ac:spMkLst>
        </pc:spChg>
        <pc:picChg chg="add mod">
          <ac:chgData name="Georges MATHIO" userId="S::georges.mathio@estia.fr::1057b68d-d9cf-4cd5-bc4c-3fe68ec33e97" providerId="AD" clId="Web-{F53324A8-73B9-DE5A-2785-85B2E009E62C}" dt="2023-11-27T16:07:13.050" v="214" actId="1076"/>
          <ac:picMkLst>
            <pc:docMk/>
            <pc:sldMk cId="1487403360" sldId="266"/>
            <ac:picMk id="6" creationId="{B062D537-4C69-6E39-1142-D3403EFDB13F}"/>
          </ac:picMkLst>
        </pc:picChg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36ED8768-8026-1B55-FA1B-B63F3BAF7377}" dt="2023-11-27T16:15:30.705" v="2" actId="20577"/>
          <ac:spMkLst>
            <pc:docMk/>
            <pc:sldMk cId="2482283123" sldId="259"/>
            <ac:spMk id="3" creationId="{B5620FEA-FA3C-B3F6-C2FC-F9D51C3D46CB}"/>
          </ac:spMkLst>
        </pc:spChg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D188567B-FEA3-3AFD-7A3D-A0834D404585}" dt="2024-07-18T11:43:39.533" v="3" actId="1076"/>
          <ac:spMkLst>
            <pc:docMk/>
            <pc:sldMk cId="2482283123" sldId="259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D188567B-FEA3-3AFD-7A3D-A0834D404585}" dt="2024-07-18T11:45:28.694" v="5" actId="20577"/>
          <ac:spMkLst>
            <pc:docMk/>
            <pc:sldMk cId="1455700223" sldId="263"/>
            <ac:spMk id="14" creationId="{7E30C4D4-D051-74FE-764D-C642BFBB0D1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04/12/2024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04/12/2024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pic>
        <p:nvPicPr>
          <p:cNvPr id="8" name="Picture 5" descr="Celestia-R1---OverlayContentHD.png">
            <a:extLst>
              <a:ext uri="{FF2B5EF4-FFF2-40B4-BE49-F238E27FC236}">
                <a16:creationId xmlns:a16="http://schemas.microsoft.com/office/drawing/2014/main" id="{C0E4D736-DF0E-6FFB-D4A2-46F677BC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elestia-R1---OverlayContentHD.png">
            <a:extLst>
              <a:ext uri="{FF2B5EF4-FFF2-40B4-BE49-F238E27FC236}">
                <a16:creationId xmlns:a16="http://schemas.microsoft.com/office/drawing/2014/main" id="{91C81237-E8B3-96FF-4819-AA9DE4BC93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pl.nasa.gov/edu/resources/teachable-moment/how-scientists-captured-the-first-image-of-a-black-hol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blog/openssh-and-xz-liblzma" TargetMode="External"/><Relationship Id="rId2" Type="http://schemas.openxmlformats.org/officeDocument/2006/relationships/hyperlink" Target="https://en.wikipedia.org/wiki/Linux_Unified_Key_Setu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blog.cloudflare.com/how-the-nsa-may-have-put-a-backdoor-in-rsas-cryptography-a-technical-primer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melchiorre-andrea.medium.com/my-journey-to-aws-solution-architect-exam-part-46-aws-storage-extra-snow-family-fsx-60c410dc7184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01915" y="1989751"/>
            <a:ext cx="4879529" cy="2013633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GB" sz="7200" dirty="0">
                <a:cs typeface="Calibri Light"/>
              </a:rPr>
              <a:t>Cloud Engineering</a:t>
            </a:r>
            <a:endParaRPr lang="en-GB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075784" y="4951831"/>
            <a:ext cx="3459133" cy="961290"/>
          </a:xfrm>
        </p:spPr>
        <p:txBody>
          <a:bodyPr rtlCol="0">
            <a:normAutofit/>
          </a:bodyPr>
          <a:lstStyle/>
          <a:p>
            <a:pPr marL="0" indent="0" algn="r">
              <a:buNone/>
            </a:pPr>
            <a:r>
              <a:rPr lang="en-GB" sz="2800" dirty="0">
                <a:cs typeface="Calibri"/>
              </a:rPr>
              <a:t>Storage resources</a:t>
            </a:r>
            <a:endParaRPr lang="en-US" sz="2800" dirty="0"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C1C90CF-004D-6038-256A-A81E08670FC7}"/>
              </a:ext>
            </a:extLst>
          </p:cNvPr>
          <p:cNvSpPr txBox="1"/>
          <p:nvPr/>
        </p:nvSpPr>
        <p:spPr>
          <a:xfrm>
            <a:off x="873759" y="5645335"/>
            <a:ext cx="5295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It </a:t>
            </a:r>
            <a:r>
              <a:rPr lang="fr-FR" i="1" dirty="0" err="1"/>
              <a:t>took</a:t>
            </a:r>
            <a:r>
              <a:rPr lang="fr-FR" i="1" dirty="0"/>
              <a:t> 5 </a:t>
            </a:r>
            <a:r>
              <a:rPr lang="fr-FR" i="1" dirty="0" err="1"/>
              <a:t>petabytes</a:t>
            </a:r>
            <a:r>
              <a:rPr lang="fr-FR" i="1" dirty="0"/>
              <a:t> of </a:t>
            </a:r>
            <a:r>
              <a:rPr lang="fr-FR" i="1" dirty="0" err="1"/>
              <a:t>raw</a:t>
            </a:r>
            <a:r>
              <a:rPr lang="fr-FR" i="1" dirty="0"/>
              <a:t> data to </a:t>
            </a:r>
            <a:r>
              <a:rPr lang="fr-FR" i="1" dirty="0" err="1"/>
              <a:t>generate</a:t>
            </a:r>
            <a:r>
              <a:rPr lang="fr-FR" i="1" dirty="0"/>
              <a:t> the first direct image of the black </a:t>
            </a:r>
            <a:r>
              <a:rPr lang="fr-FR" i="1" dirty="0" err="1"/>
              <a:t>hole</a:t>
            </a:r>
            <a:r>
              <a:rPr lang="fr-FR" i="1" dirty="0"/>
              <a:t> M87* in 2021 -  </a:t>
            </a:r>
            <a:r>
              <a:rPr lang="fr-FR" i="1" dirty="0">
                <a:hlinkClick r:id="rId3"/>
              </a:rPr>
              <a:t>NASA</a:t>
            </a:r>
            <a:r>
              <a:rPr lang="fr-FR" i="1" dirty="0"/>
              <a:t>  </a:t>
            </a:r>
            <a:endParaRPr lang="en-GB" i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837DA72-1A78-40A8-ED2E-8E7D94ECE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06" y="690283"/>
            <a:ext cx="6285251" cy="47870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59E7EC82-ED69-6010-A00D-D5FC153FA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793" y="777940"/>
            <a:ext cx="5002691" cy="489201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3E5B4A0-32B4-A6AE-6210-CF9464C8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77468A-C6BD-DFB1-948A-75293497D502}"/>
              </a:ext>
            </a:extLst>
          </p:cNvPr>
          <p:cNvSpPr txBox="1"/>
          <p:nvPr/>
        </p:nvSpPr>
        <p:spPr>
          <a:xfrm>
            <a:off x="880533" y="1845733"/>
            <a:ext cx="3556000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VMs</a:t>
            </a:r>
            <a:r>
              <a:rPr lang="fr-FR" dirty="0"/>
              <a:t> </a:t>
            </a:r>
            <a:r>
              <a:rPr lang="fr-FR" dirty="0" err="1"/>
              <a:t>Disks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Network </a:t>
            </a:r>
            <a:r>
              <a:rPr lang="fr-FR" dirty="0" err="1"/>
              <a:t>storage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Blob </a:t>
            </a:r>
            <a:r>
              <a:rPr lang="fr-FR" dirty="0" err="1"/>
              <a:t>storage</a:t>
            </a:r>
            <a:r>
              <a:rPr lang="fr-FR" dirty="0"/>
              <a:t> - S3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Databases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Archiving</a:t>
            </a:r>
            <a:r>
              <a:rPr lang="fr-FR" dirty="0"/>
              <a:t> (hot / cold)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Security </a:t>
            </a:r>
            <a:r>
              <a:rPr lang="fr-FR" dirty="0" err="1"/>
              <a:t>storage</a:t>
            </a:r>
            <a:r>
              <a:rPr lang="fr-FR" dirty="0"/>
              <a:t> : </a:t>
            </a:r>
            <a:r>
              <a:rPr lang="fr-FR" dirty="0" err="1"/>
              <a:t>Vaults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Edge </a:t>
            </a:r>
            <a:r>
              <a:rPr lang="fr-FR" dirty="0" err="1"/>
              <a:t>compute</a:t>
            </a:r>
            <a:r>
              <a:rPr lang="fr-FR" dirty="0"/>
              <a:t> &amp; </a:t>
            </a:r>
            <a:r>
              <a:rPr lang="fr-FR" dirty="0" err="1"/>
              <a:t>storage</a:t>
            </a:r>
            <a:endParaRPr lang="en-GB" dirty="0"/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9743D097-CC0D-F6F7-BA08-3BDBD61FA7C8}"/>
              </a:ext>
            </a:extLst>
          </p:cNvPr>
          <p:cNvSpPr/>
          <p:nvPr/>
        </p:nvSpPr>
        <p:spPr>
          <a:xfrm>
            <a:off x="8520681" y="4496712"/>
            <a:ext cx="1634996" cy="10355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14">
            <a:extLst>
              <a:ext uri="{FF2B5EF4-FFF2-40B4-BE49-F238E27FC236}">
                <a16:creationId xmlns:a16="http://schemas.microsoft.com/office/drawing/2014/main" id="{2CC57F4C-DF96-4C60-3FD1-F0904E26E7CC}"/>
              </a:ext>
            </a:extLst>
          </p:cNvPr>
          <p:cNvSpPr/>
          <p:nvPr/>
        </p:nvSpPr>
        <p:spPr>
          <a:xfrm>
            <a:off x="6014548" y="4482017"/>
            <a:ext cx="1634996" cy="10355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29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6C23AE-5964-8351-9B90-B1CE8477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VM’s</a:t>
            </a:r>
            <a:r>
              <a:rPr lang="fr-FR" dirty="0"/>
              <a:t> Local </a:t>
            </a:r>
            <a:r>
              <a:rPr lang="fr-FR" dirty="0" err="1"/>
              <a:t>virtual</a:t>
            </a:r>
            <a:r>
              <a:rPr lang="fr-FR" dirty="0"/>
              <a:t> </a:t>
            </a:r>
            <a:r>
              <a:rPr lang="fr-FR" dirty="0" err="1"/>
              <a:t>disk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89CD09B-464B-F46A-E68B-6D148F6FC0FD}"/>
              </a:ext>
            </a:extLst>
          </p:cNvPr>
          <p:cNvSpPr txBox="1"/>
          <p:nvPr/>
        </p:nvSpPr>
        <p:spPr>
          <a:xfrm>
            <a:off x="303921" y="1927698"/>
            <a:ext cx="6537600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The disk (block storage) carrying the VM’s</a:t>
            </a:r>
            <a:br>
              <a:rPr lang="en-GB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</a:br>
            <a:r>
              <a:rPr lang="en-GB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Root File System and local files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solidFill>
                <a:srgbClr val="E6E6E6"/>
              </a:solidFill>
              <a:latin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6E6E6"/>
                </a:solidFill>
                <a:latin typeface="Segoe UI" panose="020B0502040204020203" pitchFamily="34" charset="0"/>
              </a:rPr>
              <a:t>I</a:t>
            </a:r>
            <a:r>
              <a:rPr lang="en-GB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ntended for access by a single VM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solidFill>
                <a:srgbClr val="E6E6E6"/>
              </a:solidFill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Backup (snapshot) into long term storage</a:t>
            </a:r>
            <a:br>
              <a:rPr lang="en-GB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</a:br>
            <a:endParaRPr lang="en-GB" i="0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Azure </a:t>
            </a:r>
            <a:r>
              <a:rPr lang="fr-FR" dirty="0" err="1"/>
              <a:t>equivalent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« Azure </a:t>
            </a:r>
            <a:r>
              <a:rPr lang="fr-FR" dirty="0" err="1"/>
              <a:t>Managed</a:t>
            </a:r>
            <a:r>
              <a:rPr lang="fr-FR" dirty="0"/>
              <a:t> </a:t>
            </a:r>
            <a:r>
              <a:rPr lang="fr-FR" dirty="0" err="1"/>
              <a:t>Disks</a:t>
            </a:r>
            <a:r>
              <a:rPr lang="fr-FR" dirty="0"/>
              <a:t> »</a:t>
            </a:r>
          </a:p>
        </p:txBody>
      </p:sp>
      <p:pic>
        <p:nvPicPr>
          <p:cNvPr id="6" name="Image 5" descr="Une image contenant texte, capture d’écran, diagramme, nombre&#10;&#10;Description générée automatiquement">
            <a:extLst>
              <a:ext uri="{FF2B5EF4-FFF2-40B4-BE49-F238E27FC236}">
                <a16:creationId xmlns:a16="http://schemas.microsoft.com/office/drawing/2014/main" id="{C045F03C-9AC1-ACA7-4E3A-1096F20E8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198" y="1278558"/>
            <a:ext cx="5458637" cy="3064842"/>
          </a:xfrm>
          <a:prstGeom prst="roundRect">
            <a:avLst>
              <a:gd name="adj" fmla="val 2656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BD58132-339E-415A-6A5B-735ECED0D440}"/>
              </a:ext>
            </a:extLst>
          </p:cNvPr>
          <p:cNvSpPr txBox="1"/>
          <p:nvPr/>
        </p:nvSpPr>
        <p:spPr>
          <a:xfrm>
            <a:off x="6965588" y="4284627"/>
            <a:ext cx="4115679" cy="456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fr-FR" i="1" dirty="0">
                <a:solidFill>
                  <a:srgbClr val="E6E6E6"/>
                </a:solidFill>
                <a:latin typeface="Segoe UI" panose="020B0502040204020203" pitchFamily="34" charset="0"/>
              </a:rPr>
              <a:t>A</a:t>
            </a:r>
            <a:r>
              <a:rPr lang="en-GB" i="1" dirty="0">
                <a:solidFill>
                  <a:srgbClr val="E6E6E6"/>
                </a:solidFill>
                <a:latin typeface="Segoe UI" panose="020B0502040204020203" pitchFamily="34" charset="0"/>
              </a:rPr>
              <a:t>WS Elastic Block Storage (EBS)</a:t>
            </a:r>
            <a:endParaRPr lang="en-GB" i="1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92508BD-99FF-B00A-98E2-369108ECD365}"/>
              </a:ext>
            </a:extLst>
          </p:cNvPr>
          <p:cNvSpPr txBox="1"/>
          <p:nvPr/>
        </p:nvSpPr>
        <p:spPr>
          <a:xfrm>
            <a:off x="685801" y="9032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Similar to a physical disk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0965E62-FB66-FB30-35EC-211123E5BCE0}"/>
              </a:ext>
            </a:extLst>
          </p:cNvPr>
          <p:cNvSpPr txBox="1"/>
          <p:nvPr/>
        </p:nvSpPr>
        <p:spPr>
          <a:xfrm>
            <a:off x="1768538" y="6297934"/>
            <a:ext cx="901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Ref: https://learn.microsoft.com/en-us/azure/architecture/aws-professional/storage</a:t>
            </a:r>
          </a:p>
        </p:txBody>
      </p:sp>
    </p:spTree>
    <p:extLst>
      <p:ext uri="{BB962C8B-B14F-4D97-AF65-F5344CB8AC3E}">
        <p14:creationId xmlns:p14="http://schemas.microsoft.com/office/powerpoint/2010/main" val="284684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CC0A4-0286-88E2-E410-B2C311F1E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2A9B05-3C60-ABB6-6A72-05C5A9E8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Network File System</a:t>
            </a:r>
            <a:endParaRPr lang="en-GB" dirty="0"/>
          </a:p>
        </p:txBody>
      </p:sp>
      <p:pic>
        <p:nvPicPr>
          <p:cNvPr id="3074" name="Picture 2" descr="One Zone file system with a single mount target created in the same Availability Zone.">
            <a:extLst>
              <a:ext uri="{FF2B5EF4-FFF2-40B4-BE49-F238E27FC236}">
                <a16:creationId xmlns:a16="http://schemas.microsoft.com/office/drawing/2014/main" id="{8B1F2424-CA04-E136-BF5D-144F013B6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206" y="700369"/>
            <a:ext cx="4511993" cy="3844538"/>
          </a:xfrm>
          <a:prstGeom prst="roundRect">
            <a:avLst>
              <a:gd name="adj" fmla="val 938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85B1F65-3D47-14F3-4B82-CC9371DE2138}"/>
              </a:ext>
            </a:extLst>
          </p:cNvPr>
          <p:cNvSpPr txBox="1"/>
          <p:nvPr/>
        </p:nvSpPr>
        <p:spPr>
          <a:xfrm>
            <a:off x="685801" y="9032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Similar to a Samba or NFS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C8BF86-FD1A-3066-C385-523639C8BBAB}"/>
              </a:ext>
            </a:extLst>
          </p:cNvPr>
          <p:cNvSpPr txBox="1"/>
          <p:nvPr/>
        </p:nvSpPr>
        <p:spPr>
          <a:xfrm>
            <a:off x="303921" y="1927698"/>
            <a:ext cx="6537600" cy="1988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File storage meant for use as shared storage for many VMs.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solidFill>
                <a:srgbClr val="E6E6E6"/>
              </a:solidFill>
              <a:latin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Can be mounted </a:t>
            </a:r>
            <a:r>
              <a:rPr lang="en-GB" dirty="0">
                <a:solidFill>
                  <a:srgbClr val="E6E6E6"/>
                </a:solidFill>
                <a:latin typeface="Segoe UI" panose="020B0502040204020203" pitchFamily="34" charset="0"/>
              </a:rPr>
              <a:t>by on-prem PCs</a:t>
            </a:r>
            <a:br>
              <a:rPr lang="en-GB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</a:br>
            <a:endParaRPr lang="en-GB" i="0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Azure </a:t>
            </a:r>
            <a:r>
              <a:rPr lang="fr-FR" dirty="0" err="1"/>
              <a:t>equivalent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« Azure Files »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0D1356D-8261-D592-6D22-B7D67DA8A1C8}"/>
              </a:ext>
            </a:extLst>
          </p:cNvPr>
          <p:cNvSpPr txBox="1"/>
          <p:nvPr/>
        </p:nvSpPr>
        <p:spPr>
          <a:xfrm>
            <a:off x="7456655" y="4544907"/>
            <a:ext cx="4115679" cy="456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fr-FR" i="1" dirty="0">
                <a:solidFill>
                  <a:srgbClr val="E6E6E6"/>
                </a:solidFill>
                <a:latin typeface="Segoe UI" panose="020B0502040204020203" pitchFamily="34" charset="0"/>
              </a:rPr>
              <a:t>A</a:t>
            </a:r>
            <a:r>
              <a:rPr lang="en-GB" i="1" dirty="0">
                <a:solidFill>
                  <a:srgbClr val="E6E6E6"/>
                </a:solidFill>
                <a:latin typeface="Segoe UI" panose="020B0502040204020203" pitchFamily="34" charset="0"/>
              </a:rPr>
              <a:t>WS Elastic File System (EFS)</a:t>
            </a:r>
            <a:endParaRPr lang="en-GB" i="1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54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A092-1827-CFD1-74AB-F1A8A466A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15BCA2-A019-1E44-0ABE-65230325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Simple Storage Service : S3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814F1E2-5D15-74E6-9176-CF8EB914457F}"/>
              </a:ext>
            </a:extLst>
          </p:cNvPr>
          <p:cNvSpPr txBox="1"/>
          <p:nvPr/>
        </p:nvSpPr>
        <p:spPr>
          <a:xfrm>
            <a:off x="685801" y="1750443"/>
            <a:ext cx="10868130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Bucket</a:t>
            </a:r>
            <a:r>
              <a:rPr lang="fr-FR" dirty="0"/>
              <a:t> ➡️ directory, </a:t>
            </a:r>
            <a:r>
              <a:rPr lang="fr-FR" dirty="0" err="1"/>
              <a:t>globally</a:t>
            </a:r>
            <a:r>
              <a:rPr lang="fr-FR" dirty="0"/>
              <a:t> unique, per </a:t>
            </a:r>
            <a:r>
              <a:rPr lang="fr-FR" dirty="0" err="1"/>
              <a:t>region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Object ➡️ file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the data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accessed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an HTTP API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Consolas" panose="020B0609020204030204" pitchFamily="49" charset="0"/>
              </a:rPr>
              <a:t>GET https://</a:t>
            </a:r>
            <a:r>
              <a:rPr lang="fr-FR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my-unique-bucket</a:t>
            </a:r>
            <a:r>
              <a:rPr lang="fr-FR" dirty="0">
                <a:latin typeface="Consolas" panose="020B0609020204030204" pitchFamily="49" charset="0"/>
              </a:rPr>
              <a:t>.s3.</a:t>
            </a:r>
            <a:r>
              <a:rPr lang="fr-FR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eu-west-1</a:t>
            </a:r>
            <a:r>
              <a:rPr lang="fr-FR" dirty="0">
                <a:latin typeface="Consolas" panose="020B0609020204030204" pitchFamily="49" charset="0"/>
              </a:rPr>
              <a:t>.amazonaws.com/</a:t>
            </a:r>
            <a:r>
              <a:rPr lang="fr-FR" b="1" dirty="0">
                <a:solidFill>
                  <a:srgbClr val="FF99CC"/>
                </a:solidFill>
                <a:latin typeface="Consolas" panose="020B0609020204030204" pitchFamily="49" charset="0"/>
              </a:rPr>
              <a:t>photos/puppy.jpg</a:t>
            </a:r>
            <a:br>
              <a:rPr lang="fr-FR" dirty="0">
                <a:latin typeface="Consolas" panose="020B0609020204030204" pitchFamily="49" charset="0"/>
              </a:rPr>
            </a:br>
            <a:r>
              <a:rPr lang="fr-FR" dirty="0">
                <a:latin typeface="Consolas" panose="020B0609020204030204" pitchFamily="49" charset="0"/>
              </a:rPr>
              <a:t>             </a:t>
            </a:r>
            <a:r>
              <a:rPr lang="fr-FR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bucket</a:t>
            </a:r>
            <a:r>
              <a:rPr lang="fr-FR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fr-FR" dirty="0">
                <a:latin typeface="Consolas" panose="020B0609020204030204" pitchFamily="49" charset="0"/>
              </a:rPr>
              <a:t>         </a:t>
            </a:r>
            <a:r>
              <a:rPr lang="fr-FR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region</a:t>
            </a:r>
            <a:r>
              <a:rPr lang="fr-FR" dirty="0">
                <a:latin typeface="Consolas" panose="020B0609020204030204" pitchFamily="49" charset="0"/>
              </a:rPr>
              <a:t>                   </a:t>
            </a:r>
            <a:r>
              <a:rPr lang="fr-FR" dirty="0" err="1">
                <a:solidFill>
                  <a:srgbClr val="FF99CC"/>
                </a:solidFill>
                <a:latin typeface="Consolas" panose="020B0609020204030204" pitchFamily="49" charset="0"/>
              </a:rPr>
              <a:t>object</a:t>
            </a:r>
            <a:r>
              <a:rPr lang="fr-FR" dirty="0">
                <a:solidFill>
                  <a:srgbClr val="FF99CC"/>
                </a:solidFill>
                <a:latin typeface="Consolas" panose="020B0609020204030204" pitchFamily="49" charset="0"/>
              </a:rPr>
              <a:t> key</a:t>
            </a:r>
            <a:r>
              <a:rPr lang="fr-FR" dirty="0">
                <a:latin typeface="Consolas" panose="020B0609020204030204" pitchFamily="49" charset="0"/>
              </a:rPr>
              <a:t>     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SDK &amp; CLI </a:t>
            </a:r>
            <a:r>
              <a:rPr lang="fr-FR" dirty="0" err="1"/>
              <a:t>often</a:t>
            </a:r>
            <a:r>
              <a:rPr lang="fr-FR" dirty="0"/>
              <a:t> use</a:t>
            </a:r>
            <a:r>
              <a:rPr lang="fr-FR" dirty="0">
                <a:latin typeface="Consolas" panose="020B0609020204030204" pitchFamily="49" charset="0"/>
              </a:rPr>
              <a:t> s3://</a:t>
            </a:r>
            <a:r>
              <a:rPr lang="fr-FR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my-unique-bucket</a:t>
            </a:r>
            <a:r>
              <a:rPr lang="fr-FR" dirty="0">
                <a:latin typeface="Consolas" panose="020B0609020204030204" pitchFamily="49" charset="0"/>
              </a:rPr>
              <a:t>/</a:t>
            </a:r>
            <a:r>
              <a:rPr lang="fr-FR" b="1" dirty="0">
                <a:solidFill>
                  <a:srgbClr val="FF99CC"/>
                </a:solidFill>
                <a:latin typeface="Consolas" panose="020B0609020204030204" pitchFamily="49" charset="0"/>
              </a:rPr>
              <a:t>photos/puppy.jpg</a:t>
            </a:r>
            <a:endParaRPr lang="fr-FR" dirty="0">
              <a:latin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can </a:t>
            </a:r>
            <a:r>
              <a:rPr lang="fr-FR" dirty="0" err="1"/>
              <a:t>easily</a:t>
            </a:r>
            <a:r>
              <a:rPr lang="fr-FR" dirty="0"/>
              <a:t> serve a </a:t>
            </a:r>
            <a:r>
              <a:rPr lang="fr-FR" dirty="0" err="1"/>
              <a:t>static</a:t>
            </a:r>
            <a:r>
              <a:rPr lang="fr-FR" dirty="0"/>
              <a:t> </a:t>
            </a:r>
            <a:r>
              <a:rPr lang="fr-FR" dirty="0" err="1"/>
              <a:t>website</a:t>
            </a:r>
            <a:r>
              <a:rPr lang="fr-FR" dirty="0"/>
              <a:t> (index.html + assets, no server code)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built-in</a:t>
            </a:r>
            <a:r>
              <a:rPr lang="fr-FR" dirty="0"/>
              <a:t> versioning  (modification </a:t>
            </a:r>
            <a:r>
              <a:rPr lang="fr-FR" dirty="0" err="1"/>
              <a:t>history</a:t>
            </a:r>
            <a:r>
              <a:rPr lang="fr-FR" dirty="0"/>
              <a:t>, </a:t>
            </a:r>
            <a:r>
              <a:rPr lang="fr-FR" dirty="0" err="1"/>
              <a:t>deletion</a:t>
            </a:r>
            <a:r>
              <a:rPr lang="fr-F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Azure </a:t>
            </a:r>
            <a:r>
              <a:rPr lang="fr-FR" dirty="0" err="1"/>
              <a:t>equivalent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« Blob Storage »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8D1E6A1-26A0-EB17-F2FD-CE2513F03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480" y="168135"/>
            <a:ext cx="1960117" cy="2344975"/>
          </a:xfrm>
          <a:prstGeom prst="rect">
            <a:avLst/>
          </a:prstGeom>
          <a:ln cap="flat">
            <a:prstDash val="solid"/>
            <a:miter/>
          </a:ln>
          <a:effectLst>
            <a:glow rad="2286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A2E7476-D4AD-B646-4708-62F37DA0DAEC}"/>
              </a:ext>
            </a:extLst>
          </p:cNvPr>
          <p:cNvSpPr txBox="1"/>
          <p:nvPr/>
        </p:nvSpPr>
        <p:spPr>
          <a:xfrm>
            <a:off x="1768538" y="6297934"/>
            <a:ext cx="901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Ref: https://docs.aws.amazon.com/AmazonS3/latest/userguide/UsingBucket.html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86EEC63-00E5-9D5D-47F8-B37BC569552E}"/>
              </a:ext>
            </a:extLst>
          </p:cNvPr>
          <p:cNvSpPr txBox="1"/>
          <p:nvPr/>
        </p:nvSpPr>
        <p:spPr>
          <a:xfrm>
            <a:off x="685801" y="903201"/>
            <a:ext cx="3428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Serverless object storage</a:t>
            </a:r>
          </a:p>
        </p:txBody>
      </p:sp>
    </p:spTree>
    <p:extLst>
      <p:ext uri="{BB962C8B-B14F-4D97-AF65-F5344CB8AC3E}">
        <p14:creationId xmlns:p14="http://schemas.microsoft.com/office/powerpoint/2010/main" val="209952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C39E-F9E3-8C40-92E8-B84E8543C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BEF91-1438-7114-763F-203BFF18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Pricing TIERS</a:t>
            </a:r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D9EF5E59-6BFA-B4E6-D49C-571CDA0BF122}"/>
              </a:ext>
            </a:extLst>
          </p:cNvPr>
          <p:cNvGrpSpPr/>
          <p:nvPr/>
        </p:nvGrpSpPr>
        <p:grpSpPr>
          <a:xfrm>
            <a:off x="535420" y="1681331"/>
            <a:ext cx="11540246" cy="2574178"/>
            <a:chOff x="526954" y="1888351"/>
            <a:chExt cx="11540246" cy="2574178"/>
          </a:xfrm>
        </p:grpSpPr>
        <p:sp>
          <p:nvSpPr>
            <p:cNvPr id="5" name="Flèche : droite 4">
              <a:extLst>
                <a:ext uri="{FF2B5EF4-FFF2-40B4-BE49-F238E27FC236}">
                  <a16:creationId xmlns:a16="http://schemas.microsoft.com/office/drawing/2014/main" id="{C6D32FA1-2DA2-C7AD-FE1F-AC68E23FE6C8}"/>
                </a:ext>
              </a:extLst>
            </p:cNvPr>
            <p:cNvSpPr/>
            <p:nvPr/>
          </p:nvSpPr>
          <p:spPr>
            <a:xfrm rot="21249388">
              <a:off x="526954" y="1888351"/>
              <a:ext cx="11540246" cy="2574178"/>
            </a:xfrm>
            <a:prstGeom prst="rightArrow">
              <a:avLst>
                <a:gd name="adj1" fmla="val 50000"/>
                <a:gd name="adj2" fmla="val 122500"/>
              </a:avLst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99D9B5B3-7826-45EA-34AF-28F93E1423A5}"/>
                </a:ext>
              </a:extLst>
            </p:cNvPr>
            <p:cNvGrpSpPr/>
            <p:nvPr/>
          </p:nvGrpSpPr>
          <p:grpSpPr>
            <a:xfrm>
              <a:off x="617527" y="2078713"/>
              <a:ext cx="2476313" cy="1731287"/>
              <a:chOff x="5148" y="1517505"/>
              <a:chExt cx="2476313" cy="2023340"/>
            </a:xfrm>
          </p:grpSpPr>
          <p:sp>
            <p:nvSpPr>
              <p:cNvPr id="16" name="Rectangle : coins arrondis 15">
                <a:extLst>
                  <a:ext uri="{FF2B5EF4-FFF2-40B4-BE49-F238E27FC236}">
                    <a16:creationId xmlns:a16="http://schemas.microsoft.com/office/drawing/2014/main" id="{4EBE7A08-42E3-CB8A-605F-2B75B11A2708}"/>
                  </a:ext>
                </a:extLst>
              </p:cNvPr>
              <p:cNvSpPr/>
              <p:nvPr/>
            </p:nvSpPr>
            <p:spPr>
              <a:xfrm>
                <a:off x="5148" y="1517505"/>
                <a:ext cx="2476313" cy="202334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Rectangle : coins arrondis 4">
                <a:extLst>
                  <a:ext uri="{FF2B5EF4-FFF2-40B4-BE49-F238E27FC236}">
                    <a16:creationId xmlns:a16="http://schemas.microsoft.com/office/drawing/2014/main" id="{95FC76B1-860B-4FC1-DE2D-04661E319585}"/>
                  </a:ext>
                </a:extLst>
              </p:cNvPr>
              <p:cNvSpPr txBox="1"/>
              <p:nvPr/>
            </p:nvSpPr>
            <p:spPr>
              <a:xfrm>
                <a:off x="103919" y="1616276"/>
                <a:ext cx="2278771" cy="18257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9540" tIns="129540" rIns="129540" bIns="129540" numCol="1" spcCol="1270" anchor="ctr" anchorCtr="0">
                <a:noAutofit/>
              </a:bodyPr>
              <a:lstStyle/>
              <a:p>
                <a:pPr marL="0" lvl="0" indent="0" algn="ctr" defTabSz="1511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3400" kern="1200" dirty="0"/>
                  <a:t>Archive</a:t>
                </a:r>
                <a:br>
                  <a:rPr lang="fr-FR" sz="3400" kern="1200" dirty="0"/>
                </a:br>
                <a:r>
                  <a:rPr lang="fr-FR" sz="3400" kern="1200" dirty="0"/>
                  <a:t>« Tape »</a:t>
                </a:r>
                <a:endParaRPr lang="en-GB" sz="3400" kern="1200" dirty="0"/>
              </a:p>
            </p:txBody>
          </p:sp>
        </p:grp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E565C630-DBBD-94E0-FD12-94ECC90A2CA0}"/>
                </a:ext>
              </a:extLst>
            </p:cNvPr>
            <p:cNvGrpSpPr/>
            <p:nvPr/>
          </p:nvGrpSpPr>
          <p:grpSpPr>
            <a:xfrm>
              <a:off x="3217657" y="2078713"/>
              <a:ext cx="2476313" cy="1731287"/>
              <a:chOff x="2605278" y="1517505"/>
              <a:chExt cx="2476313" cy="2023340"/>
            </a:xfrm>
          </p:grpSpPr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553C3389-ED2E-083E-F2D1-F06658B7037C}"/>
                  </a:ext>
                </a:extLst>
              </p:cNvPr>
              <p:cNvSpPr/>
              <p:nvPr/>
            </p:nvSpPr>
            <p:spPr>
              <a:xfrm>
                <a:off x="2605278" y="1517505"/>
                <a:ext cx="2476313" cy="2023340"/>
              </a:xfrm>
              <a:prstGeom prst="roundRect">
                <a:avLst/>
              </a:prstGeom>
              <a:solidFill>
                <a:srgbClr val="90BA4C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Rectangle : coins arrondis 6">
                <a:extLst>
                  <a:ext uri="{FF2B5EF4-FFF2-40B4-BE49-F238E27FC236}">
                    <a16:creationId xmlns:a16="http://schemas.microsoft.com/office/drawing/2014/main" id="{89755EDE-C60B-3B95-5135-474B13CAAB6A}"/>
                  </a:ext>
                </a:extLst>
              </p:cNvPr>
              <p:cNvSpPr txBox="1"/>
              <p:nvPr/>
            </p:nvSpPr>
            <p:spPr>
              <a:xfrm>
                <a:off x="2704049" y="1616276"/>
                <a:ext cx="2278771" cy="18257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9540" tIns="129540" rIns="129540" bIns="129540" numCol="1" spcCol="1270" anchor="ctr" anchorCtr="0">
                <a:noAutofit/>
              </a:bodyPr>
              <a:lstStyle/>
              <a:p>
                <a:pPr marL="0" lvl="0" indent="0" algn="ctr" defTabSz="1511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3400" kern="1200" dirty="0"/>
                  <a:t>Cold</a:t>
                </a:r>
                <a:endParaRPr lang="en-GB" sz="3400" kern="1200" dirty="0"/>
              </a:p>
            </p:txBody>
          </p: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8ED92CBE-31B6-BE2E-5786-B16CC8FE9EB9}"/>
                </a:ext>
              </a:extLst>
            </p:cNvPr>
            <p:cNvGrpSpPr/>
            <p:nvPr/>
          </p:nvGrpSpPr>
          <p:grpSpPr>
            <a:xfrm>
              <a:off x="5817786" y="2078713"/>
              <a:ext cx="2476313" cy="1731287"/>
              <a:chOff x="5205407" y="1517505"/>
              <a:chExt cx="2476313" cy="2023340"/>
            </a:xfrm>
          </p:grpSpPr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85999401-7615-F0ED-E18C-387E16E5BCC1}"/>
                  </a:ext>
                </a:extLst>
              </p:cNvPr>
              <p:cNvSpPr/>
              <p:nvPr/>
            </p:nvSpPr>
            <p:spPr>
              <a:xfrm>
                <a:off x="5205407" y="1517505"/>
                <a:ext cx="2476313" cy="2023340"/>
              </a:xfrm>
              <a:prstGeom prst="roundRect">
                <a:avLst/>
              </a:prstGeom>
              <a:solidFill>
                <a:srgbClr val="DD9D3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Rectangle : coins arrondis 8">
                <a:extLst>
                  <a:ext uri="{FF2B5EF4-FFF2-40B4-BE49-F238E27FC236}">
                    <a16:creationId xmlns:a16="http://schemas.microsoft.com/office/drawing/2014/main" id="{95733C9C-BD74-6872-96BB-5F8F89077346}"/>
                  </a:ext>
                </a:extLst>
              </p:cNvPr>
              <p:cNvSpPr txBox="1"/>
              <p:nvPr/>
            </p:nvSpPr>
            <p:spPr>
              <a:xfrm>
                <a:off x="5304178" y="1616276"/>
                <a:ext cx="2278771" cy="18257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9540" tIns="129540" rIns="129540" bIns="129540" numCol="1" spcCol="1270" anchor="ctr" anchorCtr="0">
                <a:noAutofit/>
              </a:bodyPr>
              <a:lstStyle/>
              <a:p>
                <a:pPr marL="0" lvl="0" indent="0" algn="ctr" defTabSz="1511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3400" kern="1200" dirty="0"/>
                  <a:t>Cool</a:t>
                </a:r>
                <a:endParaRPr lang="en-GB" sz="3400" kern="1200" dirty="0"/>
              </a:p>
            </p:txBody>
          </p:sp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B1044EC-7856-23AE-968F-ED3F973A4313}"/>
                </a:ext>
              </a:extLst>
            </p:cNvPr>
            <p:cNvGrpSpPr/>
            <p:nvPr/>
          </p:nvGrpSpPr>
          <p:grpSpPr>
            <a:xfrm>
              <a:off x="8417916" y="2078713"/>
              <a:ext cx="2476313" cy="1731287"/>
              <a:chOff x="7805537" y="1517505"/>
              <a:chExt cx="2476313" cy="2023340"/>
            </a:xfrm>
          </p:grpSpPr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FB0222F9-51AC-7FB8-6C50-B147B711C213}"/>
                  </a:ext>
                </a:extLst>
              </p:cNvPr>
              <p:cNvSpPr/>
              <p:nvPr/>
            </p:nvSpPr>
            <p:spPr>
              <a:xfrm>
                <a:off x="7805537" y="1517505"/>
                <a:ext cx="2476313" cy="2023340"/>
              </a:xfrm>
              <a:prstGeom prst="roundRect">
                <a:avLst/>
              </a:prstGeom>
              <a:solidFill>
                <a:srgbClr val="E0542E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27E74144-E5A3-A749-12B2-061F4029AA7A}"/>
                  </a:ext>
                </a:extLst>
              </p:cNvPr>
              <p:cNvSpPr txBox="1"/>
              <p:nvPr/>
            </p:nvSpPr>
            <p:spPr>
              <a:xfrm>
                <a:off x="7904308" y="1616276"/>
                <a:ext cx="2278771" cy="18257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9540" tIns="129540" rIns="129540" bIns="129540" numCol="1" spcCol="1270" anchor="ctr" anchorCtr="0">
                <a:noAutofit/>
              </a:bodyPr>
              <a:lstStyle/>
              <a:p>
                <a:pPr algn="ctr" defTabSz="1511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fr-FR" sz="3400" dirty="0"/>
                  <a:t>Hot</a:t>
                </a:r>
                <a:endParaRPr lang="en-US" dirty="0"/>
              </a:p>
            </p:txBody>
          </p:sp>
        </p:grpSp>
      </p:grpSp>
      <p:sp>
        <p:nvSpPr>
          <p:cNvPr id="18" name="ZoneTexte 17">
            <a:extLst>
              <a:ext uri="{FF2B5EF4-FFF2-40B4-BE49-F238E27FC236}">
                <a16:creationId xmlns:a16="http://schemas.microsoft.com/office/drawing/2014/main" id="{200EEBE5-2420-6D73-4B86-C5BF01BC9266}"/>
              </a:ext>
            </a:extLst>
          </p:cNvPr>
          <p:cNvSpPr txBox="1"/>
          <p:nvPr/>
        </p:nvSpPr>
        <p:spPr>
          <a:xfrm>
            <a:off x="10304273" y="447339"/>
            <a:ext cx="2215272" cy="132343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GB" sz="8000" dirty="0">
                <a:solidFill>
                  <a:srgbClr val="FFC000"/>
                </a:solidFill>
              </a:rPr>
              <a:t>€€€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9C67D50-AAD2-CC41-44A6-D3608DF89490}"/>
              </a:ext>
            </a:extLst>
          </p:cNvPr>
          <p:cNvSpPr txBox="1"/>
          <p:nvPr/>
        </p:nvSpPr>
        <p:spPr>
          <a:xfrm>
            <a:off x="2004956" y="6297768"/>
            <a:ext cx="8050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Ref: https://azure.microsoft.com/en-us/pricing/details/storage/blobs/#pricing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AFC6155-F92E-F0FB-503D-7F6D063BEE9D}"/>
              </a:ext>
            </a:extLst>
          </p:cNvPr>
          <p:cNvSpPr txBox="1"/>
          <p:nvPr/>
        </p:nvSpPr>
        <p:spPr>
          <a:xfrm>
            <a:off x="236957" y="4388007"/>
            <a:ext cx="3395132" cy="83099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GB" sz="4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Latency</a:t>
            </a:r>
            <a:endParaRPr lang="en-GB" sz="80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4999896-8D09-47DD-1814-158752DF2019}"/>
              </a:ext>
            </a:extLst>
          </p:cNvPr>
          <p:cNvSpPr txBox="1"/>
          <p:nvPr/>
        </p:nvSpPr>
        <p:spPr>
          <a:xfrm>
            <a:off x="4140200" y="5545722"/>
            <a:ext cx="1185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logs</a:t>
            </a:r>
            <a:endParaRPr lang="en-GB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5CB222C-743F-2001-18BA-74040A9B990C}"/>
              </a:ext>
            </a:extLst>
          </p:cNvPr>
          <p:cNvSpPr txBox="1"/>
          <p:nvPr/>
        </p:nvSpPr>
        <p:spPr>
          <a:xfrm>
            <a:off x="1498600" y="5545722"/>
            <a:ext cx="1185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backups</a:t>
            </a:r>
            <a:endParaRPr lang="en-GB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312E216-8218-E46D-05E1-4962572C7169}"/>
              </a:ext>
            </a:extLst>
          </p:cNvPr>
          <p:cNvSpPr txBox="1"/>
          <p:nvPr/>
        </p:nvSpPr>
        <p:spPr>
          <a:xfrm>
            <a:off x="9598829" y="5557395"/>
            <a:ext cx="1303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CDN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2812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3B63E-8695-A261-2D66-4BFE1CEC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Simple Storage Service : S3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B1851B-891E-7219-903C-44C4234BD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246" y="1639455"/>
            <a:ext cx="8045163" cy="3579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800" dirty="0"/>
              <a:t>✨</a:t>
            </a:r>
            <a:r>
              <a:rPr lang="fr-FR" sz="3600" dirty="0"/>
              <a:t> </a:t>
            </a:r>
            <a:r>
              <a:rPr lang="fr-FR" sz="4000" dirty="0"/>
              <a:t>Live </a:t>
            </a:r>
            <a:r>
              <a:rPr lang="fr-FR" sz="4000" dirty="0" err="1"/>
              <a:t>demo</a:t>
            </a:r>
            <a:r>
              <a:rPr lang="fr-FR" sz="4000" dirty="0"/>
              <a:t> </a:t>
            </a:r>
            <a:br>
              <a:rPr lang="fr-FR" sz="4000" dirty="0"/>
            </a:br>
            <a:r>
              <a:rPr lang="fr-FR" sz="4000" dirty="0"/>
              <a:t>			</a:t>
            </a:r>
            <a:r>
              <a:rPr lang="fr-FR" sz="4000" dirty="0" err="1"/>
              <a:t>using</a:t>
            </a:r>
            <a:r>
              <a:rPr lang="fr-FR" sz="4000" dirty="0"/>
              <a:t> S3 to host a </a:t>
            </a:r>
            <a:r>
              <a:rPr lang="fr-FR" sz="4000" dirty="0" err="1"/>
              <a:t>static</a:t>
            </a:r>
            <a:r>
              <a:rPr lang="fr-FR" sz="4000" dirty="0"/>
              <a:t> site</a:t>
            </a:r>
            <a:endParaRPr lang="en-GB" sz="36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12536D-6ED0-DC03-08CC-8D761524D1FF}"/>
              </a:ext>
            </a:extLst>
          </p:cNvPr>
          <p:cNvSpPr txBox="1"/>
          <p:nvPr/>
        </p:nvSpPr>
        <p:spPr>
          <a:xfrm>
            <a:off x="685801" y="906581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In oracle cloud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1244614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313265" y="1407851"/>
            <a:ext cx="7535332" cy="5122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Encryption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At rest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the data is encrypted right before being stored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or </a:t>
            </a:r>
            <a:r>
              <a:rPr lang="en-US" sz="2000" dirty="0">
                <a:cs typeface="Calibri"/>
                <a:hlinkClick r:id="rId2"/>
              </a:rPr>
              <a:t>the whole disk is encrypted</a:t>
            </a:r>
            <a:endParaRPr lang="en-US" sz="2000" dirty="0"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During transfer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the communication protocol encrypts the packets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like HTTPS, </a:t>
            </a:r>
            <a:r>
              <a:rPr lang="en-US" sz="2000" dirty="0">
                <a:cs typeface="Calibri"/>
                <a:hlinkClick r:id="rId3"/>
              </a:rPr>
              <a:t>SSH</a:t>
            </a:r>
            <a:r>
              <a:rPr lang="en-US" sz="2000" dirty="0">
                <a:cs typeface="Calibri"/>
              </a:rPr>
              <a:t>, VPN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Bring Your Own (encryption) Key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the decryption key should not be stored in the cloud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the data can also be encrypted before being send to the cloud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backdoors can exist (</a:t>
            </a:r>
            <a:r>
              <a:rPr lang="en-US" sz="2000" dirty="0">
                <a:cs typeface="Calibri"/>
                <a:hlinkClick r:id="rId4"/>
              </a:rPr>
              <a:t>Cloudflare article about NSA</a:t>
            </a:r>
            <a:r>
              <a:rPr lang="en-US" sz="2000" dirty="0">
                <a:cs typeface="Calibri"/>
              </a:rPr>
              <a:t>)</a:t>
            </a:r>
          </a:p>
        </p:txBody>
      </p:sp>
      <p:pic>
        <p:nvPicPr>
          <p:cNvPr id="4" name="Image 3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5EE02515-351D-DD2F-53B3-98765C260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713" y="143377"/>
            <a:ext cx="1494818" cy="1806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81DCE2C-B10D-49FE-375B-6304BED8166A}"/>
              </a:ext>
            </a:extLst>
          </p:cNvPr>
          <p:cNvSpPr txBox="1"/>
          <p:nvPr/>
        </p:nvSpPr>
        <p:spPr>
          <a:xfrm>
            <a:off x="685801" y="903201"/>
            <a:ext cx="3428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Harvest now, decrypt later ?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7058351C-34EA-547A-41F3-99CADB53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Storage </a:t>
            </a:r>
            <a:r>
              <a:rPr lang="fr-FR" dirty="0" err="1">
                <a:ea typeface="Calibri Light"/>
                <a:cs typeface="Calibri Light"/>
              </a:rPr>
              <a:t>security</a:t>
            </a:r>
            <a:endParaRPr lang="en-GB" dirty="0"/>
          </a:p>
        </p:txBody>
      </p:sp>
      <p:pic>
        <p:nvPicPr>
          <p:cNvPr id="2" name="Picture 2" descr="➤The Three States of Data Guide - Description and How to Secure them">
            <a:extLst>
              <a:ext uri="{FF2B5EF4-FFF2-40B4-BE49-F238E27FC236}">
                <a16:creationId xmlns:a16="http://schemas.microsoft.com/office/drawing/2014/main" id="{143CB4C4-1386-8EE9-FE19-CC2FD6CFFA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4" r="7088"/>
          <a:stretch/>
        </p:blipFill>
        <p:spPr bwMode="auto">
          <a:xfrm>
            <a:off x="7499690" y="2457713"/>
            <a:ext cx="4530974" cy="2594499"/>
          </a:xfrm>
          <a:prstGeom prst="roundRect">
            <a:avLst>
              <a:gd name="adj" fmla="val 2656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200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D0CDD-F939-D6AD-9954-0EABD215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17D8EC-650A-2DCF-4F29-8B0FEDCC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Storing</a:t>
            </a:r>
            <a:r>
              <a:rPr lang="fr-FR" dirty="0"/>
              <a:t> </a:t>
            </a:r>
            <a:r>
              <a:rPr lang="fr-FR" dirty="0" err="1"/>
              <a:t>secretS</a:t>
            </a:r>
            <a:endParaRPr lang="en-GB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942D306-AB71-83EE-5E46-ED5BE8EC266E}"/>
              </a:ext>
            </a:extLst>
          </p:cNvPr>
          <p:cNvSpPr txBox="1"/>
          <p:nvPr/>
        </p:nvSpPr>
        <p:spPr>
          <a:xfrm>
            <a:off x="7697327" y="4612720"/>
            <a:ext cx="4771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Hardware Security Module HSM used by Azure</a:t>
            </a:r>
          </a:p>
        </p:txBody>
      </p:sp>
      <p:pic>
        <p:nvPicPr>
          <p:cNvPr id="3" name="Image 2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E9D99913-89EE-A8AC-FF0D-E668E2658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713" y="143377"/>
            <a:ext cx="1494818" cy="1806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Image 19" descr="Une image contenant Appareils électroniques, texte, conduire, Appareil électronique&#10;&#10;Description générée automatiquement">
            <a:extLst>
              <a:ext uri="{FF2B5EF4-FFF2-40B4-BE49-F238E27FC236}">
                <a16:creationId xmlns:a16="http://schemas.microsoft.com/office/drawing/2014/main" id="{10F6B0E7-436C-60E8-C653-E876E98C0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867" y="2267536"/>
            <a:ext cx="3902664" cy="2238375"/>
          </a:xfrm>
          <a:prstGeom prst="roundRect">
            <a:avLst>
              <a:gd name="adj" fmla="val 2656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EEA4E5DA-390A-125F-FC11-514FD2DDA74B}"/>
              </a:ext>
            </a:extLst>
          </p:cNvPr>
          <p:cNvSpPr txBox="1"/>
          <p:nvPr/>
        </p:nvSpPr>
        <p:spPr>
          <a:xfrm>
            <a:off x="520663" y="1539396"/>
            <a:ext cx="7176664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Trusted</a:t>
            </a:r>
            <a:r>
              <a:rPr lang="fr-FR" dirty="0"/>
              <a:t> Platform Module (TPM)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b="1" dirty="0"/>
              <a:t>a chip </a:t>
            </a:r>
            <a:r>
              <a:rPr lang="fr-FR" dirty="0"/>
              <a:t>on the </a:t>
            </a:r>
            <a:r>
              <a:rPr lang="fr-FR" dirty="0" err="1"/>
              <a:t>motherboard</a:t>
            </a:r>
            <a:r>
              <a:rPr lang="fr-FR" dirty="0"/>
              <a:t> to </a:t>
            </a:r>
            <a:r>
              <a:rPr lang="fr-FR" dirty="0" err="1"/>
              <a:t>perform</a:t>
            </a:r>
            <a:r>
              <a:rPr lang="fr-FR" dirty="0"/>
              <a:t> </a:t>
            </a:r>
            <a:r>
              <a:rPr lang="fr-FR" dirty="0" err="1"/>
              <a:t>cryptographic</a:t>
            </a:r>
            <a:r>
              <a:rPr lang="fr-FR" dirty="0"/>
              <a:t> </a:t>
            </a:r>
            <a:r>
              <a:rPr lang="fr-FR" dirty="0" err="1"/>
              <a:t>operations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err="1"/>
              <a:t>interacts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1 PC</a:t>
            </a:r>
            <a:br>
              <a:rPr lang="fr-FR" dirty="0"/>
            </a:b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Hardware Security Module (HSM)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b="1" dirty="0"/>
              <a:t>a </a:t>
            </a:r>
            <a:r>
              <a:rPr lang="fr-FR" b="1" dirty="0" err="1"/>
              <a:t>device</a:t>
            </a:r>
            <a:r>
              <a:rPr lang="fr-FR" b="1" dirty="0"/>
              <a:t> </a:t>
            </a:r>
            <a:r>
              <a:rPr lang="fr-FR" dirty="0"/>
              <a:t>to </a:t>
            </a:r>
            <a:r>
              <a:rPr lang="fr-FR" dirty="0" err="1"/>
              <a:t>perform</a:t>
            </a:r>
            <a:r>
              <a:rPr lang="fr-FR" dirty="0"/>
              <a:t> </a:t>
            </a:r>
            <a:r>
              <a:rPr lang="fr-FR" dirty="0" err="1"/>
              <a:t>advanced</a:t>
            </a:r>
            <a:r>
              <a:rPr lang="fr-FR" dirty="0"/>
              <a:t> crypto </a:t>
            </a:r>
            <a:r>
              <a:rPr lang="fr-FR" dirty="0" err="1"/>
              <a:t>operations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err="1"/>
              <a:t>communicates</a:t>
            </a:r>
            <a:r>
              <a:rPr lang="fr-FR" dirty="0"/>
              <a:t> via a REST API </a:t>
            </a:r>
            <a:r>
              <a:rPr lang="fr-FR" dirty="0" err="1"/>
              <a:t>with</a:t>
            </a:r>
            <a:r>
              <a:rPr lang="fr-FR" dirty="0"/>
              <a:t> all </a:t>
            </a:r>
            <a:r>
              <a:rPr lang="fr-FR" dirty="0" err="1"/>
              <a:t>devices</a:t>
            </a:r>
            <a:r>
              <a:rPr lang="fr-FR" dirty="0"/>
              <a:t> </a:t>
            </a:r>
            <a:r>
              <a:rPr lang="fr-FR" dirty="0" err="1"/>
              <a:t>connected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Cloud services Azure key vault, AWS KMS use them to</a:t>
            </a:r>
            <a:br>
              <a:rPr lang="en-GB" dirty="0"/>
            </a:br>
            <a:r>
              <a:rPr lang="en-GB" dirty="0"/>
              <a:t>g</a:t>
            </a:r>
            <a:r>
              <a:rPr lang="fr-FR" dirty="0" err="1"/>
              <a:t>enerate</a:t>
            </a:r>
            <a:r>
              <a:rPr lang="fr-FR" dirty="0"/>
              <a:t> and store </a:t>
            </a:r>
            <a:r>
              <a:rPr lang="fr-FR" dirty="0" err="1"/>
              <a:t>your</a:t>
            </a:r>
            <a:r>
              <a:rPr lang="fr-FR" dirty="0"/>
              <a:t> secrets / </a:t>
            </a:r>
            <a:r>
              <a:rPr lang="fr-FR" dirty="0" err="1"/>
              <a:t>certificates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410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374BD-8E09-A0AD-1CA9-05DE4529B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D42CBC-937A-966A-F5AA-A0037C5B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Vaults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9DA48E-6464-18A6-2976-C1A711459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246" y="1639455"/>
            <a:ext cx="8045163" cy="3579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800" dirty="0"/>
              <a:t>✨</a:t>
            </a:r>
            <a:r>
              <a:rPr lang="fr-FR" sz="3600" dirty="0"/>
              <a:t> </a:t>
            </a:r>
            <a:r>
              <a:rPr lang="fr-FR" sz="4000" dirty="0"/>
              <a:t>Live </a:t>
            </a:r>
            <a:r>
              <a:rPr lang="fr-FR" sz="4000" dirty="0" err="1"/>
              <a:t>demo</a:t>
            </a:r>
            <a:r>
              <a:rPr lang="fr-FR" sz="4000" dirty="0"/>
              <a:t> </a:t>
            </a:r>
            <a:br>
              <a:rPr lang="fr-FR" sz="4000" dirty="0"/>
            </a:br>
            <a:r>
              <a:rPr lang="fr-FR" sz="4000" dirty="0"/>
              <a:t>			</a:t>
            </a:r>
            <a:r>
              <a:rPr lang="fr-FR" sz="4000" dirty="0" err="1"/>
              <a:t>create</a:t>
            </a:r>
            <a:r>
              <a:rPr lang="fr-FR" sz="4000" dirty="0"/>
              <a:t> a secret in a </a:t>
            </a:r>
            <a:r>
              <a:rPr lang="fr-FR" sz="4000" dirty="0" err="1"/>
              <a:t>vault</a:t>
            </a:r>
            <a:endParaRPr lang="en-GB" sz="36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CD963A7-158E-A5D3-5515-EA859F62D55A}"/>
              </a:ext>
            </a:extLst>
          </p:cNvPr>
          <p:cNvSpPr txBox="1"/>
          <p:nvPr/>
        </p:nvSpPr>
        <p:spPr>
          <a:xfrm>
            <a:off x="685801" y="906581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In oracle cloud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184343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FE92A-A634-DACF-7636-D1B81B10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Edge </a:t>
            </a:r>
            <a:r>
              <a:rPr lang="fr-FR" dirty="0" err="1"/>
              <a:t>compute</a:t>
            </a:r>
            <a:r>
              <a:rPr lang="fr-FR" dirty="0"/>
              <a:t> &amp; </a:t>
            </a:r>
            <a:r>
              <a:rPr lang="fr-FR" dirty="0" err="1"/>
              <a:t>storage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9A65D58-BFCF-E801-1825-C2357BBE48AE}"/>
              </a:ext>
            </a:extLst>
          </p:cNvPr>
          <p:cNvSpPr txBox="1"/>
          <p:nvPr/>
        </p:nvSpPr>
        <p:spPr>
          <a:xfrm>
            <a:off x="3601507" y="6366933"/>
            <a:ext cx="565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Source: </a:t>
            </a:r>
            <a:r>
              <a:rPr lang="en-GB" i="1" dirty="0">
                <a:hlinkClick r:id="rId2"/>
              </a:rPr>
              <a:t>https://melchiorre-andrea.medium.com</a:t>
            </a:r>
            <a:endParaRPr lang="en-GB" i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0029F5D-C57E-AE54-2264-9310DC75C9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" t="3035" r="5688" b="8738"/>
          <a:stretch/>
        </p:blipFill>
        <p:spPr bwMode="auto">
          <a:xfrm>
            <a:off x="5689600" y="1297093"/>
            <a:ext cx="6224692" cy="3359573"/>
          </a:xfrm>
          <a:prstGeom prst="roundRect">
            <a:avLst>
              <a:gd name="adj" fmla="val 2656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370A006-799A-A5C8-2C56-52025357E281}"/>
              </a:ext>
            </a:extLst>
          </p:cNvPr>
          <p:cNvSpPr txBox="1"/>
          <p:nvPr/>
        </p:nvSpPr>
        <p:spPr>
          <a:xfrm>
            <a:off x="277708" y="1614689"/>
            <a:ext cx="5284079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Rugged</a:t>
            </a:r>
            <a:r>
              <a:rPr lang="fr-FR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physical</a:t>
            </a:r>
            <a:r>
              <a:rPr lang="fr-FR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devices</a:t>
            </a:r>
            <a:r>
              <a:rPr lang="fr-FR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provided</a:t>
            </a:r>
            <a:r>
              <a:rPr lang="fr-FR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by AWS and </a:t>
            </a:r>
            <a:r>
              <a:rPr lang="fr-FR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designed</a:t>
            </a:r>
            <a:r>
              <a:rPr lang="fr-FR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for </a:t>
            </a:r>
            <a:r>
              <a:rPr lang="fr-FR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compute</a:t>
            </a:r>
            <a:r>
              <a:rPr lang="fr-FR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fr-FR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storage</a:t>
            </a:r>
            <a:r>
              <a:rPr lang="fr-FR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at the </a:t>
            </a:r>
            <a:r>
              <a:rPr lang="fr-FR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edge</a:t>
            </a:r>
            <a:br>
              <a:rPr lang="fr-FR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</a:br>
            <a:endParaRPr lang="fr-FR" b="0" i="0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Can run </a:t>
            </a:r>
            <a:r>
              <a:rPr lang="fr-FR" dirty="0" err="1"/>
              <a:t>some</a:t>
            </a:r>
            <a:r>
              <a:rPr lang="fr-FR" dirty="0"/>
              <a:t> cloud services like </a:t>
            </a:r>
            <a:r>
              <a:rPr lang="fr-FR" dirty="0" err="1"/>
              <a:t>VMs</a:t>
            </a:r>
            <a:endParaRPr lang="fr-FR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Used</a:t>
            </a:r>
            <a:r>
              <a:rPr lang="fr-FR" dirty="0"/>
              <a:t> for </a:t>
            </a:r>
            <a:r>
              <a:rPr lang="fr-FR" dirty="0" err="1"/>
              <a:t>remote</a:t>
            </a:r>
            <a:r>
              <a:rPr lang="fr-FR" dirty="0"/>
              <a:t> sites (like a </a:t>
            </a:r>
            <a:r>
              <a:rPr lang="fr-FR" dirty="0" err="1"/>
              <a:t>quarry</a:t>
            </a:r>
            <a:r>
              <a:rPr lang="fr-FR" dirty="0"/>
              <a:t>) </a:t>
            </a:r>
            <a:r>
              <a:rPr lang="fr-FR" dirty="0" err="1"/>
              <a:t>partially</a:t>
            </a:r>
            <a:r>
              <a:rPr lang="fr-FR" dirty="0"/>
              <a:t> </a:t>
            </a:r>
            <a:r>
              <a:rPr lang="fr-FR" dirty="0" err="1"/>
              <a:t>disconnected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internet</a:t>
            </a:r>
            <a:br>
              <a:rPr lang="fr-FR" dirty="0"/>
            </a:br>
            <a:endParaRPr lang="fr-FR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Used</a:t>
            </a:r>
            <a:r>
              <a:rPr lang="fr-FR" dirty="0"/>
              <a:t> for large data migration </a:t>
            </a:r>
            <a:r>
              <a:rPr lang="fr-FR" dirty="0" err="1"/>
              <a:t>from</a:t>
            </a:r>
            <a:r>
              <a:rPr lang="fr-FR" dirty="0"/>
              <a:t> on-</a:t>
            </a:r>
            <a:r>
              <a:rPr lang="fr-FR" dirty="0" err="1"/>
              <a:t>prem</a:t>
            </a:r>
            <a:r>
              <a:rPr lang="fr-FR" dirty="0"/>
              <a:t> to the cloud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3AD04E2-AE65-CB2B-F524-A32B8B2676F8}"/>
              </a:ext>
            </a:extLst>
          </p:cNvPr>
          <p:cNvSpPr txBox="1"/>
          <p:nvPr/>
        </p:nvSpPr>
        <p:spPr>
          <a:xfrm>
            <a:off x="685801" y="903201"/>
            <a:ext cx="3428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Remember the 5 Petabytes ?</a:t>
            </a:r>
          </a:p>
        </p:txBody>
      </p:sp>
    </p:spTree>
    <p:extLst>
      <p:ext uri="{BB962C8B-B14F-4D97-AF65-F5344CB8AC3E}">
        <p14:creationId xmlns:p14="http://schemas.microsoft.com/office/powerpoint/2010/main" val="2830637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1189</TotalTime>
  <Words>579</Words>
  <Application>Microsoft Office PowerPoint</Application>
  <PresentationFormat>Grand écran</PresentationFormat>
  <Paragraphs>89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Segoe UI</vt:lpstr>
      <vt:lpstr>Wingdings</vt:lpstr>
      <vt:lpstr>Celestial</vt:lpstr>
      <vt:lpstr>Cloud Engineering</vt:lpstr>
      <vt:lpstr>Overview</vt:lpstr>
      <vt:lpstr>VM’s Local virtual disk</vt:lpstr>
      <vt:lpstr>Network File System</vt:lpstr>
      <vt:lpstr>Simple Storage Service : S3</vt:lpstr>
      <vt:lpstr>Pricing TIERS</vt:lpstr>
      <vt:lpstr>Simple Storage Service : S3</vt:lpstr>
      <vt:lpstr>Storage security</vt:lpstr>
      <vt:lpstr>Storing secretS</vt:lpstr>
      <vt:lpstr>Vaults</vt:lpstr>
      <vt:lpstr>Edge compute &amp; storage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2024-12-04T14:27:02Z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