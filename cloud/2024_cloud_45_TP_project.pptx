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78" r:id="rId5"/>
    <p:sldId id="257" r:id="rId6"/>
    <p:sldId id="292" r:id="rId7"/>
    <p:sldId id="294" r:id="rId8"/>
    <p:sldId id="295" r:id="rId9"/>
    <p:sldId id="296" r:id="rId10"/>
    <p:sldId id="291" r:id="rId11"/>
    <p:sldId id="298" r:id="rId12"/>
    <p:sldId id="299" r:id="rId13"/>
    <p:sldId id="300" r:id="rId14"/>
    <p:sldId id="301" r:id="rId15"/>
    <p:sldId id="302" r:id="rId16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3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E9D85-2200-4828-9CF0-096EEAF1D56D}" v="35" dt="2024-12-12T19:32:45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S::georges.mathio@estia.fr::1057b68d-d9cf-4cd5-bc4c-3fe68ec33e97" providerId="AD" clId="Web-{D4D1CCDB-EC6E-DF1C-47CB-2C6ACE153BBA}"/>
    <pc:docChg chg="modSld">
      <pc:chgData name="Georges MATHIO" userId="S::georges.mathio@estia.fr::1057b68d-d9cf-4cd5-bc4c-3fe68ec33e97" providerId="AD" clId="Web-{D4D1CCDB-EC6E-DF1C-47CB-2C6ACE153BBA}" dt="2024-10-15T07:59:36.088" v="76" actId="20577"/>
      <pc:docMkLst>
        <pc:docMk/>
      </pc:docMkLst>
      <pc:sldChg chg="modSp">
        <pc:chgData name="Georges MATHIO" userId="S::georges.mathio@estia.fr::1057b68d-d9cf-4cd5-bc4c-3fe68ec33e97" providerId="AD" clId="Web-{D4D1CCDB-EC6E-DF1C-47CB-2C6ACE153BBA}" dt="2024-10-15T07:59:36.088" v="76" actId="20577"/>
        <pc:sldMkLst>
          <pc:docMk/>
          <pc:sldMk cId="3988114519" sldId="267"/>
        </pc:sldMkLst>
      </pc:sldChg>
    </pc:docChg>
  </pc:docChgLst>
  <pc:docChgLst>
    <pc:chgData name="Georges MATHIO" userId="1057b68d-d9cf-4cd5-bc4c-3fe68ec33e97" providerId="ADAL" clId="{80C8A785-8CB5-41AD-82DB-1BD179DE115F}"/>
    <pc:docChg chg="custSel addSld delSld modSld sldOrd">
      <pc:chgData name="Georges MATHIO" userId="1057b68d-d9cf-4cd5-bc4c-3fe68ec33e97" providerId="ADAL" clId="{80C8A785-8CB5-41AD-82DB-1BD179DE115F}" dt="2024-11-04T10:52:25.195" v="297" actId="20577"/>
      <pc:docMkLst>
        <pc:docMk/>
      </pc:docMkLst>
      <pc:sldChg chg="delSp modSp del">
        <pc:chgData name="Georges MATHIO" userId="1057b68d-d9cf-4cd5-bc4c-3fe68ec33e97" providerId="ADAL" clId="{80C8A785-8CB5-41AD-82DB-1BD179DE115F}" dt="2024-11-04T10:37:26.630" v="5" actId="47"/>
        <pc:sldMkLst>
          <pc:docMk/>
          <pc:sldMk cId="2526593619" sldId="256"/>
        </pc:sldMkLst>
      </pc:sldChg>
      <pc:sldChg chg="del">
        <pc:chgData name="Georges MATHIO" userId="1057b68d-d9cf-4cd5-bc4c-3fe68ec33e97" providerId="ADAL" clId="{80C8A785-8CB5-41AD-82DB-1BD179DE115F}" dt="2024-11-04T10:42:57.978" v="79" actId="47"/>
        <pc:sldMkLst>
          <pc:docMk/>
          <pc:sldMk cId="3587356529" sldId="262"/>
        </pc:sldMkLst>
      </pc:sldChg>
      <pc:sldChg chg="del">
        <pc:chgData name="Georges MATHIO" userId="1057b68d-d9cf-4cd5-bc4c-3fe68ec33e97" providerId="ADAL" clId="{80C8A785-8CB5-41AD-82DB-1BD179DE115F}" dt="2024-11-04T10:42:57.900" v="78" actId="47"/>
        <pc:sldMkLst>
          <pc:docMk/>
          <pc:sldMk cId="3585669407" sldId="264"/>
        </pc:sldMkLst>
      </pc:sldChg>
      <pc:sldChg chg="del">
        <pc:chgData name="Georges MATHIO" userId="1057b68d-d9cf-4cd5-bc4c-3fe68ec33e97" providerId="ADAL" clId="{80C8A785-8CB5-41AD-82DB-1BD179DE115F}" dt="2024-11-04T10:42:58.839" v="81" actId="47"/>
        <pc:sldMkLst>
          <pc:docMk/>
          <pc:sldMk cId="1447089258" sldId="266"/>
        </pc:sldMkLst>
      </pc:sldChg>
      <pc:sldChg chg="del">
        <pc:chgData name="Georges MATHIO" userId="1057b68d-d9cf-4cd5-bc4c-3fe68ec33e97" providerId="ADAL" clId="{80C8A785-8CB5-41AD-82DB-1BD179DE115F}" dt="2024-11-04T10:42:57.474" v="76" actId="47"/>
        <pc:sldMkLst>
          <pc:docMk/>
          <pc:sldMk cId="787731320" sldId="268"/>
        </pc:sldMkLst>
      </pc:sldChg>
      <pc:sldChg chg="del">
        <pc:chgData name="Georges MATHIO" userId="1057b68d-d9cf-4cd5-bc4c-3fe68ec33e97" providerId="ADAL" clId="{80C8A785-8CB5-41AD-82DB-1BD179DE115F}" dt="2024-11-04T10:42:57.853" v="77" actId="47"/>
        <pc:sldMkLst>
          <pc:docMk/>
          <pc:sldMk cId="4175335468" sldId="270"/>
        </pc:sldMkLst>
      </pc:sldChg>
      <pc:sldChg chg="del">
        <pc:chgData name="Georges MATHIO" userId="1057b68d-d9cf-4cd5-bc4c-3fe68ec33e97" providerId="ADAL" clId="{80C8A785-8CB5-41AD-82DB-1BD179DE115F}" dt="2024-11-04T10:42:58.228" v="80" actId="47"/>
        <pc:sldMkLst>
          <pc:docMk/>
          <pc:sldMk cId="53047199" sldId="271"/>
        </pc:sldMkLst>
      </pc:sldChg>
      <pc:sldChg chg="del">
        <pc:chgData name="Georges MATHIO" userId="1057b68d-d9cf-4cd5-bc4c-3fe68ec33e97" providerId="ADAL" clId="{80C8A785-8CB5-41AD-82DB-1BD179DE115F}" dt="2024-11-04T10:42:57.189" v="75" actId="47"/>
        <pc:sldMkLst>
          <pc:docMk/>
          <pc:sldMk cId="3719670501" sldId="277"/>
        </pc:sldMkLst>
      </pc:sldChg>
      <pc:sldChg chg="addSp delSp modSp add mod ord setBg addAnim modAnim">
        <pc:chgData name="Georges MATHIO" userId="1057b68d-d9cf-4cd5-bc4c-3fe68ec33e97" providerId="ADAL" clId="{80C8A785-8CB5-41AD-82DB-1BD179DE115F}" dt="2024-11-04T10:49:42.307" v="116" actId="18131"/>
        <pc:sldMkLst>
          <pc:docMk/>
          <pc:sldMk cId="947780138" sldId="278"/>
        </pc:sldMkLst>
        <pc:spChg chg="mod">
          <ac:chgData name="Georges MATHIO" userId="1057b68d-d9cf-4cd5-bc4c-3fe68ec33e97" providerId="ADAL" clId="{80C8A785-8CB5-41AD-82DB-1BD179DE115F}" dt="2024-11-04T10:48:08.545" v="84" actId="26606"/>
          <ac:spMkLst>
            <pc:docMk/>
            <pc:sldMk cId="947780138" sldId="278"/>
            <ac:spMk id="2" creationId="{00000000-0000-0000-0000-000000000000}"/>
          </ac:spMkLst>
        </pc:spChg>
        <pc:spChg chg="mod">
          <ac:chgData name="Georges MATHIO" userId="1057b68d-d9cf-4cd5-bc4c-3fe68ec33e97" providerId="ADAL" clId="{80C8A785-8CB5-41AD-82DB-1BD179DE115F}" dt="2024-11-04T10:48:22.771" v="103" actId="20577"/>
          <ac:spMkLst>
            <pc:docMk/>
            <pc:sldMk cId="947780138" sldId="278"/>
            <ac:spMk id="3" creationId="{00000000-0000-0000-0000-000000000000}"/>
          </ac:spMkLst>
        </pc:spChg>
      </pc:sldChg>
      <pc:sldChg chg="modSp new mod">
        <pc:chgData name="Georges MATHIO" userId="1057b68d-d9cf-4cd5-bc4c-3fe68ec33e97" providerId="ADAL" clId="{80C8A785-8CB5-41AD-82DB-1BD179DE115F}" dt="2024-11-04T10:50:54.184" v="190" actId="20577"/>
        <pc:sldMkLst>
          <pc:docMk/>
          <pc:sldMk cId="3235351140" sldId="279"/>
        </pc:sldMkLst>
      </pc:sldChg>
      <pc:sldChg chg="modSp add mod">
        <pc:chgData name="Georges MATHIO" userId="1057b68d-d9cf-4cd5-bc4c-3fe68ec33e97" providerId="ADAL" clId="{80C8A785-8CB5-41AD-82DB-1BD179DE115F}" dt="2024-11-04T10:51:08.971" v="196" actId="242"/>
        <pc:sldMkLst>
          <pc:docMk/>
          <pc:sldMk cId="1755640249" sldId="280"/>
        </pc:sldMkLst>
      </pc:sldChg>
      <pc:sldChg chg="new del">
        <pc:chgData name="Georges MATHIO" userId="1057b68d-d9cf-4cd5-bc4c-3fe68ec33e97" providerId="ADAL" clId="{80C8A785-8CB5-41AD-82DB-1BD179DE115F}" dt="2024-11-04T10:51:01.174" v="192" actId="47"/>
        <pc:sldMkLst>
          <pc:docMk/>
          <pc:sldMk cId="1822089541" sldId="281"/>
        </pc:sldMkLst>
      </pc:sldChg>
      <pc:sldChg chg="modSp add mod ord">
        <pc:chgData name="Georges MATHIO" userId="1057b68d-d9cf-4cd5-bc4c-3fe68ec33e97" providerId="ADAL" clId="{80C8A785-8CB5-41AD-82DB-1BD179DE115F}" dt="2024-11-04T10:51:47.687" v="232" actId="20577"/>
        <pc:sldMkLst>
          <pc:docMk/>
          <pc:sldMk cId="3876591150" sldId="281"/>
        </pc:sldMkLst>
      </pc:sldChg>
      <pc:sldChg chg="modSp add mod ord">
        <pc:chgData name="Georges MATHIO" userId="1057b68d-d9cf-4cd5-bc4c-3fe68ec33e97" providerId="ADAL" clId="{80C8A785-8CB5-41AD-82DB-1BD179DE115F}" dt="2024-11-04T10:52:25.195" v="297" actId="20577"/>
        <pc:sldMkLst>
          <pc:docMk/>
          <pc:sldMk cId="149252829" sldId="282"/>
        </pc:sldMkLst>
      </pc:sldChg>
    </pc:docChg>
  </pc:docChgLst>
  <pc:docChgLst>
    <pc:chgData name="Georges MATHIO" userId="S::georges.mathio@estia.fr::1057b68d-d9cf-4cd5-bc4c-3fe68ec33e97" providerId="AD" clId="Web-{924963A7-0414-CE62-8997-2742A1CA60F5}"/>
    <pc:docChg chg="addSld modSld">
      <pc:chgData name="Georges MATHIO" userId="S::georges.mathio@estia.fr::1057b68d-d9cf-4cd5-bc4c-3fe68ec33e97" providerId="AD" clId="Web-{924963A7-0414-CE62-8997-2742A1CA60F5}" dt="2023-11-13T15:43:21.668" v="39"/>
      <pc:docMkLst>
        <pc:docMk/>
      </pc:docMkLst>
      <pc:sldChg chg="addSp delSp modSp add">
        <pc:chgData name="Georges MATHIO" userId="S::georges.mathio@estia.fr::1057b68d-d9cf-4cd5-bc4c-3fe68ec33e97" providerId="AD" clId="Web-{924963A7-0414-CE62-8997-2742A1CA60F5}" dt="2023-11-13T15:43:21.668" v="39"/>
        <pc:sldMkLst>
          <pc:docMk/>
          <pc:sldMk cId="3870140485" sldId="265"/>
        </pc:sldMkLst>
      </pc:sldChg>
    </pc:docChg>
  </pc:docChgLst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</pc:sldChg>
    </pc:docChg>
  </pc:docChgLst>
  <pc:docChgLst>
    <pc:chgData name="Georges MATHIO" userId="S::georges.mathio@estia.fr::1057b68d-d9cf-4cd5-bc4c-3fe68ec33e97" providerId="AD" clId="Web-{F53324A8-73B9-DE5A-2785-85B2E009E62C}"/>
    <pc:docChg chg="addSld modSld">
      <pc:chgData name="Georges MATHIO" userId="S::georges.mathio@estia.fr::1057b68d-d9cf-4cd5-bc4c-3fe68ec33e97" providerId="AD" clId="Web-{F53324A8-73B9-DE5A-2785-85B2E009E62C}" dt="2023-11-27T16:08:35.615" v="224" actId="1076"/>
      <pc:docMkLst>
        <pc:docMk/>
      </pc:docMkLst>
      <pc:sldChg chg="addSp modSp">
        <pc:chgData name="Georges MATHIO" userId="S::georges.mathio@estia.fr::1057b68d-d9cf-4cd5-bc4c-3fe68ec33e97" providerId="AD" clId="Web-{F53324A8-73B9-DE5A-2785-85B2E009E62C}" dt="2023-11-27T16:08:35.615" v="224" actId="1076"/>
        <pc:sldMkLst>
          <pc:docMk/>
          <pc:sldMk cId="3870140485" sldId="265"/>
        </pc:sldMkLst>
      </pc:sldChg>
      <pc:sldChg chg="addSp modSp add replId">
        <pc:chgData name="Georges MATHIO" userId="S::georges.mathio@estia.fr::1057b68d-d9cf-4cd5-bc4c-3fe68ec33e97" providerId="AD" clId="Web-{F53324A8-73B9-DE5A-2785-85B2E009E62C}" dt="2023-11-27T16:07:53.332" v="220" actId="20577"/>
        <pc:sldMkLst>
          <pc:docMk/>
          <pc:sldMk cId="1487403360" sldId="266"/>
        </pc:sldMkLst>
      </pc:sldChg>
    </pc:docChg>
  </pc:docChgLst>
  <pc:docChgLst>
    <pc:chgData name="Georges MATHIO" userId="1057b68d-d9cf-4cd5-bc4c-3fe68ec33e97" providerId="ADAL" clId="{D774E528-2550-4EC3-A683-2E28FEB809DF}"/>
    <pc:docChg chg="undo custSel addSld delSld modSld sldOrd">
      <pc:chgData name="Georges MATHIO" userId="1057b68d-d9cf-4cd5-bc4c-3fe68ec33e97" providerId="ADAL" clId="{D774E528-2550-4EC3-A683-2E28FEB809DF}" dt="2024-11-15T11:49:51.286" v="1935" actId="27636"/>
      <pc:docMkLst>
        <pc:docMk/>
      </pc:docMkLst>
      <pc:sldChg chg="addSp modSp mod">
        <pc:chgData name="Georges MATHIO" userId="1057b68d-d9cf-4cd5-bc4c-3fe68ec33e97" providerId="ADAL" clId="{D774E528-2550-4EC3-A683-2E28FEB809DF}" dt="2024-11-15T11:09:59.419" v="1818" actId="20577"/>
        <pc:sldMkLst>
          <pc:docMk/>
          <pc:sldMk cId="3235351140" sldId="279"/>
        </pc:sldMkLst>
      </pc:sldChg>
      <pc:sldChg chg="del">
        <pc:chgData name="Georges MATHIO" userId="1057b68d-d9cf-4cd5-bc4c-3fe68ec33e97" providerId="ADAL" clId="{D774E528-2550-4EC3-A683-2E28FEB809DF}" dt="2024-11-13T10:54:51.656" v="608" actId="47"/>
        <pc:sldMkLst>
          <pc:docMk/>
          <pc:sldMk cId="1755640249" sldId="280"/>
        </pc:sldMkLst>
      </pc:sldChg>
      <pc:sldChg chg="addSp delSp modSp mod">
        <pc:chgData name="Georges MATHIO" userId="1057b68d-d9cf-4cd5-bc4c-3fe68ec33e97" providerId="ADAL" clId="{D774E528-2550-4EC3-A683-2E28FEB809DF}" dt="2024-11-15T11:49:51.286" v="1935" actId="27636"/>
        <pc:sldMkLst>
          <pc:docMk/>
          <pc:sldMk cId="3876591150" sldId="281"/>
        </pc:sldMkLst>
      </pc:sldChg>
      <pc:sldChg chg="modSp mod">
        <pc:chgData name="Georges MATHIO" userId="1057b68d-d9cf-4cd5-bc4c-3fe68ec33e97" providerId="ADAL" clId="{D774E528-2550-4EC3-A683-2E28FEB809DF}" dt="2024-11-13T14:23:43.723" v="867" actId="2711"/>
        <pc:sldMkLst>
          <pc:docMk/>
          <pc:sldMk cId="149252829" sldId="282"/>
        </pc:sldMkLst>
      </pc:sldChg>
      <pc:sldChg chg="addSp modSp add mod">
        <pc:chgData name="Georges MATHIO" userId="1057b68d-d9cf-4cd5-bc4c-3fe68ec33e97" providerId="ADAL" clId="{D774E528-2550-4EC3-A683-2E28FEB809DF}" dt="2024-11-13T14:22:43.124" v="832" actId="1076"/>
        <pc:sldMkLst>
          <pc:docMk/>
          <pc:sldMk cId="2350020133" sldId="283"/>
        </pc:sldMkLst>
      </pc:sldChg>
      <pc:sldChg chg="addSp delSp modSp add mod">
        <pc:chgData name="Georges MATHIO" userId="1057b68d-d9cf-4cd5-bc4c-3fe68ec33e97" providerId="ADAL" clId="{D774E528-2550-4EC3-A683-2E28FEB809DF}" dt="2024-11-15T09:51:14.162" v="1260" actId="1036"/>
        <pc:sldMkLst>
          <pc:docMk/>
          <pc:sldMk cId="1785084455" sldId="284"/>
        </pc:sldMkLst>
      </pc:sldChg>
      <pc:sldChg chg="addSp modSp add mod ord">
        <pc:chgData name="Georges MATHIO" userId="1057b68d-d9cf-4cd5-bc4c-3fe68ec33e97" providerId="ADAL" clId="{D774E528-2550-4EC3-A683-2E28FEB809DF}" dt="2024-11-15T09:58:45.794" v="1513" actId="20577"/>
        <pc:sldMkLst>
          <pc:docMk/>
          <pc:sldMk cId="696138440" sldId="285"/>
        </pc:sldMkLst>
      </pc:sldChg>
      <pc:sldChg chg="modSp add mod">
        <pc:chgData name="Georges MATHIO" userId="1057b68d-d9cf-4cd5-bc4c-3fe68ec33e97" providerId="ADAL" clId="{D774E528-2550-4EC3-A683-2E28FEB809DF}" dt="2024-11-15T10:02:10.725" v="1751" actId="20577"/>
        <pc:sldMkLst>
          <pc:docMk/>
          <pc:sldMk cId="1439362577" sldId="286"/>
        </pc:sldMkLst>
      </pc:sldChg>
    </pc:docChg>
  </pc:docChgLst>
  <pc:docChgLst>
    <pc:chgData name="Georges MATHIO" userId="1057b68d-d9cf-4cd5-bc4c-3fe68ec33e97" providerId="ADAL" clId="{8BCAAD47-39EC-4A39-A166-8E9777C12AD5}"/>
    <pc:docChg chg="modSld">
      <pc:chgData name="Georges MATHIO" userId="1057b68d-d9cf-4cd5-bc4c-3fe68ec33e97" providerId="ADAL" clId="{8BCAAD47-39EC-4A39-A166-8E9777C12AD5}" dt="2024-07-21T21:01:57.905" v="2" actId="20577"/>
      <pc:docMkLst>
        <pc:docMk/>
      </pc:docMkLst>
      <pc:sldChg chg="modSp mod">
        <pc:chgData name="Georges MATHIO" userId="1057b68d-d9cf-4cd5-bc4c-3fe68ec33e97" providerId="ADAL" clId="{8BCAAD47-39EC-4A39-A166-8E9777C12AD5}" dt="2024-07-21T21:01:45.889" v="0" actId="6549"/>
        <pc:sldMkLst>
          <pc:docMk/>
          <pc:sldMk cId="1554076419" sldId="258"/>
        </pc:sldMkLst>
      </pc:sldChg>
      <pc:sldChg chg="modSp mod">
        <pc:chgData name="Georges MATHIO" userId="1057b68d-d9cf-4cd5-bc4c-3fe68ec33e97" providerId="ADAL" clId="{8BCAAD47-39EC-4A39-A166-8E9777C12AD5}" dt="2024-07-21T21:01:57.905" v="2" actId="20577"/>
        <pc:sldMkLst>
          <pc:docMk/>
          <pc:sldMk cId="319033476" sldId="260"/>
        </pc:sldMkLst>
      </pc:sldChg>
    </pc:docChg>
  </pc:docChgLst>
  <pc:docChgLst>
    <pc:chgData name="Georges MATHIO" userId="S::georges.mathio@estia.fr::1057b68d-d9cf-4cd5-bc4c-3fe68ec33e97" providerId="AD" clId="Web-{D188567B-FEA3-3AFD-7A3D-A0834D404585}"/>
    <pc:docChg chg="modSld">
      <pc:chgData name="Georges MATHIO" userId="S::georges.mathio@estia.fr::1057b68d-d9cf-4cd5-bc4c-3fe68ec33e97" providerId="AD" clId="Web-{D188567B-FEA3-3AFD-7A3D-A0834D404585}" dt="2024-07-18T11:45:28.694" v="5" actId="20577"/>
      <pc:docMkLst>
        <pc:docMk/>
      </pc:docMkLst>
      <pc:sldChg chg="modSp">
        <pc:chgData name="Georges MATHIO" userId="S::georges.mathio@estia.fr::1057b68d-d9cf-4cd5-bc4c-3fe68ec33e97" providerId="AD" clId="Web-{D188567B-FEA3-3AFD-7A3D-A0834D404585}" dt="2024-07-18T11:43:39.533" v="3" actId="1076"/>
        <pc:sldMkLst>
          <pc:docMk/>
          <pc:sldMk cId="2482283123" sldId="259"/>
        </pc:sldMkLst>
      </pc:sldChg>
      <pc:sldChg chg="modSp">
        <pc:chgData name="Georges MATHIO" userId="S::georges.mathio@estia.fr::1057b68d-d9cf-4cd5-bc4c-3fe68ec33e97" providerId="AD" clId="Web-{D188567B-FEA3-3AFD-7A3D-A0834D404585}" dt="2024-07-18T11:45:28.694" v="5" actId="20577"/>
        <pc:sldMkLst>
          <pc:docMk/>
          <pc:sldMk cId="1455700223" sldId="263"/>
        </pc:sldMkLst>
      </pc:sldChg>
    </pc:docChg>
  </pc:docChgLst>
  <pc:docChgLst>
    <pc:chgData name="Georges MATHIO" userId="1057b68d-d9cf-4cd5-bc4c-3fe68ec33e97" providerId="ADAL" clId="{82B82AAD-A176-4F9A-88D1-A56861D01535}"/>
    <pc:docChg chg="undo custSel modSld">
      <pc:chgData name="Georges MATHIO" userId="1057b68d-d9cf-4cd5-bc4c-3fe68ec33e97" providerId="ADAL" clId="{82B82AAD-A176-4F9A-88D1-A56861D01535}" dt="2023-11-27T16:09:30.504" v="795" actId="14861"/>
      <pc:docMkLst>
        <pc:docMk/>
      </pc:docMkLst>
      <pc:sldChg chg="addSp delSp modSp mod">
        <pc:chgData name="Georges MATHIO" userId="1057b68d-d9cf-4cd5-bc4c-3fe68ec33e97" providerId="ADAL" clId="{82B82AAD-A176-4F9A-88D1-A56861D01535}" dt="2023-11-27T16:09:30.504" v="795" actId="14861"/>
        <pc:sldMkLst>
          <pc:docMk/>
          <pc:sldMk cId="3870140485" sldId="265"/>
        </pc:sldMkLst>
      </pc:sldChg>
    </pc:docChg>
  </pc:docChgLst>
  <pc:docChgLst>
    <pc:chgData name="Georges MATHIO" userId="1057b68d-d9cf-4cd5-bc4c-3fe68ec33e97" providerId="ADAL" clId="{FCBB5270-DEBA-45EE-AD54-6E7B964CB6D2}"/>
    <pc:docChg chg="undo redo custSel addSld delSld modSld sldOrd">
      <pc:chgData name="Georges MATHIO" userId="1057b68d-d9cf-4cd5-bc4c-3fe68ec33e97" providerId="ADAL" clId="{FCBB5270-DEBA-45EE-AD54-6E7B964CB6D2}" dt="2024-10-24T13:14:43.981" v="4990" actId="255"/>
      <pc:docMkLst>
        <pc:docMk/>
      </pc:docMkLst>
      <pc:sldChg chg="addSp modSp mod setBg addAnim modAnim">
        <pc:chgData name="Georges MATHIO" userId="1057b68d-d9cf-4cd5-bc4c-3fe68ec33e97" providerId="ADAL" clId="{FCBB5270-DEBA-45EE-AD54-6E7B964CB6D2}" dt="2024-10-24T09:05:16.649" v="2587"/>
        <pc:sldMkLst>
          <pc:docMk/>
          <pc:sldMk cId="2526593619" sldId="256"/>
        </pc:sldMkLst>
      </pc:sldChg>
      <pc:sldChg chg="modSp mod">
        <pc:chgData name="Georges MATHIO" userId="1057b68d-d9cf-4cd5-bc4c-3fe68ec33e97" providerId="ADAL" clId="{FCBB5270-DEBA-45EE-AD54-6E7B964CB6D2}" dt="2024-10-24T09:14:51.411" v="2878" actId="12"/>
        <pc:sldMkLst>
          <pc:docMk/>
          <pc:sldMk cId="1554076419" sldId="258"/>
        </pc:sldMkLst>
      </pc:sldChg>
      <pc:sldChg chg="addSp modSp mod">
        <pc:chgData name="Georges MATHIO" userId="1057b68d-d9cf-4cd5-bc4c-3fe68ec33e97" providerId="ADAL" clId="{FCBB5270-DEBA-45EE-AD54-6E7B964CB6D2}" dt="2024-10-24T09:25:31.908" v="3249" actId="1076"/>
        <pc:sldMkLst>
          <pc:docMk/>
          <pc:sldMk cId="698645210" sldId="259"/>
        </pc:sldMkLst>
      </pc:sldChg>
      <pc:sldChg chg="addSp modSp mod">
        <pc:chgData name="Georges MATHIO" userId="1057b68d-d9cf-4cd5-bc4c-3fe68ec33e97" providerId="ADAL" clId="{FCBB5270-DEBA-45EE-AD54-6E7B964CB6D2}" dt="2024-10-24T09:25:41.924" v="3250" actId="6549"/>
        <pc:sldMkLst>
          <pc:docMk/>
          <pc:sldMk cId="2019018920" sldId="260"/>
        </pc:sldMkLst>
      </pc:sldChg>
      <pc:sldChg chg="addSp delSp modSp mod">
        <pc:chgData name="Georges MATHIO" userId="1057b68d-d9cf-4cd5-bc4c-3fe68ec33e97" providerId="ADAL" clId="{FCBB5270-DEBA-45EE-AD54-6E7B964CB6D2}" dt="2024-10-24T09:58:09.551" v="3744" actId="12"/>
        <pc:sldMkLst>
          <pc:docMk/>
          <pc:sldMk cId="4161449416" sldId="261"/>
        </pc:sldMkLst>
      </pc:sldChg>
      <pc:sldChg chg="addSp modSp mod ord setBg">
        <pc:chgData name="Georges MATHIO" userId="1057b68d-d9cf-4cd5-bc4c-3fe68ec33e97" providerId="ADAL" clId="{FCBB5270-DEBA-45EE-AD54-6E7B964CB6D2}" dt="2024-10-24T13:07:57.612" v="4745" actId="14100"/>
        <pc:sldMkLst>
          <pc:docMk/>
          <pc:sldMk cId="3988114519" sldId="267"/>
        </pc:sldMkLst>
      </pc:sldChg>
      <pc:sldChg chg="modSp mod">
        <pc:chgData name="Georges MATHIO" userId="1057b68d-d9cf-4cd5-bc4c-3fe68ec33e97" providerId="ADAL" clId="{FCBB5270-DEBA-45EE-AD54-6E7B964CB6D2}" dt="2024-10-24T13:14:43.981" v="4990" actId="255"/>
        <pc:sldMkLst>
          <pc:docMk/>
          <pc:sldMk cId="787731320" sldId="268"/>
        </pc:sldMkLst>
      </pc:sldChg>
      <pc:sldChg chg="addSp modSp new mod">
        <pc:chgData name="Georges MATHIO" userId="1057b68d-d9cf-4cd5-bc4c-3fe68ec33e97" providerId="ADAL" clId="{FCBB5270-DEBA-45EE-AD54-6E7B964CB6D2}" dt="2024-10-24T13:14:28.598" v="4989" actId="14861"/>
        <pc:sldMkLst>
          <pc:docMk/>
          <pc:sldMk cId="3491289200" sldId="269"/>
        </pc:sldMkLst>
      </pc:sldChg>
      <pc:sldChg chg="addSp delSp modSp add mod">
        <pc:chgData name="Georges MATHIO" userId="1057b68d-d9cf-4cd5-bc4c-3fe68ec33e97" providerId="ADAL" clId="{FCBB5270-DEBA-45EE-AD54-6E7B964CB6D2}" dt="2024-10-24T13:09:38.799" v="4749"/>
        <pc:sldMkLst>
          <pc:docMk/>
          <pc:sldMk cId="4175335468" sldId="270"/>
        </pc:sldMkLst>
      </pc:sldChg>
      <pc:sldChg chg="addSp delSp modSp add mod">
        <pc:chgData name="Georges MATHIO" userId="1057b68d-d9cf-4cd5-bc4c-3fe68ec33e97" providerId="ADAL" clId="{FCBB5270-DEBA-45EE-AD54-6E7B964CB6D2}" dt="2024-10-24T13:09:42.390" v="4751"/>
        <pc:sldMkLst>
          <pc:docMk/>
          <pc:sldMk cId="53047199" sldId="271"/>
        </pc:sldMkLst>
      </pc:sldChg>
      <pc:sldChg chg="addSp delSp modSp add mod">
        <pc:chgData name="Georges MATHIO" userId="1057b68d-d9cf-4cd5-bc4c-3fe68ec33e97" providerId="ADAL" clId="{FCBB5270-DEBA-45EE-AD54-6E7B964CB6D2}" dt="2024-10-24T12:07:05.081" v="3789" actId="20577"/>
        <pc:sldMkLst>
          <pc:docMk/>
          <pc:sldMk cId="596867331" sldId="272"/>
        </pc:sldMkLst>
      </pc:sldChg>
      <pc:sldChg chg="delSp add del">
        <pc:chgData name="Georges MATHIO" userId="1057b68d-d9cf-4cd5-bc4c-3fe68ec33e97" providerId="ADAL" clId="{FCBB5270-DEBA-45EE-AD54-6E7B964CB6D2}" dt="2024-10-15T09:00:56.818" v="1603" actId="47"/>
        <pc:sldMkLst>
          <pc:docMk/>
          <pc:sldMk cId="1540543391" sldId="273"/>
        </pc:sldMkLst>
      </pc:sldChg>
      <pc:sldChg chg="addSp delSp modSp add mod">
        <pc:chgData name="Georges MATHIO" userId="1057b68d-d9cf-4cd5-bc4c-3fe68ec33e97" providerId="ADAL" clId="{FCBB5270-DEBA-45EE-AD54-6E7B964CB6D2}" dt="2024-10-15T09:31:09.043" v="2203" actId="20577"/>
        <pc:sldMkLst>
          <pc:docMk/>
          <pc:sldMk cId="478461332" sldId="274"/>
        </pc:sldMkLst>
      </pc:sldChg>
      <pc:sldChg chg="modSp new mod">
        <pc:chgData name="Georges MATHIO" userId="1057b68d-d9cf-4cd5-bc4c-3fe68ec33e97" providerId="ADAL" clId="{FCBB5270-DEBA-45EE-AD54-6E7B964CB6D2}" dt="2024-10-15T12:47:49.941" v="2549" actId="122"/>
        <pc:sldMkLst>
          <pc:docMk/>
          <pc:sldMk cId="3779523331" sldId="275"/>
        </pc:sldMkLst>
      </pc:sldChg>
      <pc:sldChg chg="addSp delSp modSp new mod">
        <pc:chgData name="Georges MATHIO" userId="1057b68d-d9cf-4cd5-bc4c-3fe68ec33e97" providerId="ADAL" clId="{FCBB5270-DEBA-45EE-AD54-6E7B964CB6D2}" dt="2024-10-24T09:23:14.989" v="3213" actId="1076"/>
        <pc:sldMkLst>
          <pc:docMk/>
          <pc:sldMk cId="3476794743" sldId="276"/>
        </pc:sldMkLst>
      </pc:sldChg>
      <pc:sldChg chg="modSp new mod">
        <pc:chgData name="Georges MATHIO" userId="1057b68d-d9cf-4cd5-bc4c-3fe68ec33e97" providerId="ADAL" clId="{FCBB5270-DEBA-45EE-AD54-6E7B964CB6D2}" dt="2024-10-24T09:46:26.311" v="3427" actId="242"/>
        <pc:sldMkLst>
          <pc:docMk/>
          <pc:sldMk cId="3286416962" sldId="277"/>
        </pc:sldMkLst>
      </pc:sldChg>
      <pc:sldChg chg="addSp delSp modSp add mod">
        <pc:chgData name="Georges MATHIO" userId="1057b68d-d9cf-4cd5-bc4c-3fe68ec33e97" providerId="ADAL" clId="{FCBB5270-DEBA-45EE-AD54-6E7B964CB6D2}" dt="2024-10-24T09:58:58.183" v="3788" actId="1037"/>
        <pc:sldMkLst>
          <pc:docMk/>
          <pc:sldMk cId="109681997" sldId="278"/>
        </pc:sldMkLst>
      </pc:sldChg>
      <pc:sldChg chg="modSp add mod">
        <pc:chgData name="Georges MATHIO" userId="1057b68d-d9cf-4cd5-bc4c-3fe68ec33e97" providerId="ADAL" clId="{FCBB5270-DEBA-45EE-AD54-6E7B964CB6D2}" dt="2024-10-24T12:45:49.970" v="4356" actId="1076"/>
        <pc:sldMkLst>
          <pc:docMk/>
          <pc:sldMk cId="3397681657" sldId="279"/>
        </pc:sldMkLst>
      </pc:sldChg>
      <pc:sldChg chg="modSp add mod">
        <pc:chgData name="Georges MATHIO" userId="1057b68d-d9cf-4cd5-bc4c-3fe68ec33e97" providerId="ADAL" clId="{FCBB5270-DEBA-45EE-AD54-6E7B964CB6D2}" dt="2024-10-24T12:51:17.702" v="4585" actId="113"/>
        <pc:sldMkLst>
          <pc:docMk/>
          <pc:sldMk cId="1341887883" sldId="280"/>
        </pc:sldMkLst>
      </pc:sldChg>
    </pc:docChg>
  </pc:docChgLst>
  <pc:docChgLst>
    <pc:chgData name="Georges MATHIO" userId="1057b68d-d9cf-4cd5-bc4c-3fe68ec33e97" providerId="ADAL" clId="{A809CB15-188B-4206-965E-D05EC8603C42}"/>
    <pc:docChg chg="undo redo custSel addSld delSld modSld sldOrd">
      <pc:chgData name="Georges MATHIO" userId="1057b68d-d9cf-4cd5-bc4c-3fe68ec33e97" providerId="ADAL" clId="{A809CB15-188B-4206-965E-D05EC8603C42}" dt="2024-10-25T09:44:54.113" v="1726" actId="14100"/>
      <pc:docMkLst>
        <pc:docMk/>
      </pc:docMkLst>
      <pc:sldChg chg="addSp delSp modSp mod addAnim modAnim">
        <pc:chgData name="Georges MATHIO" userId="1057b68d-d9cf-4cd5-bc4c-3fe68ec33e97" providerId="ADAL" clId="{A809CB15-188B-4206-965E-D05EC8603C42}" dt="2024-10-24T15:24:27.271" v="476"/>
        <pc:sldMkLst>
          <pc:docMk/>
          <pc:sldMk cId="2526593619" sldId="256"/>
        </pc:sldMkLst>
      </pc:sldChg>
      <pc:sldChg chg="del">
        <pc:chgData name="Georges MATHIO" userId="1057b68d-d9cf-4cd5-bc4c-3fe68ec33e97" providerId="ADAL" clId="{A809CB15-188B-4206-965E-D05EC8603C42}" dt="2024-10-24T13:18:40.944" v="0" actId="47"/>
        <pc:sldMkLst>
          <pc:docMk/>
          <pc:sldMk cId="1554076419" sldId="258"/>
        </pc:sldMkLst>
      </pc:sldChg>
      <pc:sldChg chg="del">
        <pc:chgData name="Georges MATHIO" userId="1057b68d-d9cf-4cd5-bc4c-3fe68ec33e97" providerId="ADAL" clId="{A809CB15-188B-4206-965E-D05EC8603C42}" dt="2024-10-24T13:18:55.088" v="3" actId="47"/>
        <pc:sldMkLst>
          <pc:docMk/>
          <pc:sldMk cId="698645210" sldId="259"/>
        </pc:sldMkLst>
      </pc:sldChg>
      <pc:sldChg chg="del">
        <pc:chgData name="Georges MATHIO" userId="1057b68d-d9cf-4cd5-bc4c-3fe68ec33e97" providerId="ADAL" clId="{A809CB15-188B-4206-965E-D05EC8603C42}" dt="2024-10-24T13:18:55.779" v="4" actId="47"/>
        <pc:sldMkLst>
          <pc:docMk/>
          <pc:sldMk cId="2019018920" sldId="260"/>
        </pc:sldMkLst>
      </pc:sldChg>
      <pc:sldChg chg="del">
        <pc:chgData name="Georges MATHIO" userId="1057b68d-d9cf-4cd5-bc4c-3fe68ec33e97" providerId="ADAL" clId="{A809CB15-188B-4206-965E-D05EC8603C42}" dt="2024-10-24T13:18:56.453" v="5" actId="47"/>
        <pc:sldMkLst>
          <pc:docMk/>
          <pc:sldMk cId="4161449416" sldId="261"/>
        </pc:sldMkLst>
      </pc:sldChg>
      <pc:sldChg chg="addSp modSp mod">
        <pc:chgData name="Georges MATHIO" userId="1057b68d-d9cf-4cd5-bc4c-3fe68ec33e97" providerId="ADAL" clId="{A809CB15-188B-4206-965E-D05EC8603C42}" dt="2024-10-25T09:44:54.113" v="1726" actId="14100"/>
        <pc:sldMkLst>
          <pc:docMk/>
          <pc:sldMk cId="3587356529" sldId="262"/>
        </pc:sldMkLst>
      </pc:sldChg>
      <pc:sldChg chg="del">
        <pc:chgData name="Georges MATHIO" userId="1057b68d-d9cf-4cd5-bc4c-3fe68ec33e97" providerId="ADAL" clId="{A809CB15-188B-4206-965E-D05EC8603C42}" dt="2024-10-25T08:03:53.208" v="1264" actId="47"/>
        <pc:sldMkLst>
          <pc:docMk/>
          <pc:sldMk cId="631768457" sldId="263"/>
        </pc:sldMkLst>
      </pc:sldChg>
      <pc:sldChg chg="addSp modSp mod ord">
        <pc:chgData name="Georges MATHIO" userId="1057b68d-d9cf-4cd5-bc4c-3fe68ec33e97" providerId="ADAL" clId="{A809CB15-188B-4206-965E-D05EC8603C42}" dt="2024-10-25T08:37:31.010" v="1589" actId="20577"/>
        <pc:sldMkLst>
          <pc:docMk/>
          <pc:sldMk cId="3585669407" sldId="264"/>
        </pc:sldMkLst>
      </pc:sldChg>
      <pc:sldChg chg="modSp del mod ord">
        <pc:chgData name="Georges MATHIO" userId="1057b68d-d9cf-4cd5-bc4c-3fe68ec33e97" providerId="ADAL" clId="{A809CB15-188B-4206-965E-D05EC8603C42}" dt="2024-10-25T09:41:37.628" v="1686" actId="2696"/>
        <pc:sldMkLst>
          <pc:docMk/>
          <pc:sldMk cId="2440634833" sldId="265"/>
        </pc:sldMkLst>
      </pc:sldChg>
      <pc:sldChg chg="modSp add del mod">
        <pc:chgData name="Georges MATHIO" userId="1057b68d-d9cf-4cd5-bc4c-3fe68ec33e97" providerId="ADAL" clId="{A809CB15-188B-4206-965E-D05EC8603C42}" dt="2024-10-25T09:41:59.260" v="1687" actId="47"/>
        <pc:sldMkLst>
          <pc:docMk/>
          <pc:sldMk cId="3108279696" sldId="267"/>
        </pc:sldMkLst>
      </pc:sldChg>
      <pc:sldChg chg="del">
        <pc:chgData name="Georges MATHIO" userId="1057b68d-d9cf-4cd5-bc4c-3fe68ec33e97" providerId="ADAL" clId="{A809CB15-188B-4206-965E-D05EC8603C42}" dt="2024-10-24T13:19:00.441" v="12" actId="47"/>
        <pc:sldMkLst>
          <pc:docMk/>
          <pc:sldMk cId="3988114519" sldId="267"/>
        </pc:sldMkLst>
      </pc:sldChg>
      <pc:sldChg chg="modSp mod">
        <pc:chgData name="Georges MATHIO" userId="1057b68d-d9cf-4cd5-bc4c-3fe68ec33e97" providerId="ADAL" clId="{A809CB15-188B-4206-965E-D05EC8603C42}" dt="2024-10-24T15:26:55.823" v="552" actId="1036"/>
        <pc:sldMkLst>
          <pc:docMk/>
          <pc:sldMk cId="787731320" sldId="268"/>
        </pc:sldMkLst>
      </pc:sldChg>
      <pc:sldChg chg="addSp modSp del mod modAnim">
        <pc:chgData name="Georges MATHIO" userId="1057b68d-d9cf-4cd5-bc4c-3fe68ec33e97" providerId="ADAL" clId="{A809CB15-188B-4206-965E-D05EC8603C42}" dt="2024-10-24T13:30:46.471" v="156" actId="47"/>
        <pc:sldMkLst>
          <pc:docMk/>
          <pc:sldMk cId="3491289200" sldId="269"/>
        </pc:sldMkLst>
      </pc:sldChg>
      <pc:sldChg chg="addSp delSp modSp mod modAnim">
        <pc:chgData name="Georges MATHIO" userId="1057b68d-d9cf-4cd5-bc4c-3fe68ec33e97" providerId="ADAL" clId="{A809CB15-188B-4206-965E-D05EC8603C42}" dt="2024-10-25T08:14:49.895" v="1293" actId="27636"/>
        <pc:sldMkLst>
          <pc:docMk/>
          <pc:sldMk cId="4175335468" sldId="270"/>
        </pc:sldMkLst>
      </pc:sldChg>
      <pc:sldChg chg="modSp mod">
        <pc:chgData name="Georges MATHIO" userId="1057b68d-d9cf-4cd5-bc4c-3fe68ec33e97" providerId="ADAL" clId="{A809CB15-188B-4206-965E-D05EC8603C42}" dt="2024-10-25T08:21:35.211" v="1393" actId="115"/>
        <pc:sldMkLst>
          <pc:docMk/>
          <pc:sldMk cId="53047199" sldId="271"/>
        </pc:sldMkLst>
      </pc:sldChg>
      <pc:sldChg chg="del">
        <pc:chgData name="Georges MATHIO" userId="1057b68d-d9cf-4cd5-bc4c-3fe68ec33e97" providerId="ADAL" clId="{A809CB15-188B-4206-965E-D05EC8603C42}" dt="2024-10-24T13:18:57.693" v="8" actId="47"/>
        <pc:sldMkLst>
          <pc:docMk/>
          <pc:sldMk cId="596867331" sldId="272"/>
        </pc:sldMkLst>
      </pc:sldChg>
      <pc:sldChg chg="del">
        <pc:chgData name="Georges MATHIO" userId="1057b68d-d9cf-4cd5-bc4c-3fe68ec33e97" providerId="ADAL" clId="{A809CB15-188B-4206-965E-D05EC8603C42}" dt="2024-10-24T13:18:59.051" v="10" actId="47"/>
        <pc:sldMkLst>
          <pc:docMk/>
          <pc:sldMk cId="478461332" sldId="274"/>
        </pc:sldMkLst>
      </pc:sldChg>
      <pc:sldChg chg="del">
        <pc:chgData name="Georges MATHIO" userId="1057b68d-d9cf-4cd5-bc4c-3fe68ec33e97" providerId="ADAL" clId="{A809CB15-188B-4206-965E-D05EC8603C42}" dt="2024-10-24T13:19:02.122" v="13" actId="47"/>
        <pc:sldMkLst>
          <pc:docMk/>
          <pc:sldMk cId="3779523331" sldId="275"/>
        </pc:sldMkLst>
      </pc:sldChg>
      <pc:sldChg chg="add del">
        <pc:chgData name="Georges MATHIO" userId="1057b68d-d9cf-4cd5-bc4c-3fe68ec33e97" providerId="ADAL" clId="{A809CB15-188B-4206-965E-D05EC8603C42}" dt="2024-10-24T15:24:42.965" v="477" actId="47"/>
        <pc:sldMkLst>
          <pc:docMk/>
          <pc:sldMk cId="3476794743" sldId="276"/>
        </pc:sldMkLst>
      </pc:sldChg>
      <pc:sldChg chg="del">
        <pc:chgData name="Georges MATHIO" userId="1057b68d-d9cf-4cd5-bc4c-3fe68ec33e97" providerId="ADAL" clId="{A809CB15-188B-4206-965E-D05EC8603C42}" dt="2024-10-24T13:18:57.254" v="7" actId="47"/>
        <pc:sldMkLst>
          <pc:docMk/>
          <pc:sldMk cId="3286416962" sldId="277"/>
        </pc:sldMkLst>
      </pc:sldChg>
      <pc:sldChg chg="modSp add mod addAnim delAnim modAnim">
        <pc:chgData name="Georges MATHIO" userId="1057b68d-d9cf-4cd5-bc4c-3fe68ec33e97" providerId="ADAL" clId="{A809CB15-188B-4206-965E-D05EC8603C42}" dt="2024-10-25T08:14:42.642" v="1291" actId="27636"/>
        <pc:sldMkLst>
          <pc:docMk/>
          <pc:sldMk cId="3719670501" sldId="277"/>
        </pc:sldMkLst>
      </pc:sldChg>
      <pc:sldChg chg="del">
        <pc:chgData name="Georges MATHIO" userId="1057b68d-d9cf-4cd5-bc4c-3fe68ec33e97" providerId="ADAL" clId="{A809CB15-188B-4206-965E-D05EC8603C42}" dt="2024-10-24T13:18:56.814" v="6" actId="47"/>
        <pc:sldMkLst>
          <pc:docMk/>
          <pc:sldMk cId="109681997" sldId="278"/>
        </pc:sldMkLst>
      </pc:sldChg>
      <pc:sldChg chg="del">
        <pc:chgData name="Georges MATHIO" userId="1057b68d-d9cf-4cd5-bc4c-3fe68ec33e97" providerId="ADAL" clId="{A809CB15-188B-4206-965E-D05EC8603C42}" dt="2024-10-24T13:18:58.478" v="9" actId="47"/>
        <pc:sldMkLst>
          <pc:docMk/>
          <pc:sldMk cId="3397681657" sldId="279"/>
        </pc:sldMkLst>
      </pc:sldChg>
      <pc:sldChg chg="del">
        <pc:chgData name="Georges MATHIO" userId="1057b68d-d9cf-4cd5-bc4c-3fe68ec33e97" providerId="ADAL" clId="{A809CB15-188B-4206-965E-D05EC8603C42}" dt="2024-10-24T13:18:59.672" v="11" actId="47"/>
        <pc:sldMkLst>
          <pc:docMk/>
          <pc:sldMk cId="1341887883" sldId="280"/>
        </pc:sldMkLst>
      </pc:sldChg>
    </pc:docChg>
  </pc:docChgLst>
  <pc:docChgLst>
    <pc:chgData name="Georges MATHIO" userId="S::georges.mathio@estia.fr::1057b68d-d9cf-4cd5-bc4c-3fe68ec33e97" providerId="AD" clId="Web-{36ED8768-8026-1B55-FA1B-B63F3BAF7377}"/>
    <pc:docChg chg="modSld">
      <pc:chgData name="Georges MATHIO" userId="S::georges.mathio@estia.fr::1057b68d-d9cf-4cd5-bc4c-3fe68ec33e97" providerId="AD" clId="Web-{36ED8768-8026-1B55-FA1B-B63F3BAF7377}" dt="2023-11-27T16:15:30.705" v="2" actId="20577"/>
      <pc:docMkLst>
        <pc:docMk/>
      </pc:docMkLst>
      <pc:sldChg chg="modSp">
        <pc:chgData name="Georges MATHIO" userId="S::georges.mathio@estia.fr::1057b68d-d9cf-4cd5-bc4c-3fe68ec33e97" providerId="AD" clId="Web-{36ED8768-8026-1B55-FA1B-B63F3BAF7377}" dt="2023-11-27T16:15:30.705" v="2" actId="20577"/>
        <pc:sldMkLst>
          <pc:docMk/>
          <pc:sldMk cId="2482283123" sldId="259"/>
        </pc:sldMkLst>
      </pc:sldChg>
    </pc:docChg>
  </pc:docChgLst>
  <pc:docChgLst>
    <pc:chgData name="Georges MATHIO" userId="1057b68d-d9cf-4cd5-bc4c-3fe68ec33e97" providerId="ADAL" clId="{424CC4A3-94C0-43E4-A801-8F92997663E9}"/>
    <pc:docChg chg="undo redo custSel addSld delSld modSld sldOrd modMainMaster">
      <pc:chgData name="Georges MATHIO" userId="1057b68d-d9cf-4cd5-bc4c-3fe68ec33e97" providerId="ADAL" clId="{424CC4A3-94C0-43E4-A801-8F92997663E9}" dt="2024-09-17T08:06:52.683" v="2903" actId="1076"/>
      <pc:docMkLst>
        <pc:docMk/>
      </pc:docMkLst>
      <pc:sldChg chg="modSp mod">
        <pc:chgData name="Georges MATHIO" userId="1057b68d-d9cf-4cd5-bc4c-3fe68ec33e97" providerId="ADAL" clId="{424CC4A3-94C0-43E4-A801-8F92997663E9}" dt="2024-09-10T13:47:06.195" v="2505" actId="122"/>
        <pc:sldMkLst>
          <pc:docMk/>
          <pc:sldMk cId="2526593619" sldId="256"/>
        </pc:sldMkLst>
      </pc:sldChg>
      <pc:sldChg chg="addSp delSp modSp mod">
        <pc:chgData name="Georges MATHIO" userId="1057b68d-d9cf-4cd5-bc4c-3fe68ec33e97" providerId="ADAL" clId="{424CC4A3-94C0-43E4-A801-8F92997663E9}" dt="2024-09-17T08:06:52.683" v="2903" actId="1076"/>
        <pc:sldMkLst>
          <pc:docMk/>
          <pc:sldMk cId="1554076419" sldId="258"/>
        </pc:sldMkLst>
      </pc:sldChg>
      <pc:sldChg chg="modSp add mod">
        <pc:chgData name="Georges MATHIO" userId="1057b68d-d9cf-4cd5-bc4c-3fe68ec33e97" providerId="ADAL" clId="{424CC4A3-94C0-43E4-A801-8F92997663E9}" dt="2024-08-26T13:28:11.160" v="288" actId="20577"/>
        <pc:sldMkLst>
          <pc:docMk/>
          <pc:sldMk cId="698645210" sldId="259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2482283123" sldId="259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19033476" sldId="260"/>
        </pc:sldMkLst>
      </pc:sldChg>
      <pc:sldChg chg="add del">
        <pc:chgData name="Georges MATHIO" userId="1057b68d-d9cf-4cd5-bc4c-3fe68ec33e97" providerId="ADAL" clId="{424CC4A3-94C0-43E4-A801-8F92997663E9}" dt="2024-08-26T13:28:20.346" v="290"/>
        <pc:sldMkLst>
          <pc:docMk/>
          <pc:sldMk cId="1988650519" sldId="260"/>
        </pc:sldMkLst>
      </pc:sldChg>
      <pc:sldChg chg="addSp modSp add mod">
        <pc:chgData name="Georges MATHIO" userId="1057b68d-d9cf-4cd5-bc4c-3fe68ec33e97" providerId="ADAL" clId="{424CC4A3-94C0-43E4-A801-8F92997663E9}" dt="2024-08-26T14:43:27.977" v="1001" actId="404"/>
        <pc:sldMkLst>
          <pc:docMk/>
          <pc:sldMk cId="2019018920" sldId="260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018468898" sldId="261"/>
        </pc:sldMkLst>
      </pc:sldChg>
      <pc:sldChg chg="modSp add mod">
        <pc:chgData name="Georges MATHIO" userId="1057b68d-d9cf-4cd5-bc4c-3fe68ec33e97" providerId="ADAL" clId="{424CC4A3-94C0-43E4-A801-8F92997663E9}" dt="2024-08-26T14:45:53.593" v="1249" actId="20577"/>
        <pc:sldMkLst>
          <pc:docMk/>
          <pc:sldMk cId="4161449416" sldId="261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40622423" sldId="262"/>
        </pc:sldMkLst>
      </pc:sldChg>
      <pc:sldChg chg="modSp add mod">
        <pc:chgData name="Georges MATHIO" userId="1057b68d-d9cf-4cd5-bc4c-3fe68ec33e97" providerId="ADAL" clId="{424CC4A3-94C0-43E4-A801-8F92997663E9}" dt="2024-08-26T14:49:38.158" v="1525" actId="20577"/>
        <pc:sldMkLst>
          <pc:docMk/>
          <pc:sldMk cId="3587356529" sldId="262"/>
        </pc:sldMkLst>
      </pc:sldChg>
      <pc:sldChg chg="modSp add mod">
        <pc:chgData name="Georges MATHIO" userId="1057b68d-d9cf-4cd5-bc4c-3fe68ec33e97" providerId="ADAL" clId="{424CC4A3-94C0-43E4-A801-8F92997663E9}" dt="2024-08-26T14:57:04.050" v="1875" actId="20577"/>
        <pc:sldMkLst>
          <pc:docMk/>
          <pc:sldMk cId="631768457" sldId="263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55700223" sldId="263"/>
        </pc:sldMkLst>
      </pc:sldChg>
      <pc:sldChg chg="modSp new mod">
        <pc:chgData name="Georges MATHIO" userId="1057b68d-d9cf-4cd5-bc4c-3fe68ec33e97" providerId="ADAL" clId="{424CC4A3-94C0-43E4-A801-8F92997663E9}" dt="2024-08-26T15:03:26.142" v="1990" actId="20577"/>
        <pc:sldMkLst>
          <pc:docMk/>
          <pc:sldMk cId="3585669407" sldId="264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4167943880" sldId="264"/>
        </pc:sldMkLst>
      </pc:sldChg>
      <pc:sldChg chg="modSp add mod">
        <pc:chgData name="Georges MATHIO" userId="1057b68d-d9cf-4cd5-bc4c-3fe68ec33e97" providerId="ADAL" clId="{424CC4A3-94C0-43E4-A801-8F92997663E9}" dt="2024-08-26T15:11:40.995" v="2295" actId="5793"/>
        <pc:sldMkLst>
          <pc:docMk/>
          <pc:sldMk cId="2440634833" sldId="265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870140485" sldId="265"/>
        </pc:sldMkLst>
      </pc:sldChg>
      <pc:sldChg chg="modSp new mod">
        <pc:chgData name="Georges MATHIO" userId="1057b68d-d9cf-4cd5-bc4c-3fe68ec33e97" providerId="ADAL" clId="{424CC4A3-94C0-43E4-A801-8F92997663E9}" dt="2024-08-26T15:12:55.657" v="2414" actId="20577"/>
        <pc:sldMkLst>
          <pc:docMk/>
          <pc:sldMk cId="1447089258" sldId="266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87403360" sldId="266"/>
        </pc:sldMkLst>
      </pc:sldChg>
      <pc:sldChg chg="modSp new mod">
        <pc:chgData name="Georges MATHIO" userId="1057b68d-d9cf-4cd5-bc4c-3fe68ec33e97" providerId="ADAL" clId="{424CC4A3-94C0-43E4-A801-8F92997663E9}" dt="2024-08-27T07:03:38.654" v="2504" actId="20577"/>
        <pc:sldMkLst>
          <pc:docMk/>
          <pc:sldMk cId="3988114519" sldId="267"/>
        </pc:sldMkLst>
      </pc:sldChg>
      <pc:sldChg chg="addSp modSp add mod ord">
        <pc:chgData name="Georges MATHIO" userId="1057b68d-d9cf-4cd5-bc4c-3fe68ec33e97" providerId="ADAL" clId="{424CC4A3-94C0-43E4-A801-8F92997663E9}" dt="2024-09-10T14:28:36.901" v="2834" actId="1076"/>
        <pc:sldMkLst>
          <pc:docMk/>
          <pc:sldMk cId="787731320" sldId="268"/>
        </pc:sldMkLst>
      </pc:sldChg>
      <pc:sldMasterChg chg="addSp delSp modSp mod modSldLayout">
        <pc:chgData name="Georges MATHIO" userId="1057b68d-d9cf-4cd5-bc4c-3fe68ec33e97" providerId="ADAL" clId="{424CC4A3-94C0-43E4-A801-8F92997663E9}" dt="2024-08-23T08:56:45.269" v="239"/>
        <pc:sldMasterMkLst>
          <pc:docMk/>
          <pc:sldMasterMk cId="0" sldId="2147483648"/>
        </pc:sldMasterMkLst>
        <pc:sldLayoutChg chg="addSp delSp modSp mod">
          <pc:chgData name="Georges MATHIO" userId="1057b68d-d9cf-4cd5-bc4c-3fe68ec33e97" providerId="ADAL" clId="{424CC4A3-94C0-43E4-A801-8F92997663E9}" dt="2024-08-23T08:56:34.014" v="236" actId="478"/>
          <pc:sldLayoutMkLst>
            <pc:docMk/>
            <pc:sldMasterMk cId="0" sldId="2147483648"/>
            <pc:sldLayoutMk cId="0" sldId="2147483649"/>
          </pc:sldLayoutMkLst>
        </pc:sldLayoutChg>
        <pc:sldLayoutChg chg="addSp delSp modSp mod">
          <pc:chgData name="Georges MATHIO" userId="1057b68d-d9cf-4cd5-bc4c-3fe68ec33e97" providerId="ADAL" clId="{424CC4A3-94C0-43E4-A801-8F92997663E9}" dt="2024-08-23T08:56:45.269" v="239"/>
          <pc:sldLayoutMkLst>
            <pc:docMk/>
            <pc:sldMasterMk cId="0" sldId="2147483648"/>
            <pc:sldLayoutMk cId="0" sldId="2147483650"/>
          </pc:sldLayoutMkLst>
        </pc:sldLayoutChg>
        <pc:sldLayoutChg chg="addSp delSp modSp mod">
          <pc:chgData name="Georges MATHIO" userId="1057b68d-d9cf-4cd5-bc4c-3fe68ec33e97" providerId="ADAL" clId="{424CC4A3-94C0-43E4-A801-8F92997663E9}" dt="2024-08-23T08:56:42.345" v="238" actId="16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Georges MATHIO" userId="1057b68d-d9cf-4cd5-bc4c-3fe68ec33e97" providerId="ADAL" clId="{1E421E42-88E8-4B76-A39B-A8353E171A41}"/>
    <pc:docChg chg="undo custSel addSld delSld modSld">
      <pc:chgData name="Georges MATHIO" userId="1057b68d-d9cf-4cd5-bc4c-3fe68ec33e97" providerId="ADAL" clId="{1E421E42-88E8-4B76-A39B-A8353E171A41}" dt="2024-12-11T13:07:29.595" v="2303" actId="20577"/>
      <pc:docMkLst>
        <pc:docMk/>
      </pc:docMkLst>
      <pc:sldChg chg="delSp modSp add mod">
        <pc:chgData name="Georges MATHIO" userId="1057b68d-d9cf-4cd5-bc4c-3fe68ec33e97" providerId="ADAL" clId="{1E421E42-88E8-4B76-A39B-A8353E171A41}" dt="2024-12-11T13:07:29.595" v="2303" actId="20577"/>
        <pc:sldMkLst>
          <pc:docMk/>
          <pc:sldMk cId="1824297136" sldId="257"/>
        </pc:sldMkLst>
        <pc:spChg chg="mod">
          <ac:chgData name="Georges MATHIO" userId="1057b68d-d9cf-4cd5-bc4c-3fe68ec33e97" providerId="ADAL" clId="{1E421E42-88E8-4B76-A39B-A8353E171A41}" dt="2024-12-11T13:07:29.595" v="2303" actId="20577"/>
          <ac:spMkLst>
            <pc:docMk/>
            <pc:sldMk cId="1824297136" sldId="257"/>
            <ac:spMk id="3" creationId="{F877468A-C6BD-DFB1-948A-75293497D502}"/>
          </ac:spMkLst>
        </pc:spChg>
        <pc:spChg chg="del">
          <ac:chgData name="Georges MATHIO" userId="1057b68d-d9cf-4cd5-bc4c-3fe68ec33e97" providerId="ADAL" clId="{1E421E42-88E8-4B76-A39B-A8353E171A41}" dt="2024-12-11T13:06:25.776" v="2175" actId="478"/>
          <ac:spMkLst>
            <pc:docMk/>
            <pc:sldMk cId="1824297136" sldId="257"/>
            <ac:spMk id="4" creationId="{279A6B06-12BF-FCC1-2101-B0F5F7F2818D}"/>
          </ac:spMkLst>
        </pc:spChg>
        <pc:spChg chg="mod">
          <ac:chgData name="Georges MATHIO" userId="1057b68d-d9cf-4cd5-bc4c-3fe68ec33e97" providerId="ADAL" clId="{1E421E42-88E8-4B76-A39B-A8353E171A41}" dt="2024-12-11T13:06:21.542" v="2174" actId="1076"/>
          <ac:spMkLst>
            <pc:docMk/>
            <pc:sldMk cId="1824297136" sldId="257"/>
            <ac:spMk id="7" creationId="{4B5DD85E-1457-49FA-9F18-CA17878D5EC4}"/>
          </ac:spMkLst>
        </pc:spChg>
      </pc:sldChg>
      <pc:sldChg chg="addSp delSp modSp mod">
        <pc:chgData name="Georges MATHIO" userId="1057b68d-d9cf-4cd5-bc4c-3fe68ec33e97" providerId="ADAL" clId="{1E421E42-88E8-4B76-A39B-A8353E171A41}" dt="2024-12-06T16:21:34.578" v="749" actId="26606"/>
        <pc:sldMkLst>
          <pc:docMk/>
          <pc:sldMk cId="947780138" sldId="278"/>
        </pc:sldMkLst>
        <pc:spChg chg="mod">
          <ac:chgData name="Georges MATHIO" userId="1057b68d-d9cf-4cd5-bc4c-3fe68ec33e97" providerId="ADAL" clId="{1E421E42-88E8-4B76-A39B-A8353E171A41}" dt="2024-12-05T17:02:09.830" v="746" actId="20577"/>
          <ac:spMkLst>
            <pc:docMk/>
            <pc:sldMk cId="947780138" sldId="278"/>
            <ac:spMk id="3" creationId="{00000000-0000-0000-0000-000000000000}"/>
          </ac:spMkLst>
        </pc:spChg>
        <pc:spChg chg="add">
          <ac:chgData name="Georges MATHIO" userId="1057b68d-d9cf-4cd5-bc4c-3fe68ec33e97" providerId="ADAL" clId="{1E421E42-88E8-4B76-A39B-A8353E171A41}" dt="2024-12-06T16:21:34.578" v="749" actId="26606"/>
          <ac:spMkLst>
            <pc:docMk/>
            <pc:sldMk cId="947780138" sldId="278"/>
            <ac:spMk id="1044" creationId="{0DC895F7-4E59-40FB-87DD-ACE47F94C143}"/>
          </ac:spMkLst>
        </pc:spChg>
        <pc:picChg chg="add mod ord">
          <ac:chgData name="Georges MATHIO" userId="1057b68d-d9cf-4cd5-bc4c-3fe68ec33e97" providerId="ADAL" clId="{1E421E42-88E8-4B76-A39B-A8353E171A41}" dt="2024-12-06T16:21:34.578" v="749" actId="26606"/>
          <ac:picMkLst>
            <pc:docMk/>
            <pc:sldMk cId="947780138" sldId="278"/>
            <ac:picMk id="1026" creationId="{12A50259-E84E-8CBC-0CB6-EBAD2F08A36B}"/>
          </ac:picMkLst>
        </pc:picChg>
        <pc:picChg chg="add">
          <ac:chgData name="Georges MATHIO" userId="1057b68d-d9cf-4cd5-bc4c-3fe68ec33e97" providerId="ADAL" clId="{1E421E42-88E8-4B76-A39B-A8353E171A41}" dt="2024-12-06T16:21:34.578" v="749" actId="26606"/>
          <ac:picMkLst>
            <pc:docMk/>
            <pc:sldMk cId="947780138" sldId="278"/>
            <ac:picMk id="1042" creationId="{CBECFFDC-94DB-4DA3-94FE-22FEDDA8FA30}"/>
          </ac:picMkLst>
        </pc:picChg>
        <pc:picChg chg="add">
          <ac:chgData name="Georges MATHIO" userId="1057b68d-d9cf-4cd5-bc4c-3fe68ec33e97" providerId="ADAL" clId="{1E421E42-88E8-4B76-A39B-A8353E171A41}" dt="2024-12-06T16:21:34.578" v="749" actId="26606"/>
          <ac:picMkLst>
            <pc:docMk/>
            <pc:sldMk cId="947780138" sldId="278"/>
            <ac:picMk id="1046" creationId="{1A4C720E-710D-44F8-A8D7-2BAA61E1814B}"/>
          </ac:picMkLst>
        </pc:picChg>
      </pc:sldChg>
      <pc:sldChg chg="addSp delSp modSp mod">
        <pc:chgData name="Georges MATHIO" userId="1057b68d-d9cf-4cd5-bc4c-3fe68ec33e97" providerId="ADAL" clId="{1E421E42-88E8-4B76-A39B-A8353E171A41}" dt="2024-12-03T12:40:32.495" v="739" actId="20577"/>
        <pc:sldMkLst>
          <pc:docMk/>
          <pc:sldMk cId="3235351140" sldId="279"/>
        </pc:sldMkLst>
      </pc:sldChg>
      <pc:sldChg chg="del">
        <pc:chgData name="Georges MATHIO" userId="1057b68d-d9cf-4cd5-bc4c-3fe68ec33e97" providerId="ADAL" clId="{1E421E42-88E8-4B76-A39B-A8353E171A41}" dt="2024-11-15T17:10:10.889" v="199" actId="47"/>
        <pc:sldMkLst>
          <pc:docMk/>
          <pc:sldMk cId="3876591150" sldId="281"/>
        </pc:sldMkLst>
      </pc:sldChg>
      <pc:sldChg chg="del">
        <pc:chgData name="Georges MATHIO" userId="1057b68d-d9cf-4cd5-bc4c-3fe68ec33e97" providerId="ADAL" clId="{1E421E42-88E8-4B76-A39B-A8353E171A41}" dt="2024-11-15T17:10:11.823" v="200" actId="47"/>
        <pc:sldMkLst>
          <pc:docMk/>
          <pc:sldMk cId="149252829" sldId="282"/>
        </pc:sldMkLst>
      </pc:sldChg>
      <pc:sldChg chg="del">
        <pc:chgData name="Georges MATHIO" userId="1057b68d-d9cf-4cd5-bc4c-3fe68ec33e97" providerId="ADAL" clId="{1E421E42-88E8-4B76-A39B-A8353E171A41}" dt="2024-11-15T17:10:08.348" v="198" actId="47"/>
        <pc:sldMkLst>
          <pc:docMk/>
          <pc:sldMk cId="2350020133" sldId="283"/>
        </pc:sldMkLst>
      </pc:sldChg>
      <pc:sldChg chg="addSp modSp mod">
        <pc:chgData name="Georges MATHIO" userId="1057b68d-d9cf-4cd5-bc4c-3fe68ec33e97" providerId="ADAL" clId="{1E421E42-88E8-4B76-A39B-A8353E171A41}" dt="2024-12-06T16:25:40.662" v="921" actId="20577"/>
        <pc:sldMkLst>
          <pc:docMk/>
          <pc:sldMk cId="1785084455" sldId="284"/>
        </pc:sldMkLst>
      </pc:sldChg>
      <pc:sldChg chg="delSp modSp mod">
        <pc:chgData name="Georges MATHIO" userId="1057b68d-d9cf-4cd5-bc4c-3fe68ec33e97" providerId="ADAL" clId="{1E421E42-88E8-4B76-A39B-A8353E171A41}" dt="2024-12-03T12:36:35.731" v="687" actId="20577"/>
        <pc:sldMkLst>
          <pc:docMk/>
          <pc:sldMk cId="696138440" sldId="285"/>
        </pc:sldMkLst>
      </pc:sldChg>
      <pc:sldChg chg="modSp add del mod">
        <pc:chgData name="Georges MATHIO" userId="1057b68d-d9cf-4cd5-bc4c-3fe68ec33e97" providerId="ADAL" clId="{1E421E42-88E8-4B76-A39B-A8353E171A41}" dt="2024-11-21T17:51:59.276" v="439" actId="47"/>
        <pc:sldMkLst>
          <pc:docMk/>
          <pc:sldMk cId="205834677" sldId="286"/>
        </pc:sldMkLst>
      </pc:sldChg>
      <pc:sldChg chg="del">
        <pc:chgData name="Georges MATHIO" userId="1057b68d-d9cf-4cd5-bc4c-3fe68ec33e97" providerId="ADAL" clId="{1E421E42-88E8-4B76-A39B-A8353E171A41}" dt="2024-11-15T17:10:12.893" v="201" actId="47"/>
        <pc:sldMkLst>
          <pc:docMk/>
          <pc:sldMk cId="1439362577" sldId="286"/>
        </pc:sldMkLst>
      </pc:sldChg>
      <pc:sldChg chg="addSp delSp modSp new mod">
        <pc:chgData name="Georges MATHIO" userId="1057b68d-d9cf-4cd5-bc4c-3fe68ec33e97" providerId="ADAL" clId="{1E421E42-88E8-4B76-A39B-A8353E171A41}" dt="2024-12-03T12:37:33.523" v="704" actId="20577"/>
        <pc:sldMkLst>
          <pc:docMk/>
          <pc:sldMk cId="2042682731" sldId="287"/>
        </pc:sldMkLst>
      </pc:sldChg>
      <pc:sldChg chg="addSp modSp add mod">
        <pc:chgData name="Georges MATHIO" userId="1057b68d-d9cf-4cd5-bc4c-3fe68ec33e97" providerId="ADAL" clId="{1E421E42-88E8-4B76-A39B-A8353E171A41}" dt="2024-12-06T16:38:45.528" v="1392" actId="20577"/>
        <pc:sldMkLst>
          <pc:docMk/>
          <pc:sldMk cId="2079156772" sldId="288"/>
        </pc:sldMkLst>
      </pc:sldChg>
      <pc:sldChg chg="add del">
        <pc:chgData name="Georges MATHIO" userId="1057b68d-d9cf-4cd5-bc4c-3fe68ec33e97" providerId="ADAL" clId="{1E421E42-88E8-4B76-A39B-A8353E171A41}" dt="2024-12-09T23:15:46.334" v="1395" actId="47"/>
        <pc:sldMkLst>
          <pc:docMk/>
          <pc:sldMk cId="2264483725" sldId="289"/>
        </pc:sldMkLst>
      </pc:sldChg>
      <pc:sldChg chg="addSp delSp modSp add mod">
        <pc:chgData name="Georges MATHIO" userId="1057b68d-d9cf-4cd5-bc4c-3fe68ec33e97" providerId="ADAL" clId="{1E421E42-88E8-4B76-A39B-A8353E171A41}" dt="2024-12-11T11:57:28.046" v="1671" actId="20577"/>
        <pc:sldMkLst>
          <pc:docMk/>
          <pc:sldMk cId="1015551072" sldId="290"/>
        </pc:sldMkLst>
        <pc:spChg chg="mod">
          <ac:chgData name="Georges MATHIO" userId="1057b68d-d9cf-4cd5-bc4c-3fe68ec33e97" providerId="ADAL" clId="{1E421E42-88E8-4B76-A39B-A8353E171A41}" dt="2024-12-11T11:54:02.611" v="1457" actId="20577"/>
          <ac:spMkLst>
            <pc:docMk/>
            <pc:sldMk cId="1015551072" sldId="290"/>
            <ac:spMk id="2" creationId="{82F3DF20-4B56-999D-C886-1D5900461FFC}"/>
          </ac:spMkLst>
        </pc:spChg>
        <pc:spChg chg="del mod">
          <ac:chgData name="Georges MATHIO" userId="1057b68d-d9cf-4cd5-bc4c-3fe68ec33e97" providerId="ADAL" clId="{1E421E42-88E8-4B76-A39B-A8353E171A41}" dt="2024-12-11T11:54:14.780" v="1458" actId="478"/>
          <ac:spMkLst>
            <pc:docMk/>
            <pc:sldMk cId="1015551072" sldId="290"/>
            <ac:spMk id="4" creationId="{2738D219-3F76-B578-1930-7DCF3648AE96}"/>
          </ac:spMkLst>
        </pc:spChg>
        <pc:spChg chg="del">
          <ac:chgData name="Georges MATHIO" userId="1057b68d-d9cf-4cd5-bc4c-3fe68ec33e97" providerId="ADAL" clId="{1E421E42-88E8-4B76-A39B-A8353E171A41}" dt="2024-12-11T11:54:24.408" v="1463" actId="478"/>
          <ac:spMkLst>
            <pc:docMk/>
            <pc:sldMk cId="1015551072" sldId="290"/>
            <ac:spMk id="5" creationId="{2B431E0C-FB6F-D0E8-6339-B2830EC0FC7E}"/>
          </ac:spMkLst>
        </pc:spChg>
        <pc:spChg chg="add del mod">
          <ac:chgData name="Georges MATHIO" userId="1057b68d-d9cf-4cd5-bc4c-3fe68ec33e97" providerId="ADAL" clId="{1E421E42-88E8-4B76-A39B-A8353E171A41}" dt="2024-12-11T11:54:18.477" v="1461" actId="478"/>
          <ac:spMkLst>
            <pc:docMk/>
            <pc:sldMk cId="1015551072" sldId="290"/>
            <ac:spMk id="6" creationId="{9A2EBFF7-AB90-107E-6AC0-700202625F3B}"/>
          </ac:spMkLst>
        </pc:spChg>
        <pc:spChg chg="add mod">
          <ac:chgData name="Georges MATHIO" userId="1057b68d-d9cf-4cd5-bc4c-3fe68ec33e97" providerId="ADAL" clId="{1E421E42-88E8-4B76-A39B-A8353E171A41}" dt="2024-12-11T11:54:16.709" v="1460"/>
          <ac:spMkLst>
            <pc:docMk/>
            <pc:sldMk cId="1015551072" sldId="290"/>
            <ac:spMk id="7" creationId="{C476DCCB-8034-4A19-7320-173E9ECE8E38}"/>
          </ac:spMkLst>
        </pc:spChg>
        <pc:spChg chg="add mod">
          <ac:chgData name="Georges MATHIO" userId="1057b68d-d9cf-4cd5-bc4c-3fe68ec33e97" providerId="ADAL" clId="{1E421E42-88E8-4B76-A39B-A8353E171A41}" dt="2024-12-11T11:57:28.046" v="1671" actId="20577"/>
          <ac:spMkLst>
            <pc:docMk/>
            <pc:sldMk cId="1015551072" sldId="290"/>
            <ac:spMk id="8" creationId="{07C81F0C-C859-9320-5C88-D8CB390E5883}"/>
          </ac:spMkLst>
        </pc:spChg>
      </pc:sldChg>
      <pc:sldChg chg="addSp modSp add mod">
        <pc:chgData name="Georges MATHIO" userId="1057b68d-d9cf-4cd5-bc4c-3fe68ec33e97" providerId="ADAL" clId="{1E421E42-88E8-4B76-A39B-A8353E171A41}" dt="2024-12-11T12:10:54.785" v="2172" actId="20577"/>
        <pc:sldMkLst>
          <pc:docMk/>
          <pc:sldMk cId="1916568031" sldId="291"/>
        </pc:sldMkLst>
        <pc:spChg chg="mod">
          <ac:chgData name="Georges MATHIO" userId="1057b68d-d9cf-4cd5-bc4c-3fe68ec33e97" providerId="ADAL" clId="{1E421E42-88E8-4B76-A39B-A8353E171A41}" dt="2024-12-11T12:07:39.404" v="2043" actId="20577"/>
          <ac:spMkLst>
            <pc:docMk/>
            <pc:sldMk cId="1916568031" sldId="291"/>
            <ac:spMk id="2" creationId="{B16B650D-CD52-D087-C62C-A9EF20233132}"/>
          </ac:spMkLst>
        </pc:spChg>
        <pc:spChg chg="add">
          <ac:chgData name="Georges MATHIO" userId="1057b68d-d9cf-4cd5-bc4c-3fe68ec33e97" providerId="ADAL" clId="{1E421E42-88E8-4B76-A39B-A8353E171A41}" dt="2024-12-11T12:08:13.278" v="2055"/>
          <ac:spMkLst>
            <pc:docMk/>
            <pc:sldMk cId="1916568031" sldId="291"/>
            <ac:spMk id="3" creationId="{BB8A7310-14CB-D1B7-EAA3-53CBC774A3FF}"/>
          </ac:spMkLst>
        </pc:spChg>
        <pc:spChg chg="mod">
          <ac:chgData name="Georges MATHIO" userId="1057b68d-d9cf-4cd5-bc4c-3fe68ec33e97" providerId="ADAL" clId="{1E421E42-88E8-4B76-A39B-A8353E171A41}" dt="2024-12-11T12:10:54.785" v="2172" actId="20577"/>
          <ac:spMkLst>
            <pc:docMk/>
            <pc:sldMk cId="1916568031" sldId="291"/>
            <ac:spMk id="4" creationId="{9D654AE8-5479-A60E-9C5F-0E2FA576073C}"/>
          </ac:spMkLst>
        </pc:spChg>
        <pc:spChg chg="mod">
          <ac:chgData name="Georges MATHIO" userId="1057b68d-d9cf-4cd5-bc4c-3fe68ec33e97" providerId="ADAL" clId="{1E421E42-88E8-4B76-A39B-A8353E171A41}" dt="2024-12-11T12:07:49.087" v="2044"/>
          <ac:spMkLst>
            <pc:docMk/>
            <pc:sldMk cId="1916568031" sldId="291"/>
            <ac:spMk id="5" creationId="{C2739CF6-3AC3-4A9F-7ED4-ADD435F38C6B}"/>
          </ac:spMkLst>
        </pc:spChg>
        <pc:spChg chg="add">
          <ac:chgData name="Georges MATHIO" userId="1057b68d-d9cf-4cd5-bc4c-3fe68ec33e97" providerId="ADAL" clId="{1E421E42-88E8-4B76-A39B-A8353E171A41}" dt="2024-12-11T12:08:15.877" v="2056"/>
          <ac:spMkLst>
            <pc:docMk/>
            <pc:sldMk cId="1916568031" sldId="291"/>
            <ac:spMk id="6" creationId="{EF440331-0062-A7AB-36D3-487CCA007848}"/>
          </ac:spMkLst>
        </pc:spChg>
      </pc:sldChg>
      <pc:sldChg chg="addSp modSp add mod setBg">
        <pc:chgData name="Georges MATHIO" userId="1057b68d-d9cf-4cd5-bc4c-3fe68ec33e97" providerId="ADAL" clId="{1E421E42-88E8-4B76-A39B-A8353E171A41}" dt="2024-12-11T12:06:10.551" v="2022" actId="20577"/>
        <pc:sldMkLst>
          <pc:docMk/>
          <pc:sldMk cId="3495340627" sldId="292"/>
        </pc:sldMkLst>
        <pc:spChg chg="mod">
          <ac:chgData name="Georges MATHIO" userId="1057b68d-d9cf-4cd5-bc4c-3fe68ec33e97" providerId="ADAL" clId="{1E421E42-88E8-4B76-A39B-A8353E171A41}" dt="2024-12-11T11:59:20.893" v="1692" actId="26606"/>
          <ac:spMkLst>
            <pc:docMk/>
            <pc:sldMk cId="3495340627" sldId="292"/>
            <ac:spMk id="2" creationId="{44D5D00F-997E-2F8B-88EF-43C13BD22D74}"/>
          </ac:spMkLst>
        </pc:spChg>
        <pc:spChg chg="mod">
          <ac:chgData name="Georges MATHIO" userId="1057b68d-d9cf-4cd5-bc4c-3fe68ec33e97" providerId="ADAL" clId="{1E421E42-88E8-4B76-A39B-A8353E171A41}" dt="2024-12-11T12:06:10.551" v="2022" actId="20577"/>
          <ac:spMkLst>
            <pc:docMk/>
            <pc:sldMk cId="3495340627" sldId="292"/>
            <ac:spMk id="8" creationId="{93625566-6581-5BEE-9F54-7D5A25E8325A}"/>
          </ac:spMkLst>
        </pc:spChg>
        <pc:picChg chg="add mod">
          <ac:chgData name="Georges MATHIO" userId="1057b68d-d9cf-4cd5-bc4c-3fe68ec33e97" providerId="ADAL" clId="{1E421E42-88E8-4B76-A39B-A8353E171A41}" dt="2024-12-11T11:59:31.413" v="1694" actId="14100"/>
          <ac:picMkLst>
            <pc:docMk/>
            <pc:sldMk cId="3495340627" sldId="292"/>
            <ac:picMk id="4" creationId="{770E170C-9B79-13AD-8D8B-E9936FBD4A93}"/>
          </ac:picMkLst>
        </pc:picChg>
      </pc:sldChg>
    </pc:docChg>
  </pc:docChgLst>
  <pc:docChgLst>
    <pc:chgData name="Georges MATHIO" userId="1057b68d-d9cf-4cd5-bc4c-3fe68ec33e97" providerId="ADAL" clId="{A14E9D85-2200-4828-9CF0-096EEAF1D56D}"/>
    <pc:docChg chg="undo custSel addSld delSld modSld sldOrd">
      <pc:chgData name="Georges MATHIO" userId="1057b68d-d9cf-4cd5-bc4c-3fe68ec33e97" providerId="ADAL" clId="{A14E9D85-2200-4828-9CF0-096EEAF1D56D}" dt="2024-12-12T19:39:03.772" v="3392" actId="20577"/>
      <pc:docMkLst>
        <pc:docMk/>
      </pc:docMkLst>
      <pc:sldChg chg="delSp modSp mod">
        <pc:chgData name="Georges MATHIO" userId="1057b68d-d9cf-4cd5-bc4c-3fe68ec33e97" providerId="ADAL" clId="{A14E9D85-2200-4828-9CF0-096EEAF1D56D}" dt="2024-12-11T13:26:43.657" v="104" actId="20577"/>
        <pc:sldMkLst>
          <pc:docMk/>
          <pc:sldMk cId="1824297136" sldId="257"/>
        </pc:sldMkLst>
        <pc:spChg chg="mod">
          <ac:chgData name="Georges MATHIO" userId="1057b68d-d9cf-4cd5-bc4c-3fe68ec33e97" providerId="ADAL" clId="{A14E9D85-2200-4828-9CF0-096EEAF1D56D}" dt="2024-12-11T13:26:43.657" v="104" actId="20577"/>
          <ac:spMkLst>
            <pc:docMk/>
            <pc:sldMk cId="1824297136" sldId="257"/>
            <ac:spMk id="3" creationId="{F877468A-C6BD-DFB1-948A-75293497D502}"/>
          </ac:spMkLst>
        </pc:spChg>
        <pc:spChg chg="del">
          <ac:chgData name="Georges MATHIO" userId="1057b68d-d9cf-4cd5-bc4c-3fe68ec33e97" providerId="ADAL" clId="{A14E9D85-2200-4828-9CF0-096EEAF1D56D}" dt="2024-12-11T13:26:03.904" v="57" actId="478"/>
          <ac:spMkLst>
            <pc:docMk/>
            <pc:sldMk cId="1824297136" sldId="257"/>
            <ac:spMk id="6" creationId="{4426A173-B789-6ECF-61A7-54CB545C1B09}"/>
          </ac:spMkLst>
        </pc:spChg>
        <pc:spChg chg="mod">
          <ac:chgData name="Georges MATHIO" userId="1057b68d-d9cf-4cd5-bc4c-3fe68ec33e97" providerId="ADAL" clId="{A14E9D85-2200-4828-9CF0-096EEAF1D56D}" dt="2024-12-11T13:26:15.201" v="60" actId="14100"/>
          <ac:spMkLst>
            <pc:docMk/>
            <pc:sldMk cId="1824297136" sldId="257"/>
            <ac:spMk id="7" creationId="{4B5DD85E-1457-49FA-9F18-CA17878D5EC4}"/>
          </ac:spMkLst>
        </pc:spChg>
      </pc:sldChg>
      <pc:sldChg chg="modSp mod">
        <pc:chgData name="Georges MATHIO" userId="1057b68d-d9cf-4cd5-bc4c-3fe68ec33e97" providerId="ADAL" clId="{A14E9D85-2200-4828-9CF0-096EEAF1D56D}" dt="2024-12-11T13:25:31.374" v="56" actId="20577"/>
        <pc:sldMkLst>
          <pc:docMk/>
          <pc:sldMk cId="947780138" sldId="278"/>
        </pc:sldMkLst>
        <pc:spChg chg="mod">
          <ac:chgData name="Georges MATHIO" userId="1057b68d-d9cf-4cd5-bc4c-3fe68ec33e97" providerId="ADAL" clId="{A14E9D85-2200-4828-9CF0-096EEAF1D56D}" dt="2024-12-11T13:25:31.374" v="56" actId="20577"/>
          <ac:spMkLst>
            <pc:docMk/>
            <pc:sldMk cId="947780138" sldId="278"/>
            <ac:spMk id="3" creationId="{00000000-0000-0000-0000-000000000000}"/>
          </ac:spMkLst>
        </pc:spChg>
      </pc:sldChg>
      <pc:sldChg chg="del">
        <pc:chgData name="Georges MATHIO" userId="1057b68d-d9cf-4cd5-bc4c-3fe68ec33e97" providerId="ADAL" clId="{A14E9D85-2200-4828-9CF0-096EEAF1D56D}" dt="2024-12-11T13:26:49.378" v="105" actId="47"/>
        <pc:sldMkLst>
          <pc:docMk/>
          <pc:sldMk cId="3235351140" sldId="279"/>
        </pc:sldMkLst>
      </pc:sldChg>
      <pc:sldChg chg="del">
        <pc:chgData name="Georges MATHIO" userId="1057b68d-d9cf-4cd5-bc4c-3fe68ec33e97" providerId="ADAL" clId="{A14E9D85-2200-4828-9CF0-096EEAF1D56D}" dt="2024-12-11T13:28:55.690" v="111" actId="47"/>
        <pc:sldMkLst>
          <pc:docMk/>
          <pc:sldMk cId="1785084455" sldId="284"/>
        </pc:sldMkLst>
      </pc:sldChg>
      <pc:sldChg chg="del">
        <pc:chgData name="Georges MATHIO" userId="1057b68d-d9cf-4cd5-bc4c-3fe68ec33e97" providerId="ADAL" clId="{A14E9D85-2200-4828-9CF0-096EEAF1D56D}" dt="2024-12-11T13:26:49.982" v="106" actId="47"/>
        <pc:sldMkLst>
          <pc:docMk/>
          <pc:sldMk cId="696138440" sldId="285"/>
        </pc:sldMkLst>
      </pc:sldChg>
      <pc:sldChg chg="del">
        <pc:chgData name="Georges MATHIO" userId="1057b68d-d9cf-4cd5-bc4c-3fe68ec33e97" providerId="ADAL" clId="{A14E9D85-2200-4828-9CF0-096EEAF1D56D}" dt="2024-12-11T13:28:35.490" v="107" actId="47"/>
        <pc:sldMkLst>
          <pc:docMk/>
          <pc:sldMk cId="2042682731" sldId="287"/>
        </pc:sldMkLst>
      </pc:sldChg>
      <pc:sldChg chg="del">
        <pc:chgData name="Georges MATHIO" userId="1057b68d-d9cf-4cd5-bc4c-3fe68ec33e97" providerId="ADAL" clId="{A14E9D85-2200-4828-9CF0-096EEAF1D56D}" dt="2024-12-11T13:28:38.648" v="108" actId="47"/>
        <pc:sldMkLst>
          <pc:docMk/>
          <pc:sldMk cId="2079156772" sldId="288"/>
        </pc:sldMkLst>
      </pc:sldChg>
      <pc:sldChg chg="del">
        <pc:chgData name="Georges MATHIO" userId="1057b68d-d9cf-4cd5-bc4c-3fe68ec33e97" providerId="ADAL" clId="{A14E9D85-2200-4828-9CF0-096EEAF1D56D}" dt="2024-12-11T13:28:41.857" v="109" actId="47"/>
        <pc:sldMkLst>
          <pc:docMk/>
          <pc:sldMk cId="1015551072" sldId="290"/>
        </pc:sldMkLst>
      </pc:sldChg>
      <pc:sldChg chg="addSp delSp modSp mod ord">
        <pc:chgData name="Georges MATHIO" userId="1057b68d-d9cf-4cd5-bc4c-3fe68ec33e97" providerId="ADAL" clId="{A14E9D85-2200-4828-9CF0-096EEAF1D56D}" dt="2024-12-12T17:16:10.364" v="1966" actId="20577"/>
        <pc:sldMkLst>
          <pc:docMk/>
          <pc:sldMk cId="1916568031" sldId="291"/>
        </pc:sldMkLst>
        <pc:spChg chg="mod">
          <ac:chgData name="Georges MATHIO" userId="1057b68d-d9cf-4cd5-bc4c-3fe68ec33e97" providerId="ADAL" clId="{A14E9D85-2200-4828-9CF0-096EEAF1D56D}" dt="2024-12-12T14:04:03.710" v="1664" actId="14100"/>
          <ac:spMkLst>
            <pc:docMk/>
            <pc:sldMk cId="1916568031" sldId="291"/>
            <ac:spMk id="2" creationId="{B16B650D-CD52-D087-C62C-A9EF20233132}"/>
          </ac:spMkLst>
        </pc:spChg>
        <pc:spChg chg="add mod">
          <ac:chgData name="Georges MATHIO" userId="1057b68d-d9cf-4cd5-bc4c-3fe68ec33e97" providerId="ADAL" clId="{A14E9D85-2200-4828-9CF0-096EEAF1D56D}" dt="2024-12-12T14:04:14.915" v="1670" actId="20577"/>
          <ac:spMkLst>
            <pc:docMk/>
            <pc:sldMk cId="1916568031" sldId="291"/>
            <ac:spMk id="3" creationId="{63B4CBE5-CDF9-464E-E32F-7B567DB2235E}"/>
          </ac:spMkLst>
        </pc:spChg>
        <pc:spChg chg="mod">
          <ac:chgData name="Georges MATHIO" userId="1057b68d-d9cf-4cd5-bc4c-3fe68ec33e97" providerId="ADAL" clId="{A14E9D85-2200-4828-9CF0-096EEAF1D56D}" dt="2024-12-12T17:16:10.364" v="1966" actId="20577"/>
          <ac:spMkLst>
            <pc:docMk/>
            <pc:sldMk cId="1916568031" sldId="291"/>
            <ac:spMk id="4" creationId="{9D654AE8-5479-A60E-9C5F-0E2FA576073C}"/>
          </ac:spMkLst>
        </pc:spChg>
        <pc:spChg chg="del">
          <ac:chgData name="Georges MATHIO" userId="1057b68d-d9cf-4cd5-bc4c-3fe68ec33e97" providerId="ADAL" clId="{A14E9D85-2200-4828-9CF0-096EEAF1D56D}" dt="2024-12-12T08:00:54.363" v="539" actId="478"/>
          <ac:spMkLst>
            <pc:docMk/>
            <pc:sldMk cId="1916568031" sldId="291"/>
            <ac:spMk id="5" creationId="{C2739CF6-3AC3-4A9F-7ED4-ADD435F38C6B}"/>
          </ac:spMkLst>
        </pc:spChg>
        <pc:picChg chg="add mod">
          <ac:chgData name="Georges MATHIO" userId="1057b68d-d9cf-4cd5-bc4c-3fe68ec33e97" providerId="ADAL" clId="{A14E9D85-2200-4828-9CF0-096EEAF1D56D}" dt="2024-12-12T08:00:48.465" v="538" actId="108"/>
          <ac:picMkLst>
            <pc:docMk/>
            <pc:sldMk cId="1916568031" sldId="291"/>
            <ac:picMk id="6" creationId="{F5A939F6-FB6F-4D99-4430-0DABFFFAB662}"/>
          </ac:picMkLst>
        </pc:picChg>
      </pc:sldChg>
      <pc:sldChg chg="addSp delSp modSp new mod ord modAnim">
        <pc:chgData name="Georges MATHIO" userId="1057b68d-d9cf-4cd5-bc4c-3fe68ec33e97" providerId="ADAL" clId="{A14E9D85-2200-4828-9CF0-096EEAF1D56D}" dt="2024-12-12T19:36:58.496" v="3275" actId="478"/>
        <pc:sldMkLst>
          <pc:docMk/>
          <pc:sldMk cId="2246236928" sldId="292"/>
        </pc:sldMkLst>
        <pc:spChg chg="mod">
          <ac:chgData name="Georges MATHIO" userId="1057b68d-d9cf-4cd5-bc4c-3fe68ec33e97" providerId="ADAL" clId="{A14E9D85-2200-4828-9CF0-096EEAF1D56D}" dt="2024-12-12T13:13:50.392" v="1462" actId="14100"/>
          <ac:spMkLst>
            <pc:docMk/>
            <pc:sldMk cId="2246236928" sldId="292"/>
            <ac:spMk id="2" creationId="{F4BD2B66-1962-4E41-67D0-684AFBC63F49}"/>
          </ac:spMkLst>
        </pc:spChg>
        <pc:spChg chg="add mod">
          <ac:chgData name="Georges MATHIO" userId="1057b68d-d9cf-4cd5-bc4c-3fe68ec33e97" providerId="ADAL" clId="{A14E9D85-2200-4828-9CF0-096EEAF1D56D}" dt="2024-12-11T13:55:59.094" v="346" actId="1076"/>
          <ac:spMkLst>
            <pc:docMk/>
            <pc:sldMk cId="2246236928" sldId="292"/>
            <ac:spMk id="3" creationId="{179764A9-B59E-4250-9EA5-23229BC394E4}"/>
          </ac:spMkLst>
        </pc:spChg>
        <pc:spChg chg="add del mod">
          <ac:chgData name="Georges MATHIO" userId="1057b68d-d9cf-4cd5-bc4c-3fe68ec33e97" providerId="ADAL" clId="{A14E9D85-2200-4828-9CF0-096EEAF1D56D}" dt="2024-12-12T19:36:48.196" v="3273" actId="478"/>
          <ac:spMkLst>
            <pc:docMk/>
            <pc:sldMk cId="2246236928" sldId="292"/>
            <ac:spMk id="4" creationId="{60725BD8-67A1-8A7F-CAE0-F994E95D7D95}"/>
          </ac:spMkLst>
        </pc:spChg>
        <pc:spChg chg="add mod">
          <ac:chgData name="Georges MATHIO" userId="1057b68d-d9cf-4cd5-bc4c-3fe68ec33e97" providerId="ADAL" clId="{A14E9D85-2200-4828-9CF0-096EEAF1D56D}" dt="2024-12-12T19:36:53.958" v="3274" actId="1076"/>
          <ac:spMkLst>
            <pc:docMk/>
            <pc:sldMk cId="2246236928" sldId="292"/>
            <ac:spMk id="5" creationId="{65EB0816-DC51-D1D6-0E87-40F7A2DD0295}"/>
          </ac:spMkLst>
        </pc:spChg>
        <pc:spChg chg="add mod">
          <ac:chgData name="Georges MATHIO" userId="1057b68d-d9cf-4cd5-bc4c-3fe68ec33e97" providerId="ADAL" clId="{A14E9D85-2200-4828-9CF0-096EEAF1D56D}" dt="2024-12-12T07:55:02.524" v="427" actId="20577"/>
          <ac:spMkLst>
            <pc:docMk/>
            <pc:sldMk cId="2246236928" sldId="292"/>
            <ac:spMk id="6" creationId="{4C4BCE07-C0B1-F1A5-4B55-518F36E93EA6}"/>
          </ac:spMkLst>
        </pc:spChg>
        <pc:spChg chg="add del mod">
          <ac:chgData name="Georges MATHIO" userId="1057b68d-d9cf-4cd5-bc4c-3fe68ec33e97" providerId="ADAL" clId="{A14E9D85-2200-4828-9CF0-096EEAF1D56D}" dt="2024-12-11T13:51:59.966" v="279" actId="478"/>
          <ac:spMkLst>
            <pc:docMk/>
            <pc:sldMk cId="2246236928" sldId="292"/>
            <ac:spMk id="7" creationId="{00B134A5-8E19-7111-C56E-EFFBF4C42274}"/>
          </ac:spMkLst>
        </pc:spChg>
        <pc:spChg chg="add mod">
          <ac:chgData name="Georges MATHIO" userId="1057b68d-d9cf-4cd5-bc4c-3fe68ec33e97" providerId="ADAL" clId="{A14E9D85-2200-4828-9CF0-096EEAF1D56D}" dt="2024-12-12T13:13:55.932" v="1473" actId="1036"/>
          <ac:spMkLst>
            <pc:docMk/>
            <pc:sldMk cId="2246236928" sldId="292"/>
            <ac:spMk id="7" creationId="{3CB8E9A9-D79D-B583-9354-D47F8E4FC797}"/>
          </ac:spMkLst>
        </pc:spChg>
        <pc:spChg chg="add mod">
          <ac:chgData name="Georges MATHIO" userId="1057b68d-d9cf-4cd5-bc4c-3fe68ec33e97" providerId="ADAL" clId="{A14E9D85-2200-4828-9CF0-096EEAF1D56D}" dt="2024-12-11T13:56:14.031" v="347" actId="1076"/>
          <ac:spMkLst>
            <pc:docMk/>
            <pc:sldMk cId="2246236928" sldId="292"/>
            <ac:spMk id="8" creationId="{5538CDC1-9DE2-6AD5-C1C1-8FC0D295B161}"/>
          </ac:spMkLst>
        </pc:spChg>
        <pc:spChg chg="add mod">
          <ac:chgData name="Georges MATHIO" userId="1057b68d-d9cf-4cd5-bc4c-3fe68ec33e97" providerId="ADAL" clId="{A14E9D85-2200-4828-9CF0-096EEAF1D56D}" dt="2024-12-11T13:53:15.042" v="320" actId="1076"/>
          <ac:spMkLst>
            <pc:docMk/>
            <pc:sldMk cId="2246236928" sldId="292"/>
            <ac:spMk id="9" creationId="{F6E252B4-CDE0-4293-0CF4-72112837B35A}"/>
          </ac:spMkLst>
        </pc:spChg>
        <pc:spChg chg="add mod">
          <ac:chgData name="Georges MATHIO" userId="1057b68d-d9cf-4cd5-bc4c-3fe68ec33e97" providerId="ADAL" clId="{A14E9D85-2200-4828-9CF0-096EEAF1D56D}" dt="2024-12-11T13:53:14.283" v="319" actId="1076"/>
          <ac:spMkLst>
            <pc:docMk/>
            <pc:sldMk cId="2246236928" sldId="292"/>
            <ac:spMk id="10" creationId="{6B6A1EBE-F777-AD64-DB4F-A16D70317C3B}"/>
          </ac:spMkLst>
        </pc:spChg>
        <pc:spChg chg="add del mod">
          <ac:chgData name="Georges MATHIO" userId="1057b68d-d9cf-4cd5-bc4c-3fe68ec33e97" providerId="ADAL" clId="{A14E9D85-2200-4828-9CF0-096EEAF1D56D}" dt="2024-12-12T19:36:58.496" v="3275" actId="478"/>
          <ac:spMkLst>
            <pc:docMk/>
            <pc:sldMk cId="2246236928" sldId="292"/>
            <ac:spMk id="11" creationId="{1989AF13-48BD-4636-5A49-D3B7EA012379}"/>
          </ac:spMkLst>
        </pc:spChg>
        <pc:spChg chg="add mod">
          <ac:chgData name="Georges MATHIO" userId="1057b68d-d9cf-4cd5-bc4c-3fe68ec33e97" providerId="ADAL" clId="{A14E9D85-2200-4828-9CF0-096EEAF1D56D}" dt="2024-12-12T13:14:32.988" v="1490" actId="1076"/>
          <ac:spMkLst>
            <pc:docMk/>
            <pc:sldMk cId="2246236928" sldId="292"/>
            <ac:spMk id="12" creationId="{0B40C791-4587-AE29-B844-ED428B62A30F}"/>
          </ac:spMkLst>
        </pc:spChg>
        <pc:spChg chg="add mod">
          <ac:chgData name="Georges MATHIO" userId="1057b68d-d9cf-4cd5-bc4c-3fe68ec33e97" providerId="ADAL" clId="{A14E9D85-2200-4828-9CF0-096EEAF1D56D}" dt="2024-12-12T13:14:21.233" v="1486" actId="1076"/>
          <ac:spMkLst>
            <pc:docMk/>
            <pc:sldMk cId="2246236928" sldId="292"/>
            <ac:spMk id="31" creationId="{5FE5F3E9-3A87-6227-C8A0-EBD8326FF312}"/>
          </ac:spMkLst>
        </pc:spChg>
        <pc:spChg chg="add mod">
          <ac:chgData name="Georges MATHIO" userId="1057b68d-d9cf-4cd5-bc4c-3fe68ec33e97" providerId="ADAL" clId="{A14E9D85-2200-4828-9CF0-096EEAF1D56D}" dt="2024-12-12T13:14:28.297" v="1489" actId="6549"/>
          <ac:spMkLst>
            <pc:docMk/>
            <pc:sldMk cId="2246236928" sldId="292"/>
            <ac:spMk id="32" creationId="{93ED363E-BA23-8753-A608-BFBAE48ACA76}"/>
          </ac:spMkLst>
        </pc:spChg>
        <pc:picChg chg="add mod">
          <ac:chgData name="Georges MATHIO" userId="1057b68d-d9cf-4cd5-bc4c-3fe68ec33e97" providerId="ADAL" clId="{A14E9D85-2200-4828-9CF0-096EEAF1D56D}" dt="2024-12-12T12:48:40.026" v="1433" actId="1076"/>
          <ac:picMkLst>
            <pc:docMk/>
            <pc:sldMk cId="2246236928" sldId="292"/>
            <ac:picMk id="23" creationId="{07AF746B-5054-F478-E230-86AA4192766D}"/>
          </ac:picMkLst>
        </pc:picChg>
        <pc:cxnChg chg="add mod">
          <ac:chgData name="Georges MATHIO" userId="1057b68d-d9cf-4cd5-bc4c-3fe68ec33e97" providerId="ADAL" clId="{A14E9D85-2200-4828-9CF0-096EEAF1D56D}" dt="2024-12-12T19:36:48.196" v="3273" actId="478"/>
          <ac:cxnSpMkLst>
            <pc:docMk/>
            <pc:sldMk cId="2246236928" sldId="292"/>
            <ac:cxnSpMk id="9" creationId="{09AC94C6-4807-5445-3AE1-DF0A49096EC1}"/>
          </ac:cxnSpMkLst>
        </pc:cxnChg>
        <pc:cxnChg chg="add mod">
          <ac:chgData name="Georges MATHIO" userId="1057b68d-d9cf-4cd5-bc4c-3fe68ec33e97" providerId="ADAL" clId="{A14E9D85-2200-4828-9CF0-096EEAF1D56D}" dt="2024-12-12T12:46:42.196" v="1414" actId="14100"/>
          <ac:cxnSpMkLst>
            <pc:docMk/>
            <pc:sldMk cId="2246236928" sldId="292"/>
            <ac:cxnSpMk id="14" creationId="{D2BAC57C-DDAE-0E6C-B4D8-AF08A34F58F7}"/>
          </ac:cxnSpMkLst>
        </pc:cxnChg>
        <pc:cxnChg chg="add mod">
          <ac:chgData name="Georges MATHIO" userId="1057b68d-d9cf-4cd5-bc4c-3fe68ec33e97" providerId="ADAL" clId="{A14E9D85-2200-4828-9CF0-096EEAF1D56D}" dt="2024-12-12T12:46:46.305" v="1416" actId="1076"/>
          <ac:cxnSpMkLst>
            <pc:docMk/>
            <pc:sldMk cId="2246236928" sldId="292"/>
            <ac:cxnSpMk id="17" creationId="{1627DC52-0B5C-2FDB-4C82-84380253F7BB}"/>
          </ac:cxnSpMkLst>
        </pc:cxnChg>
        <pc:cxnChg chg="add mod">
          <ac:chgData name="Georges MATHIO" userId="1057b68d-d9cf-4cd5-bc4c-3fe68ec33e97" providerId="ADAL" clId="{A14E9D85-2200-4828-9CF0-096EEAF1D56D}" dt="2024-12-12T12:46:50.151" v="1418" actId="1076"/>
          <ac:cxnSpMkLst>
            <pc:docMk/>
            <pc:sldMk cId="2246236928" sldId="292"/>
            <ac:cxnSpMk id="18" creationId="{0CC2B457-ADBC-AE5E-9612-A98E5335DA21}"/>
          </ac:cxnSpMkLst>
        </pc:cxnChg>
        <pc:cxnChg chg="add mod">
          <ac:chgData name="Georges MATHIO" userId="1057b68d-d9cf-4cd5-bc4c-3fe68ec33e97" providerId="ADAL" clId="{A14E9D85-2200-4828-9CF0-096EEAF1D56D}" dt="2024-12-12T13:13:55.932" v="1473" actId="1036"/>
          <ac:cxnSpMkLst>
            <pc:docMk/>
            <pc:sldMk cId="2246236928" sldId="292"/>
            <ac:cxnSpMk id="19" creationId="{3208FBB5-114A-2B14-6C7D-51C958E2292C}"/>
          </ac:cxnSpMkLst>
        </pc:cxnChg>
        <pc:cxnChg chg="add mod">
          <ac:chgData name="Georges MATHIO" userId="1057b68d-d9cf-4cd5-bc4c-3fe68ec33e97" providerId="ADAL" clId="{A14E9D85-2200-4828-9CF0-096EEAF1D56D}" dt="2024-12-12T13:13:59.854" v="1474" actId="14100"/>
          <ac:cxnSpMkLst>
            <pc:docMk/>
            <pc:sldMk cId="2246236928" sldId="292"/>
            <ac:cxnSpMk id="24" creationId="{AFA6DC59-66C8-FA9C-6101-46024F43D1BD}"/>
          </ac:cxnSpMkLst>
        </pc:cxnChg>
      </pc:sldChg>
      <pc:sldChg chg="del">
        <pc:chgData name="Georges MATHIO" userId="1057b68d-d9cf-4cd5-bc4c-3fe68ec33e97" providerId="ADAL" clId="{A14E9D85-2200-4828-9CF0-096EEAF1D56D}" dt="2024-12-11T13:28:49.240" v="110" actId="47"/>
        <pc:sldMkLst>
          <pc:docMk/>
          <pc:sldMk cId="3495340627" sldId="292"/>
        </pc:sldMkLst>
      </pc:sldChg>
      <pc:sldChg chg="modSp new del mod">
        <pc:chgData name="Georges MATHIO" userId="1057b68d-d9cf-4cd5-bc4c-3fe68ec33e97" providerId="ADAL" clId="{A14E9D85-2200-4828-9CF0-096EEAF1D56D}" dt="2024-12-12T12:33:14.525" v="914" actId="47"/>
        <pc:sldMkLst>
          <pc:docMk/>
          <pc:sldMk cId="3322099683" sldId="293"/>
        </pc:sldMkLst>
        <pc:spChg chg="mod">
          <ac:chgData name="Georges MATHIO" userId="1057b68d-d9cf-4cd5-bc4c-3fe68ec33e97" providerId="ADAL" clId="{A14E9D85-2200-4828-9CF0-096EEAF1D56D}" dt="2024-12-11T13:56:50.492" v="350" actId="20577"/>
          <ac:spMkLst>
            <pc:docMk/>
            <pc:sldMk cId="3322099683" sldId="293"/>
            <ac:spMk id="2" creationId="{0E76D64F-2717-96FA-5013-E0C984D30D24}"/>
          </ac:spMkLst>
        </pc:spChg>
        <pc:spChg chg="mod">
          <ac:chgData name="Georges MATHIO" userId="1057b68d-d9cf-4cd5-bc4c-3fe68ec33e97" providerId="ADAL" clId="{A14E9D85-2200-4828-9CF0-096EEAF1D56D}" dt="2024-12-11T13:56:52.194" v="351"/>
          <ac:spMkLst>
            <pc:docMk/>
            <pc:sldMk cId="3322099683" sldId="293"/>
            <ac:spMk id="3" creationId="{80658212-C9F6-B809-740C-50BC7A56A44D}"/>
          </ac:spMkLst>
        </pc:spChg>
      </pc:sldChg>
      <pc:sldChg chg="addSp delSp modSp add mod">
        <pc:chgData name="Georges MATHIO" userId="1057b68d-d9cf-4cd5-bc4c-3fe68ec33e97" providerId="ADAL" clId="{A14E9D85-2200-4828-9CF0-096EEAF1D56D}" dt="2024-12-12T17:19:41.004" v="2206" actId="113"/>
        <pc:sldMkLst>
          <pc:docMk/>
          <pc:sldMk cId="2479578272" sldId="294"/>
        </pc:sldMkLst>
        <pc:spChg chg="mod">
          <ac:chgData name="Georges MATHIO" userId="1057b68d-d9cf-4cd5-bc4c-3fe68ec33e97" providerId="ADAL" clId="{A14E9D85-2200-4828-9CF0-096EEAF1D56D}" dt="2024-12-12T12:40:37.412" v="1076" actId="20577"/>
          <ac:spMkLst>
            <pc:docMk/>
            <pc:sldMk cId="2479578272" sldId="294"/>
            <ac:spMk id="2" creationId="{7546261E-5F4D-103E-8420-A264A18D244E}"/>
          </ac:spMkLst>
        </pc:spChg>
        <pc:spChg chg="add mod">
          <ac:chgData name="Georges MATHIO" userId="1057b68d-d9cf-4cd5-bc4c-3fe68ec33e97" providerId="ADAL" clId="{A14E9D85-2200-4828-9CF0-096EEAF1D56D}" dt="2024-12-12T12:28:41.579" v="830" actId="20577"/>
          <ac:spMkLst>
            <pc:docMk/>
            <pc:sldMk cId="2479578272" sldId="294"/>
            <ac:spMk id="3" creationId="{62DFBC36-6EAF-B342-25E0-E2D864665A83}"/>
          </ac:spMkLst>
        </pc:spChg>
        <pc:spChg chg="mod">
          <ac:chgData name="Georges MATHIO" userId="1057b68d-d9cf-4cd5-bc4c-3fe68ec33e97" providerId="ADAL" clId="{A14E9D85-2200-4828-9CF0-096EEAF1D56D}" dt="2024-12-12T17:19:41.004" v="2206" actId="113"/>
          <ac:spMkLst>
            <pc:docMk/>
            <pc:sldMk cId="2479578272" sldId="294"/>
            <ac:spMk id="4" creationId="{BA6F2355-C312-40EC-38E7-7384DEFA67F4}"/>
          </ac:spMkLst>
        </pc:spChg>
        <pc:picChg chg="del">
          <ac:chgData name="Georges MATHIO" userId="1057b68d-d9cf-4cd5-bc4c-3fe68ec33e97" providerId="ADAL" clId="{A14E9D85-2200-4828-9CF0-096EEAF1D56D}" dt="2024-12-12T08:03:31.273" v="611" actId="478"/>
          <ac:picMkLst>
            <pc:docMk/>
            <pc:sldMk cId="2479578272" sldId="294"/>
            <ac:picMk id="6" creationId="{46905519-32FE-6AF4-DD17-6E46B1C26474}"/>
          </ac:picMkLst>
        </pc:picChg>
      </pc:sldChg>
      <pc:sldChg chg="add del">
        <pc:chgData name="Georges MATHIO" userId="1057b68d-d9cf-4cd5-bc4c-3fe68ec33e97" providerId="ADAL" clId="{A14E9D85-2200-4828-9CF0-096EEAF1D56D}" dt="2024-12-12T07:54:16.647" v="379"/>
        <pc:sldMkLst>
          <pc:docMk/>
          <pc:sldMk cId="2660226250" sldId="294"/>
        </pc:sldMkLst>
      </pc:sldChg>
      <pc:sldChg chg="modSp add mod">
        <pc:chgData name="Georges MATHIO" userId="1057b68d-d9cf-4cd5-bc4c-3fe68ec33e97" providerId="ADAL" clId="{A14E9D85-2200-4828-9CF0-096EEAF1D56D}" dt="2024-12-12T12:40:44.854" v="1080"/>
        <pc:sldMkLst>
          <pc:docMk/>
          <pc:sldMk cId="2745630537" sldId="295"/>
        </pc:sldMkLst>
        <pc:spChg chg="mod">
          <ac:chgData name="Georges MATHIO" userId="1057b68d-d9cf-4cd5-bc4c-3fe68ec33e97" providerId="ADAL" clId="{A14E9D85-2200-4828-9CF0-096EEAF1D56D}" dt="2024-12-12T12:40:44.854" v="1080"/>
          <ac:spMkLst>
            <pc:docMk/>
            <pc:sldMk cId="2745630537" sldId="295"/>
            <ac:spMk id="2" creationId="{13B3DCF2-5A8C-B010-01E6-7A7750AD8D2F}"/>
          </ac:spMkLst>
        </pc:spChg>
        <pc:spChg chg="mod">
          <ac:chgData name="Georges MATHIO" userId="1057b68d-d9cf-4cd5-bc4c-3fe68ec33e97" providerId="ADAL" clId="{A14E9D85-2200-4828-9CF0-096EEAF1D56D}" dt="2024-12-12T12:33:41.663" v="994" actId="20577"/>
          <ac:spMkLst>
            <pc:docMk/>
            <pc:sldMk cId="2745630537" sldId="295"/>
            <ac:spMk id="3" creationId="{D52D2F2E-0FC6-F5A1-055D-08E54E1D0016}"/>
          </ac:spMkLst>
        </pc:spChg>
        <pc:spChg chg="mod">
          <ac:chgData name="Georges MATHIO" userId="1057b68d-d9cf-4cd5-bc4c-3fe68ec33e97" providerId="ADAL" clId="{A14E9D85-2200-4828-9CF0-096EEAF1D56D}" dt="2024-12-12T12:36:43.048" v="1068" actId="5793"/>
          <ac:spMkLst>
            <pc:docMk/>
            <pc:sldMk cId="2745630537" sldId="295"/>
            <ac:spMk id="4" creationId="{CBDB0573-2DA7-62EA-668F-F23FC176C89F}"/>
          </ac:spMkLst>
        </pc:spChg>
      </pc:sldChg>
      <pc:sldChg chg="add del">
        <pc:chgData name="Georges MATHIO" userId="1057b68d-d9cf-4cd5-bc4c-3fe68ec33e97" providerId="ADAL" clId="{A14E9D85-2200-4828-9CF0-096EEAF1D56D}" dt="2024-12-12T12:33:13.053" v="913" actId="47"/>
        <pc:sldMkLst>
          <pc:docMk/>
          <pc:sldMk cId="3097127147" sldId="295"/>
        </pc:sldMkLst>
      </pc:sldChg>
      <pc:sldChg chg="modSp add mod">
        <pc:chgData name="Georges MATHIO" userId="1057b68d-d9cf-4cd5-bc4c-3fe68ec33e97" providerId="ADAL" clId="{A14E9D85-2200-4828-9CF0-096EEAF1D56D}" dt="2024-12-12T17:17:59.966" v="2096" actId="20577"/>
        <pc:sldMkLst>
          <pc:docMk/>
          <pc:sldMk cId="67678921" sldId="296"/>
        </pc:sldMkLst>
        <pc:spChg chg="mod">
          <ac:chgData name="Georges MATHIO" userId="1057b68d-d9cf-4cd5-bc4c-3fe68ec33e97" providerId="ADAL" clId="{A14E9D85-2200-4828-9CF0-096EEAF1D56D}" dt="2024-12-12T12:41:01.224" v="1115" actId="20577"/>
          <ac:spMkLst>
            <pc:docMk/>
            <pc:sldMk cId="67678921" sldId="296"/>
            <ac:spMk id="2" creationId="{9FA11EB6-746F-C619-DC3F-2F5421214EAA}"/>
          </ac:spMkLst>
        </pc:spChg>
        <pc:spChg chg="mod">
          <ac:chgData name="Georges MATHIO" userId="1057b68d-d9cf-4cd5-bc4c-3fe68ec33e97" providerId="ADAL" clId="{A14E9D85-2200-4828-9CF0-096EEAF1D56D}" dt="2024-12-12T12:41:22.244" v="1126" actId="20577"/>
          <ac:spMkLst>
            <pc:docMk/>
            <pc:sldMk cId="67678921" sldId="296"/>
            <ac:spMk id="3" creationId="{45D9BC15-D3E1-BB84-5846-0E1CFD6E4FE7}"/>
          </ac:spMkLst>
        </pc:spChg>
        <pc:spChg chg="mod">
          <ac:chgData name="Georges MATHIO" userId="1057b68d-d9cf-4cd5-bc4c-3fe68ec33e97" providerId="ADAL" clId="{A14E9D85-2200-4828-9CF0-096EEAF1D56D}" dt="2024-12-12T17:17:59.966" v="2096" actId="20577"/>
          <ac:spMkLst>
            <pc:docMk/>
            <pc:sldMk cId="67678921" sldId="296"/>
            <ac:spMk id="4" creationId="{8EC06B0C-F2E2-B8A8-DD6C-C892CECE697B}"/>
          </ac:spMkLst>
        </pc:spChg>
      </pc:sldChg>
      <pc:sldChg chg="modSp add del mod">
        <pc:chgData name="Georges MATHIO" userId="1057b68d-d9cf-4cd5-bc4c-3fe68ec33e97" providerId="ADAL" clId="{A14E9D85-2200-4828-9CF0-096EEAF1D56D}" dt="2024-12-12T14:05:48.684" v="1877" actId="47"/>
        <pc:sldMkLst>
          <pc:docMk/>
          <pc:sldMk cId="3139410274" sldId="297"/>
        </pc:sldMkLst>
        <pc:spChg chg="mod">
          <ac:chgData name="Georges MATHIO" userId="1057b68d-d9cf-4cd5-bc4c-3fe68ec33e97" providerId="ADAL" clId="{A14E9D85-2200-4828-9CF0-096EEAF1D56D}" dt="2024-12-12T14:02:40.404" v="1565" actId="20577"/>
          <ac:spMkLst>
            <pc:docMk/>
            <pc:sldMk cId="3139410274" sldId="297"/>
            <ac:spMk id="2" creationId="{48BCBF9C-F698-7E7B-FE17-8015370ACAD4}"/>
          </ac:spMkLst>
        </pc:spChg>
        <pc:spChg chg="mod">
          <ac:chgData name="Georges MATHIO" userId="1057b68d-d9cf-4cd5-bc4c-3fe68ec33e97" providerId="ADAL" clId="{A14E9D85-2200-4828-9CF0-096EEAF1D56D}" dt="2024-12-12T14:03:13.651" v="1630" actId="20577"/>
          <ac:spMkLst>
            <pc:docMk/>
            <pc:sldMk cId="3139410274" sldId="297"/>
            <ac:spMk id="3" creationId="{D7C2D260-2E99-41B4-D78E-D82C40836601}"/>
          </ac:spMkLst>
        </pc:spChg>
      </pc:sldChg>
      <pc:sldChg chg="delSp modSp add mod">
        <pc:chgData name="Georges MATHIO" userId="1057b68d-d9cf-4cd5-bc4c-3fe68ec33e97" providerId="ADAL" clId="{A14E9D85-2200-4828-9CF0-096EEAF1D56D}" dt="2024-12-12T19:38:03.608" v="3311" actId="20577"/>
        <pc:sldMkLst>
          <pc:docMk/>
          <pc:sldMk cId="2653182635" sldId="298"/>
        </pc:sldMkLst>
        <pc:spChg chg="mod">
          <ac:chgData name="Georges MATHIO" userId="1057b68d-d9cf-4cd5-bc4c-3fe68ec33e97" providerId="ADAL" clId="{A14E9D85-2200-4828-9CF0-096EEAF1D56D}" dt="2024-12-12T19:37:21.748" v="3276" actId="20577"/>
          <ac:spMkLst>
            <pc:docMk/>
            <pc:sldMk cId="2653182635" sldId="298"/>
            <ac:spMk id="2" creationId="{6A742C46-C741-6D5E-CB15-FB438CF82425}"/>
          </ac:spMkLst>
        </pc:spChg>
        <pc:spChg chg="mod">
          <ac:chgData name="Georges MATHIO" userId="1057b68d-d9cf-4cd5-bc4c-3fe68ec33e97" providerId="ADAL" clId="{A14E9D85-2200-4828-9CF0-096EEAF1D56D}" dt="2024-12-12T14:05:24.641" v="1849" actId="20577"/>
          <ac:spMkLst>
            <pc:docMk/>
            <pc:sldMk cId="2653182635" sldId="298"/>
            <ac:spMk id="3" creationId="{0146AFC5-29D7-ACD6-D688-CAD41B6A47E6}"/>
          </ac:spMkLst>
        </pc:spChg>
        <pc:spChg chg="mod">
          <ac:chgData name="Georges MATHIO" userId="1057b68d-d9cf-4cd5-bc4c-3fe68ec33e97" providerId="ADAL" clId="{A14E9D85-2200-4828-9CF0-096EEAF1D56D}" dt="2024-12-12T19:38:03.608" v="3311" actId="20577"/>
          <ac:spMkLst>
            <pc:docMk/>
            <pc:sldMk cId="2653182635" sldId="298"/>
            <ac:spMk id="4" creationId="{3CC5FB84-1E2E-9224-F950-C70A03F21666}"/>
          </ac:spMkLst>
        </pc:spChg>
        <pc:picChg chg="del">
          <ac:chgData name="Georges MATHIO" userId="1057b68d-d9cf-4cd5-bc4c-3fe68ec33e97" providerId="ADAL" clId="{A14E9D85-2200-4828-9CF0-096EEAF1D56D}" dt="2024-12-12T14:04:21.243" v="1672" actId="478"/>
          <ac:picMkLst>
            <pc:docMk/>
            <pc:sldMk cId="2653182635" sldId="298"/>
            <ac:picMk id="6" creationId="{A147FA43-ED82-5210-227C-9E158F8B42C2}"/>
          </ac:picMkLst>
        </pc:picChg>
      </pc:sldChg>
      <pc:sldChg chg="addSp delSp modSp add mod">
        <pc:chgData name="Georges MATHIO" userId="1057b68d-d9cf-4cd5-bc4c-3fe68ec33e97" providerId="ADAL" clId="{A14E9D85-2200-4828-9CF0-096EEAF1D56D}" dt="2024-12-12T17:21:34.280" v="2438" actId="22"/>
        <pc:sldMkLst>
          <pc:docMk/>
          <pc:sldMk cId="3433363927" sldId="299"/>
        </pc:sldMkLst>
        <pc:spChg chg="mod">
          <ac:chgData name="Georges MATHIO" userId="1057b68d-d9cf-4cd5-bc4c-3fe68ec33e97" providerId="ADAL" clId="{A14E9D85-2200-4828-9CF0-096EEAF1D56D}" dt="2024-12-12T17:16:40.741" v="1987" actId="20577"/>
          <ac:spMkLst>
            <pc:docMk/>
            <pc:sldMk cId="3433363927" sldId="299"/>
            <ac:spMk id="2" creationId="{9D26F559-66AD-21D2-C7DD-CC6B2C7BC3E2}"/>
          </ac:spMkLst>
        </pc:spChg>
        <pc:spChg chg="add del mod">
          <ac:chgData name="Georges MATHIO" userId="1057b68d-d9cf-4cd5-bc4c-3fe68ec33e97" providerId="ADAL" clId="{A14E9D85-2200-4828-9CF0-096EEAF1D56D}" dt="2024-12-12T17:19:52.800" v="2213" actId="20577"/>
          <ac:spMkLst>
            <pc:docMk/>
            <pc:sldMk cId="3433363927" sldId="299"/>
            <ac:spMk id="3" creationId="{F3CDEC84-DF9F-7FAB-16D7-9D0106D1A9B1}"/>
          </ac:spMkLst>
        </pc:spChg>
        <pc:spChg chg="mod">
          <ac:chgData name="Georges MATHIO" userId="1057b68d-d9cf-4cd5-bc4c-3fe68ec33e97" providerId="ADAL" clId="{A14E9D85-2200-4828-9CF0-096EEAF1D56D}" dt="2024-12-12T17:21:27.958" v="2436" actId="20577"/>
          <ac:spMkLst>
            <pc:docMk/>
            <pc:sldMk cId="3433363927" sldId="299"/>
            <ac:spMk id="4" creationId="{C2350348-A5BF-ED48-4776-A359225EC617}"/>
          </ac:spMkLst>
        </pc:spChg>
        <pc:spChg chg="add del">
          <ac:chgData name="Georges MATHIO" userId="1057b68d-d9cf-4cd5-bc4c-3fe68ec33e97" providerId="ADAL" clId="{A14E9D85-2200-4828-9CF0-096EEAF1D56D}" dt="2024-12-12T17:21:34.280" v="2438" actId="22"/>
          <ac:spMkLst>
            <pc:docMk/>
            <pc:sldMk cId="3433363927" sldId="299"/>
            <ac:spMk id="6" creationId="{AB31D94D-11CB-8358-9F50-AE52B7FF0EF8}"/>
          </ac:spMkLst>
        </pc:spChg>
      </pc:sldChg>
      <pc:sldChg chg="addSp delSp modSp add mod">
        <pc:chgData name="Georges MATHIO" userId="1057b68d-d9cf-4cd5-bc4c-3fe68ec33e97" providerId="ADAL" clId="{A14E9D85-2200-4828-9CF0-096EEAF1D56D}" dt="2024-12-12T19:28:32.043" v="2802" actId="22"/>
        <pc:sldMkLst>
          <pc:docMk/>
          <pc:sldMk cId="1250711028" sldId="300"/>
        </pc:sldMkLst>
        <pc:spChg chg="mod">
          <ac:chgData name="Georges MATHIO" userId="1057b68d-d9cf-4cd5-bc4c-3fe68ec33e97" providerId="ADAL" clId="{A14E9D85-2200-4828-9CF0-096EEAF1D56D}" dt="2024-12-12T17:21:45.773" v="2449" actId="20577"/>
          <ac:spMkLst>
            <pc:docMk/>
            <pc:sldMk cId="1250711028" sldId="300"/>
            <ac:spMk id="2" creationId="{D6C09AC6-A11B-82D9-1816-36E507A1F921}"/>
          </ac:spMkLst>
        </pc:spChg>
        <pc:spChg chg="mod">
          <ac:chgData name="Georges MATHIO" userId="1057b68d-d9cf-4cd5-bc4c-3fe68ec33e97" providerId="ADAL" clId="{A14E9D85-2200-4828-9CF0-096EEAF1D56D}" dt="2024-12-12T17:21:58.970" v="2496" actId="20577"/>
          <ac:spMkLst>
            <pc:docMk/>
            <pc:sldMk cId="1250711028" sldId="300"/>
            <ac:spMk id="3" creationId="{DFEF328B-C744-314F-788A-80C4C74D1AC5}"/>
          </ac:spMkLst>
        </pc:spChg>
        <pc:spChg chg="mod">
          <ac:chgData name="Georges MATHIO" userId="1057b68d-d9cf-4cd5-bc4c-3fe68ec33e97" providerId="ADAL" clId="{A14E9D85-2200-4828-9CF0-096EEAF1D56D}" dt="2024-12-12T19:28:06.529" v="2800" actId="20577"/>
          <ac:spMkLst>
            <pc:docMk/>
            <pc:sldMk cId="1250711028" sldId="300"/>
            <ac:spMk id="4" creationId="{6E3CFE24-3A7D-C6A0-27A4-D06B2228BD6E}"/>
          </ac:spMkLst>
        </pc:spChg>
        <pc:picChg chg="add mod">
          <ac:chgData name="Georges MATHIO" userId="1057b68d-d9cf-4cd5-bc4c-3fe68ec33e97" providerId="ADAL" clId="{A14E9D85-2200-4828-9CF0-096EEAF1D56D}" dt="2024-12-12T17:24:40.146" v="2500" actId="108"/>
          <ac:picMkLst>
            <pc:docMk/>
            <pc:sldMk cId="1250711028" sldId="300"/>
            <ac:picMk id="6" creationId="{B3CAB3ED-6ABA-27D6-7CC2-17B4287DD214}"/>
          </ac:picMkLst>
        </pc:picChg>
        <pc:picChg chg="add del">
          <ac:chgData name="Georges MATHIO" userId="1057b68d-d9cf-4cd5-bc4c-3fe68ec33e97" providerId="ADAL" clId="{A14E9D85-2200-4828-9CF0-096EEAF1D56D}" dt="2024-12-12T19:28:32.043" v="2802" actId="22"/>
          <ac:picMkLst>
            <pc:docMk/>
            <pc:sldMk cId="1250711028" sldId="300"/>
            <ac:picMk id="7" creationId="{FC8EB8BF-6497-914A-B294-762F4DDE95BD}"/>
          </ac:picMkLst>
        </pc:picChg>
      </pc:sldChg>
      <pc:sldChg chg="delSp modSp add mod ord">
        <pc:chgData name="Georges MATHIO" userId="1057b68d-d9cf-4cd5-bc4c-3fe68ec33e97" providerId="ADAL" clId="{A14E9D85-2200-4828-9CF0-096EEAF1D56D}" dt="2024-12-12T19:39:03.772" v="3392" actId="20577"/>
        <pc:sldMkLst>
          <pc:docMk/>
          <pc:sldMk cId="3256962645" sldId="301"/>
        </pc:sldMkLst>
        <pc:spChg chg="mod">
          <ac:chgData name="Georges MATHIO" userId="1057b68d-d9cf-4cd5-bc4c-3fe68ec33e97" providerId="ADAL" clId="{A14E9D85-2200-4828-9CF0-096EEAF1D56D}" dt="2024-12-12T19:28:46.047" v="2821" actId="20577"/>
          <ac:spMkLst>
            <pc:docMk/>
            <pc:sldMk cId="3256962645" sldId="301"/>
            <ac:spMk id="2" creationId="{6009CF36-8675-3C47-9B30-1F28E2BD6D0E}"/>
          </ac:spMkLst>
        </pc:spChg>
        <pc:spChg chg="del">
          <ac:chgData name="Georges MATHIO" userId="1057b68d-d9cf-4cd5-bc4c-3fe68ec33e97" providerId="ADAL" clId="{A14E9D85-2200-4828-9CF0-096EEAF1D56D}" dt="2024-12-12T19:29:02.040" v="2857" actId="478"/>
          <ac:spMkLst>
            <pc:docMk/>
            <pc:sldMk cId="3256962645" sldId="301"/>
            <ac:spMk id="3" creationId="{162BA2EF-5E5E-F41F-0FF1-E65D54323BF1}"/>
          </ac:spMkLst>
        </pc:spChg>
        <pc:spChg chg="mod">
          <ac:chgData name="Georges MATHIO" userId="1057b68d-d9cf-4cd5-bc4c-3fe68ec33e97" providerId="ADAL" clId="{A14E9D85-2200-4828-9CF0-096EEAF1D56D}" dt="2024-12-12T19:39:03.772" v="3392" actId="20577"/>
          <ac:spMkLst>
            <pc:docMk/>
            <pc:sldMk cId="3256962645" sldId="301"/>
            <ac:spMk id="4" creationId="{B37BC2EA-137E-9ED1-1F1A-7EA00016356D}"/>
          </ac:spMkLst>
        </pc:spChg>
      </pc:sldChg>
      <pc:sldChg chg="modSp add mod">
        <pc:chgData name="Georges MATHIO" userId="1057b68d-d9cf-4cd5-bc4c-3fe68ec33e97" providerId="ADAL" clId="{A14E9D85-2200-4828-9CF0-096EEAF1D56D}" dt="2024-12-12T19:36:35.315" v="3272" actId="5793"/>
        <pc:sldMkLst>
          <pc:docMk/>
          <pc:sldMk cId="4092813163" sldId="302"/>
        </pc:sldMkLst>
        <pc:spChg chg="mod">
          <ac:chgData name="Georges MATHIO" userId="1057b68d-d9cf-4cd5-bc4c-3fe68ec33e97" providerId="ADAL" clId="{A14E9D85-2200-4828-9CF0-096EEAF1D56D}" dt="2024-12-12T19:33:08.740" v="3116" actId="20577"/>
          <ac:spMkLst>
            <pc:docMk/>
            <pc:sldMk cId="4092813163" sldId="302"/>
            <ac:spMk id="2" creationId="{F9D2C0EE-BBB9-5B5B-23DD-4C5204896F58}"/>
          </ac:spMkLst>
        </pc:spChg>
        <pc:spChg chg="mod">
          <ac:chgData name="Georges MATHIO" userId="1057b68d-d9cf-4cd5-bc4c-3fe68ec33e97" providerId="ADAL" clId="{A14E9D85-2200-4828-9CF0-096EEAF1D56D}" dt="2024-12-12T19:36:35.315" v="3272" actId="5793"/>
          <ac:spMkLst>
            <pc:docMk/>
            <pc:sldMk cId="4092813163" sldId="302"/>
            <ac:spMk id="4" creationId="{F1FF7F8E-5334-D2D3-70BF-DE871E080D39}"/>
          </ac:spMkLst>
        </pc:spChg>
      </pc:sldChg>
    </pc:docChg>
  </pc:docChgLst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1-06T10:26:22.863" v="3928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</pc:sldChg>
      <pc:sldMasterChg chg="addSp delSp modSp mod">
        <pc:chgData name="Georges MATHIO" userId="1057b68d-d9cf-4cd5-bc4c-3fe68ec33e97" providerId="ADAL" clId="{6896E697-4535-4548-B5BB-7BF60D63B382}" dt="2023-11-06T10:26:22.863" v="3928"/>
        <pc:sldMasterMkLst>
          <pc:docMk/>
          <pc:sldMasterMk cId="0" sldId="2147483669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12/12/2024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12/12/2024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>
            <a:extLst>
              <a:ext uri="{FF2B5EF4-FFF2-40B4-BE49-F238E27FC236}">
                <a16:creationId xmlns:a16="http://schemas.microsoft.com/office/drawing/2014/main" id="{6E3A0FE5-C39A-1C49-86B6-D92A234AE4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893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 dirty="0"/>
              <a:t>Click to edit Master subtitle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pic>
        <p:nvPicPr>
          <p:cNvPr id="8" name="Picture 5" descr="Celestia-R1---OverlayContentHD.png">
            <a:extLst>
              <a:ext uri="{FF2B5EF4-FFF2-40B4-BE49-F238E27FC236}">
                <a16:creationId xmlns:a16="http://schemas.microsoft.com/office/drawing/2014/main" id="{C0E4D736-DF0E-6FFB-D4A2-46F677BC36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elestia-R1---OverlayContentHD.png">
            <a:extLst>
              <a:ext uri="{FF2B5EF4-FFF2-40B4-BE49-F238E27FC236}">
                <a16:creationId xmlns:a16="http://schemas.microsoft.com/office/drawing/2014/main" id="{91C81237-E8B3-96FF-4819-AA9DE4BC93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-2645"/>
            <a:ext cx="10131426" cy="106944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066801"/>
            <a:ext cx="10131425" cy="4724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6AA074AB-766A-76FA-FB34-4471F2AFCDA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2C6B33F3-733F-89B1-872D-AA751F65B9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1041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0DC895F7-4E59-40FB-87DD-ACE47F94C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orld's Tallest Sandcastle - Sculpture Digest">
            <a:extLst>
              <a:ext uri="{FF2B5EF4-FFF2-40B4-BE49-F238E27FC236}">
                <a16:creationId xmlns:a16="http://schemas.microsoft.com/office/drawing/2014/main" id="{12A50259-E84E-8CBC-0CB6-EBAD2F08A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1045">
            <a:extLst>
              <a:ext uri="{FF2B5EF4-FFF2-40B4-BE49-F238E27FC236}">
                <a16:creationId xmlns:a16="http://schemas.microsoft.com/office/drawing/2014/main" id="{1A4C720E-710D-44F8-A8D7-2BAA61E18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893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Cloud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3962399" y="4385732"/>
            <a:ext cx="7197726" cy="14054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buNone/>
            </a:pPr>
            <a:r>
              <a:rPr lang="en-US" cap="all" dirty="0"/>
              <a:t>End to end project</a:t>
            </a:r>
          </a:p>
          <a:p>
            <a:pPr marL="0" indent="0" algn="r">
              <a:buNone/>
            </a:pPr>
            <a:br>
              <a:rPr lang="en-US" cap="all" dirty="0"/>
            </a:br>
            <a:r>
              <a:rPr lang="en-US" cap="all" dirty="0"/>
              <a:t>Web application with DB storage</a:t>
            </a:r>
          </a:p>
        </p:txBody>
      </p:sp>
    </p:spTree>
    <p:extLst>
      <p:ext uri="{BB962C8B-B14F-4D97-AF65-F5344CB8AC3E}">
        <p14:creationId xmlns:p14="http://schemas.microsoft.com/office/powerpoint/2010/main" val="947780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C0A02229-4646-B39E-31BF-38DB7EEA1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195" y="793778"/>
            <a:ext cx="5002691" cy="489201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3E5B4A0-32B4-A6AE-6210-CF9464C8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Overview</a:t>
            </a:r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877468A-C6BD-DFB1-948A-75293497D502}"/>
              </a:ext>
            </a:extLst>
          </p:cNvPr>
          <p:cNvSpPr txBox="1"/>
          <p:nvPr/>
        </p:nvSpPr>
        <p:spPr>
          <a:xfrm>
            <a:off x="881839" y="2318685"/>
            <a:ext cx="4326467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More </a:t>
            </a:r>
            <a:r>
              <a:rPr lang="fr-FR" dirty="0" err="1"/>
              <a:t>realistic</a:t>
            </a:r>
            <a:r>
              <a:rPr lang="fr-FR" dirty="0"/>
              <a:t> application</a:t>
            </a:r>
            <a:br>
              <a:rPr lang="fr-FR" dirty="0"/>
            </a:br>
            <a:r>
              <a:rPr lang="fr-FR" dirty="0" err="1"/>
              <a:t>connected</a:t>
            </a:r>
            <a:r>
              <a:rPr lang="fr-FR" dirty="0"/>
              <a:t> to a DB</a:t>
            </a:r>
            <a:endParaRPr lang="en-GB" dirty="0"/>
          </a:p>
        </p:txBody>
      </p:sp>
      <p:sp>
        <p:nvSpPr>
          <p:cNvPr id="7" name="Oval 14">
            <a:extLst>
              <a:ext uri="{FF2B5EF4-FFF2-40B4-BE49-F238E27FC236}">
                <a16:creationId xmlns:a16="http://schemas.microsoft.com/office/drawing/2014/main" id="{4B5DD85E-1457-49FA-9F18-CA17878D5EC4}"/>
              </a:ext>
            </a:extLst>
          </p:cNvPr>
          <p:cNvSpPr/>
          <p:nvPr/>
        </p:nvSpPr>
        <p:spPr>
          <a:xfrm>
            <a:off x="5751513" y="1921075"/>
            <a:ext cx="5065713" cy="399712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29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BD2B66-1962-4E41-67D0-684AFBC63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2645"/>
            <a:ext cx="4715932" cy="1069446"/>
          </a:xfrm>
        </p:spPr>
        <p:txBody>
          <a:bodyPr/>
          <a:lstStyle/>
          <a:p>
            <a:r>
              <a:rPr lang="fr-FR" dirty="0"/>
              <a:t>Architecture</a:t>
            </a:r>
            <a:endParaRPr lang="en-GB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79764A9-B59E-4250-9EA5-23229BC394E4}"/>
              </a:ext>
            </a:extLst>
          </p:cNvPr>
          <p:cNvSpPr/>
          <p:nvPr/>
        </p:nvSpPr>
        <p:spPr>
          <a:xfrm>
            <a:off x="5952065" y="4265875"/>
            <a:ext cx="1735667" cy="844019"/>
          </a:xfrm>
          <a:prstGeom prst="roundRect">
            <a:avLst>
              <a:gd name="adj" fmla="val 3908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VM pool</a:t>
            </a:r>
            <a:br>
              <a:rPr lang="fr-FR" dirty="0"/>
            </a:br>
            <a:r>
              <a:rPr lang="fr-FR" i="1" dirty="0"/>
              <a:t>servers</a:t>
            </a:r>
            <a:endParaRPr lang="en-GB" i="1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5EB0816-DC51-D1D6-0E87-40F7A2DD0295}"/>
              </a:ext>
            </a:extLst>
          </p:cNvPr>
          <p:cNvSpPr/>
          <p:nvPr/>
        </p:nvSpPr>
        <p:spPr>
          <a:xfrm>
            <a:off x="5952063" y="5510472"/>
            <a:ext cx="1735667" cy="844019"/>
          </a:xfrm>
          <a:prstGeom prst="roundRect">
            <a:avLst>
              <a:gd name="adj" fmla="val 3908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Bucket</a:t>
            </a:r>
            <a:br>
              <a:rPr lang="fr-FR" dirty="0"/>
            </a:br>
            <a:r>
              <a:rPr lang="fr-FR" i="1" dirty="0"/>
              <a:t>site files</a:t>
            </a:r>
            <a:endParaRPr lang="en-GB" i="1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4C4BCE07-C0B1-F1A5-4B55-518F36E93EA6}"/>
              </a:ext>
            </a:extLst>
          </p:cNvPr>
          <p:cNvSpPr/>
          <p:nvPr/>
        </p:nvSpPr>
        <p:spPr>
          <a:xfrm>
            <a:off x="5952064" y="3021276"/>
            <a:ext cx="1735667" cy="844019"/>
          </a:xfrm>
          <a:prstGeom prst="roundRect">
            <a:avLst>
              <a:gd name="adj" fmla="val 3908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Load</a:t>
            </a:r>
            <a:r>
              <a:rPr lang="fr-FR" dirty="0"/>
              <a:t> Balancer</a:t>
            </a:r>
            <a:br>
              <a:rPr lang="fr-FR" dirty="0"/>
            </a:br>
            <a:r>
              <a:rPr lang="fr-FR" i="1" dirty="0"/>
              <a:t>dispatching</a:t>
            </a:r>
            <a:endParaRPr lang="en-GB" i="1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5538CDC1-9DE2-6AD5-C1C1-8FC0D295B161}"/>
              </a:ext>
            </a:extLst>
          </p:cNvPr>
          <p:cNvSpPr/>
          <p:nvPr/>
        </p:nvSpPr>
        <p:spPr>
          <a:xfrm>
            <a:off x="3437465" y="3021276"/>
            <a:ext cx="1735667" cy="844019"/>
          </a:xfrm>
          <a:prstGeom prst="roundRect">
            <a:avLst>
              <a:gd name="adj" fmla="val 3908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Security </a:t>
            </a:r>
            <a:r>
              <a:rPr lang="fr-FR" dirty="0" err="1"/>
              <a:t>list</a:t>
            </a:r>
            <a:br>
              <a:rPr lang="fr-FR" dirty="0"/>
            </a:br>
            <a:r>
              <a:rPr lang="fr-FR" i="1" dirty="0"/>
              <a:t>firewall</a:t>
            </a:r>
            <a:endParaRPr lang="en-GB" i="1" dirty="0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B40C791-4587-AE29-B844-ED428B62A30F}"/>
              </a:ext>
            </a:extLst>
          </p:cNvPr>
          <p:cNvSpPr/>
          <p:nvPr/>
        </p:nvSpPr>
        <p:spPr>
          <a:xfrm>
            <a:off x="8466665" y="1598880"/>
            <a:ext cx="1735667" cy="844019"/>
          </a:xfrm>
          <a:prstGeom prst="roundRect">
            <a:avLst>
              <a:gd name="adj" fmla="val 3908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Certificates</a:t>
            </a:r>
            <a:endParaRPr lang="en-GB" i="1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CB8E9A9-D79D-B583-9354-D47F8E4FC797}"/>
              </a:ext>
            </a:extLst>
          </p:cNvPr>
          <p:cNvSpPr/>
          <p:nvPr/>
        </p:nvSpPr>
        <p:spPr>
          <a:xfrm>
            <a:off x="5952064" y="1598880"/>
            <a:ext cx="1735667" cy="844019"/>
          </a:xfrm>
          <a:prstGeom prst="roundRect">
            <a:avLst>
              <a:gd name="adj" fmla="val 3908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API Gateway</a:t>
            </a:r>
            <a:br>
              <a:rPr lang="fr-FR" dirty="0"/>
            </a:br>
            <a:r>
              <a:rPr lang="fr-FR" i="1" dirty="0"/>
              <a:t>TLS </a:t>
            </a:r>
            <a:r>
              <a:rPr lang="fr-FR" i="1" dirty="0" err="1"/>
              <a:t>offload</a:t>
            </a:r>
            <a:endParaRPr lang="en-GB" i="1" dirty="0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09AC94C6-4807-5445-3AE1-DF0A49096EC1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819899" y="5109894"/>
            <a:ext cx="0" cy="4005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D2BAC57C-DDAE-0E6C-B4D8-AF08A34F58F7}"/>
              </a:ext>
            </a:extLst>
          </p:cNvPr>
          <p:cNvCxnSpPr>
            <a:cxnSpLocks/>
            <a:stCxn id="6" idx="2"/>
            <a:endCxn id="3" idx="0"/>
          </p:cNvCxnSpPr>
          <p:nvPr/>
        </p:nvCxnSpPr>
        <p:spPr>
          <a:xfrm>
            <a:off x="6819898" y="3865295"/>
            <a:ext cx="1" cy="4005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1627DC52-0B5C-2FDB-4C82-84380253F7BB}"/>
              </a:ext>
            </a:extLst>
          </p:cNvPr>
          <p:cNvCxnSpPr>
            <a:cxnSpLocks/>
          </p:cNvCxnSpPr>
          <p:nvPr/>
        </p:nvCxnSpPr>
        <p:spPr>
          <a:xfrm>
            <a:off x="7073898" y="5109892"/>
            <a:ext cx="1" cy="4005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0CC2B457-ADBC-AE5E-9612-A98E5335DA21}"/>
              </a:ext>
            </a:extLst>
          </p:cNvPr>
          <p:cNvCxnSpPr>
            <a:cxnSpLocks/>
          </p:cNvCxnSpPr>
          <p:nvPr/>
        </p:nvCxnSpPr>
        <p:spPr>
          <a:xfrm>
            <a:off x="6565898" y="5109892"/>
            <a:ext cx="1" cy="4005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3208FBB5-114A-2B14-6C7D-51C958E2292C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>
            <a:off x="6819898" y="2442899"/>
            <a:ext cx="0" cy="578377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que 22" descr="Utilisateurs contour">
            <a:extLst>
              <a:ext uri="{FF2B5EF4-FFF2-40B4-BE49-F238E27FC236}">
                <a16:creationId xmlns:a16="http://schemas.microsoft.com/office/drawing/2014/main" id="{07AF746B-5054-F478-E230-86AA41927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2697" y="204787"/>
            <a:ext cx="914400" cy="914400"/>
          </a:xfrm>
          <a:prstGeom prst="rect">
            <a:avLst/>
          </a:prstGeom>
        </p:spPr>
      </p:pic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AFA6DC59-66C8-FA9C-6101-46024F43D1BD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819898" y="948267"/>
            <a:ext cx="0" cy="650613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space réservé du contenu 2">
            <a:extLst>
              <a:ext uri="{FF2B5EF4-FFF2-40B4-BE49-F238E27FC236}">
                <a16:creationId xmlns:a16="http://schemas.microsoft.com/office/drawing/2014/main" id="{5FE5F3E9-3A87-6227-C8A0-EBD8326FF312}"/>
              </a:ext>
            </a:extLst>
          </p:cNvPr>
          <p:cNvSpPr txBox="1">
            <a:spLocks/>
          </p:cNvSpPr>
          <p:nvPr/>
        </p:nvSpPr>
        <p:spPr>
          <a:xfrm>
            <a:off x="6879164" y="1008611"/>
            <a:ext cx="1253065" cy="5111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i="1" dirty="0"/>
              <a:t>https</a:t>
            </a:r>
            <a:endParaRPr lang="en-GB" i="1" dirty="0"/>
          </a:p>
        </p:txBody>
      </p:sp>
      <p:sp>
        <p:nvSpPr>
          <p:cNvPr id="32" name="Espace réservé du contenu 2">
            <a:extLst>
              <a:ext uri="{FF2B5EF4-FFF2-40B4-BE49-F238E27FC236}">
                <a16:creationId xmlns:a16="http://schemas.microsoft.com/office/drawing/2014/main" id="{93ED363E-BA23-8753-A608-BFBAE48ACA76}"/>
              </a:ext>
            </a:extLst>
          </p:cNvPr>
          <p:cNvSpPr txBox="1">
            <a:spLocks/>
          </p:cNvSpPr>
          <p:nvPr/>
        </p:nvSpPr>
        <p:spPr>
          <a:xfrm>
            <a:off x="6879164" y="2422808"/>
            <a:ext cx="1253065" cy="5111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i="1" dirty="0"/>
              <a:t>http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24623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5804F-DD86-8D06-347A-7FD6D625F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6261E-5F4D-103E-8420-A264A18D2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Compute</a:t>
            </a:r>
            <a:r>
              <a:rPr lang="fr-FR" dirty="0"/>
              <a:t> part 1: </a:t>
            </a: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aN</a:t>
            </a:r>
            <a:r>
              <a:rPr lang="fr-FR" dirty="0"/>
              <a:t> Instance configuration</a:t>
            </a:r>
            <a:endParaRPr lang="en-GB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BA6F2355-C312-40EC-38E7-7384DEFA6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84868"/>
            <a:ext cx="7965830" cy="4724399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 err="1"/>
              <a:t>From</a:t>
            </a:r>
            <a:r>
              <a:rPr lang="fr-FR" dirty="0"/>
              <a:t> the hamburger menu</a:t>
            </a:r>
          </a:p>
          <a:p>
            <a:pPr lvl="1">
              <a:lnSpc>
                <a:spcPct val="150000"/>
              </a:lnSpc>
            </a:pPr>
            <a:r>
              <a:rPr lang="fr-FR" dirty="0" err="1"/>
              <a:t>Compute</a:t>
            </a:r>
            <a:r>
              <a:rPr lang="fr-FR" dirty="0"/>
              <a:t> / Instance configurations</a:t>
            </a:r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Use the </a:t>
            </a:r>
            <a:r>
              <a:rPr lang="fr-FR" dirty="0" err="1"/>
              <a:t>same</a:t>
            </a:r>
            <a:r>
              <a:rPr lang="fr-FR" dirty="0"/>
              <a:t> tags as </a:t>
            </a:r>
            <a:r>
              <a:rPr lang="fr-FR" dirty="0" err="1"/>
              <a:t>before</a:t>
            </a: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b="1" dirty="0" err="1"/>
              <a:t>We</a:t>
            </a:r>
            <a:r>
              <a:rPr lang="fr-FR" b="1" dirty="0"/>
              <a:t> </a:t>
            </a:r>
            <a:r>
              <a:rPr lang="fr-FR" b="1" dirty="0" err="1"/>
              <a:t>will</a:t>
            </a:r>
            <a:r>
              <a:rPr lang="fr-FR" b="1" dirty="0"/>
              <a:t> come </a:t>
            </a:r>
            <a:r>
              <a:rPr lang="fr-FR" b="1" dirty="0" err="1"/>
              <a:t>later</a:t>
            </a:r>
            <a:r>
              <a:rPr lang="fr-FR" b="1" dirty="0"/>
              <a:t> </a:t>
            </a:r>
            <a:r>
              <a:rPr lang="fr-FR" dirty="0"/>
              <a:t>on the init-script to start an http server on port 4444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DFBC36-6EAF-B342-25E0-E2D864665A83}"/>
              </a:ext>
            </a:extLst>
          </p:cNvPr>
          <p:cNvSpPr txBox="1">
            <a:spLocks/>
          </p:cNvSpPr>
          <p:nvPr/>
        </p:nvSpPr>
        <p:spPr>
          <a:xfrm>
            <a:off x="609602" y="911241"/>
            <a:ext cx="4907677" cy="5111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i="1" dirty="0" err="1"/>
              <a:t>We</a:t>
            </a:r>
            <a:r>
              <a:rPr lang="fr-FR" i="1" dirty="0"/>
              <a:t> setup the </a:t>
            </a:r>
            <a:r>
              <a:rPr lang="fr-FR" i="1" dirty="0" err="1"/>
              <a:t>way</a:t>
            </a:r>
            <a:r>
              <a:rPr lang="fr-FR" i="1" dirty="0"/>
              <a:t> to </a:t>
            </a:r>
            <a:r>
              <a:rPr lang="fr-FR" i="1" dirty="0" err="1"/>
              <a:t>create</a:t>
            </a:r>
            <a:r>
              <a:rPr lang="fr-FR" i="1" dirty="0"/>
              <a:t> </a:t>
            </a:r>
            <a:r>
              <a:rPr lang="fr-FR" i="1" dirty="0" err="1"/>
              <a:t>VMs</a:t>
            </a:r>
            <a:r>
              <a:rPr lang="fr-FR" i="1" dirty="0"/>
              <a:t> </a:t>
            </a:r>
            <a:r>
              <a:rPr lang="fr-FR" i="1" dirty="0" err="1"/>
              <a:t>dynamically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479578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439A4-FE8E-C874-5A2A-FCA331EF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B3DCF2-5A8C-B010-01E6-7A7750AD8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Compute</a:t>
            </a:r>
            <a:r>
              <a:rPr lang="fr-FR" dirty="0"/>
              <a:t> part 2: </a:t>
            </a: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aN</a:t>
            </a:r>
            <a:r>
              <a:rPr lang="fr-FR" dirty="0"/>
              <a:t> Instance POOL</a:t>
            </a:r>
            <a:endParaRPr lang="en-GB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CBDB0573-2DA7-62EA-668F-F23FC176C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84868"/>
            <a:ext cx="6587066" cy="4724399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 err="1"/>
              <a:t>From</a:t>
            </a:r>
            <a:r>
              <a:rPr lang="fr-FR" dirty="0"/>
              <a:t> the hamburger menu</a:t>
            </a:r>
          </a:p>
          <a:p>
            <a:pPr lvl="1">
              <a:lnSpc>
                <a:spcPct val="150000"/>
              </a:lnSpc>
            </a:pPr>
            <a:r>
              <a:rPr lang="fr-FR" dirty="0" err="1"/>
              <a:t>Compute</a:t>
            </a:r>
            <a:r>
              <a:rPr lang="fr-FR" dirty="0"/>
              <a:t> / Instance configurations</a:t>
            </a:r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 err="1"/>
              <a:t>During</a:t>
            </a:r>
            <a:r>
              <a:rPr lang="fr-FR" dirty="0"/>
              <a:t> the VNIC setup, select the </a:t>
            </a:r>
            <a:r>
              <a:rPr lang="fr-FR" dirty="0" err="1"/>
              <a:t>previous</a:t>
            </a:r>
            <a:r>
              <a:rPr lang="fr-FR" dirty="0"/>
              <a:t> VCN / </a:t>
            </a:r>
            <a:r>
              <a:rPr lang="fr-FR" dirty="0" err="1"/>
              <a:t>subnet</a:t>
            </a:r>
            <a:r>
              <a:rPr lang="fr-FR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2D2F2E-0FC6-F5A1-055D-08E54E1D0016}"/>
              </a:ext>
            </a:extLst>
          </p:cNvPr>
          <p:cNvSpPr txBox="1">
            <a:spLocks/>
          </p:cNvSpPr>
          <p:nvPr/>
        </p:nvSpPr>
        <p:spPr>
          <a:xfrm>
            <a:off x="609602" y="911241"/>
            <a:ext cx="4907677" cy="5111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i="1" dirty="0" err="1"/>
              <a:t>We</a:t>
            </a:r>
            <a:r>
              <a:rPr lang="fr-FR" i="1" dirty="0"/>
              <a:t> setup the </a:t>
            </a:r>
            <a:r>
              <a:rPr lang="fr-FR" i="1" dirty="0" err="1"/>
              <a:t>dynamic</a:t>
            </a:r>
            <a:r>
              <a:rPr lang="fr-FR" i="1" dirty="0"/>
              <a:t> pool of </a:t>
            </a:r>
            <a:r>
              <a:rPr lang="fr-FR" i="1" dirty="0" err="1"/>
              <a:t>VMs</a:t>
            </a:r>
            <a:r>
              <a:rPr lang="fr-FR" i="1" dirty="0"/>
              <a:t> to </a:t>
            </a:r>
            <a:r>
              <a:rPr lang="fr-FR" i="1" dirty="0" err="1"/>
              <a:t>scale</a:t>
            </a:r>
            <a:r>
              <a:rPr lang="fr-FR" i="1" dirty="0"/>
              <a:t> </a:t>
            </a:r>
            <a:r>
              <a:rPr lang="fr-FR" i="1" dirty="0" err="1"/>
              <a:t>horizontally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745630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8541C-353B-84AE-FABF-274875CC1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A11EB6-746F-C619-DC3F-2F5421214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Compute</a:t>
            </a:r>
            <a:r>
              <a:rPr lang="fr-FR" dirty="0"/>
              <a:t> part 3: </a:t>
            </a:r>
            <a:r>
              <a:rPr lang="fr-FR" dirty="0" err="1"/>
              <a:t>Attach</a:t>
            </a:r>
            <a:r>
              <a:rPr lang="fr-FR" dirty="0"/>
              <a:t> a </a:t>
            </a:r>
            <a:r>
              <a:rPr lang="fr-FR" dirty="0" err="1"/>
              <a:t>load</a:t>
            </a:r>
            <a:r>
              <a:rPr lang="fr-FR" dirty="0"/>
              <a:t> balancer</a:t>
            </a:r>
            <a:endParaRPr lang="en-GB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8EC06B0C-F2E2-B8A8-DD6C-C892CECE6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84868"/>
            <a:ext cx="6587066" cy="4724399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 err="1"/>
              <a:t>From</a:t>
            </a:r>
            <a:r>
              <a:rPr lang="fr-FR" dirty="0"/>
              <a:t> the hamburger menu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Networking / </a:t>
            </a:r>
            <a:r>
              <a:rPr lang="fr-FR" dirty="0" err="1"/>
              <a:t>Load</a:t>
            </a:r>
            <a:r>
              <a:rPr lang="fr-FR" dirty="0"/>
              <a:t> balancer</a:t>
            </a:r>
          </a:p>
          <a:p>
            <a:pPr>
              <a:lnSpc>
                <a:spcPct val="150000"/>
              </a:lnSpc>
            </a:pPr>
            <a:r>
              <a:rPr lang="fr-FR" dirty="0"/>
              <a:t>In the </a:t>
            </a:r>
            <a:r>
              <a:rPr lang="fr-FR" dirty="0" err="1"/>
              <a:t>listener</a:t>
            </a:r>
            <a:r>
              <a:rPr lang="fr-FR" dirty="0"/>
              <a:t> </a:t>
            </a:r>
            <a:r>
              <a:rPr lang="fr-FR" dirty="0" err="1"/>
              <a:t>details</a:t>
            </a:r>
            <a:r>
              <a:rPr lang="fr-FR" dirty="0"/>
              <a:t>, </a:t>
            </a:r>
            <a:r>
              <a:rPr lang="fr-FR" dirty="0" err="1"/>
              <a:t>choose</a:t>
            </a:r>
            <a:r>
              <a:rPr lang="fr-FR" dirty="0"/>
              <a:t> HTTP </a:t>
            </a:r>
            <a:r>
              <a:rPr lang="fr-FR" dirty="0" err="1"/>
              <a:t>instead</a:t>
            </a:r>
            <a:r>
              <a:rPr lang="fr-FR" dirty="0"/>
              <a:t> of HTTPS</a:t>
            </a:r>
          </a:p>
          <a:p>
            <a:pPr>
              <a:lnSpc>
                <a:spcPct val="150000"/>
              </a:lnSpc>
            </a:pPr>
            <a:r>
              <a:rPr lang="fr-FR" dirty="0" err="1"/>
              <a:t>Wait</a:t>
            </a:r>
            <a:r>
              <a:rPr lang="fr-FR" dirty="0"/>
              <a:t> for the </a:t>
            </a:r>
            <a:r>
              <a:rPr lang="fr-FR" dirty="0" err="1"/>
              <a:t>creation</a:t>
            </a: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Back to the instance pool, in the </a:t>
            </a:r>
            <a:r>
              <a:rPr lang="fr-FR" dirty="0" err="1"/>
              <a:t>resources</a:t>
            </a:r>
            <a:r>
              <a:rPr lang="fr-FR" dirty="0"/>
              <a:t> </a:t>
            </a:r>
            <a:r>
              <a:rPr lang="fr-FR" dirty="0" err="1"/>
              <a:t>choose</a:t>
            </a:r>
            <a:r>
              <a:rPr lang="fr-FR" dirty="0"/>
              <a:t> </a:t>
            </a:r>
            <a:r>
              <a:rPr lang="fr-FR" dirty="0" err="1"/>
              <a:t>Load</a:t>
            </a:r>
            <a:r>
              <a:rPr lang="fr-FR" dirty="0"/>
              <a:t> </a:t>
            </a:r>
            <a:r>
              <a:rPr lang="fr-FR" dirty="0" err="1"/>
              <a:t>balancers</a:t>
            </a:r>
            <a:endParaRPr lang="fr-FR" dirty="0"/>
          </a:p>
          <a:p>
            <a:pPr>
              <a:lnSpc>
                <a:spcPct val="150000"/>
              </a:lnSpc>
            </a:pPr>
            <a:r>
              <a:rPr lang="fr-FR" dirty="0" err="1"/>
              <a:t>Attach</a:t>
            </a:r>
            <a:r>
              <a:rPr lang="fr-FR" dirty="0"/>
              <a:t> the </a:t>
            </a:r>
            <a:r>
              <a:rPr lang="fr-FR" dirty="0" err="1"/>
              <a:t>load</a:t>
            </a:r>
            <a:r>
              <a:rPr lang="fr-FR" dirty="0"/>
              <a:t> balancer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just</a:t>
            </a:r>
            <a:r>
              <a:rPr lang="fr-FR" dirty="0"/>
              <a:t> </a:t>
            </a:r>
            <a:r>
              <a:rPr lang="fr-FR" dirty="0" err="1"/>
              <a:t>created</a:t>
            </a:r>
            <a:endParaRPr lang="fr-FR" dirty="0"/>
          </a:p>
          <a:p>
            <a:pPr lvl="1">
              <a:lnSpc>
                <a:spcPct val="150000"/>
              </a:lnSpc>
            </a:pPr>
            <a:r>
              <a:rPr lang="fr-FR" dirty="0"/>
              <a:t>select the port 4444 on the </a:t>
            </a:r>
            <a:r>
              <a:rPr lang="fr-FR" dirty="0" err="1"/>
              <a:t>VMs</a:t>
            </a:r>
            <a:r>
              <a:rPr lang="fr-FR" dirty="0"/>
              <a:t> of the pool</a:t>
            </a:r>
          </a:p>
          <a:p>
            <a:pPr marL="0" indent="0">
              <a:lnSpc>
                <a:spcPct val="150000"/>
              </a:lnSpc>
              <a:buNone/>
            </a:pP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D9BC15-D3E1-BB84-5846-0E1CFD6E4FE7}"/>
              </a:ext>
            </a:extLst>
          </p:cNvPr>
          <p:cNvSpPr txBox="1">
            <a:spLocks/>
          </p:cNvSpPr>
          <p:nvPr/>
        </p:nvSpPr>
        <p:spPr>
          <a:xfrm>
            <a:off x="609602" y="911241"/>
            <a:ext cx="4907677" cy="5111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i="1" dirty="0" err="1"/>
              <a:t>We</a:t>
            </a:r>
            <a:r>
              <a:rPr lang="fr-FR" i="1" dirty="0"/>
              <a:t> setup the dispatcher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67678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3CDB6-F6C2-4E91-DB6A-3E501B3B8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6B650D-CD52-D087-C62C-A9EF2023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2645"/>
            <a:ext cx="11184466" cy="1069446"/>
          </a:xfrm>
        </p:spPr>
        <p:txBody>
          <a:bodyPr>
            <a:normAutofit fontScale="90000"/>
          </a:bodyPr>
          <a:lstStyle/>
          <a:p>
            <a:r>
              <a:rPr lang="fr-FR" dirty="0"/>
              <a:t>Frontal part 1: </a:t>
            </a:r>
            <a:r>
              <a:rPr lang="fr-FR" dirty="0" err="1"/>
              <a:t>Create</a:t>
            </a:r>
            <a:r>
              <a:rPr lang="fr-FR" dirty="0"/>
              <a:t> an API </a:t>
            </a:r>
            <a:r>
              <a:rPr lang="fr-FR" dirty="0" err="1"/>
              <a:t>gateway</a:t>
            </a:r>
            <a:r>
              <a:rPr lang="fr-FR" dirty="0"/>
              <a:t> for the TLS </a:t>
            </a:r>
            <a:r>
              <a:rPr lang="fr-FR" dirty="0" err="1"/>
              <a:t>offload</a:t>
            </a:r>
            <a:endParaRPr lang="en-GB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9D654AE8-5479-A60E-9C5F-0E2FA5760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617134"/>
            <a:ext cx="6587066" cy="4724399"/>
          </a:xfrm>
        </p:spPr>
        <p:txBody>
          <a:bodyPr anchor="t"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fr-FR" dirty="0" err="1"/>
              <a:t>From</a:t>
            </a:r>
            <a:r>
              <a:rPr lang="fr-FR" dirty="0"/>
              <a:t> the hamburger menu</a:t>
            </a:r>
          </a:p>
          <a:p>
            <a:pPr lvl="1">
              <a:lnSpc>
                <a:spcPct val="150000"/>
              </a:lnSpc>
            </a:pPr>
            <a:r>
              <a:rPr lang="fr-FR" dirty="0" err="1"/>
              <a:t>Developer</a:t>
            </a:r>
            <a:r>
              <a:rPr lang="fr-FR" dirty="0"/>
              <a:t> services / API Management / </a:t>
            </a:r>
            <a:r>
              <a:rPr lang="fr-FR" dirty="0" err="1"/>
              <a:t>Gateways</a:t>
            </a: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Use the </a:t>
            </a:r>
            <a:r>
              <a:rPr lang="fr-FR" dirty="0" err="1"/>
              <a:t>same</a:t>
            </a:r>
            <a:r>
              <a:rPr lang="fr-FR" dirty="0"/>
              <a:t> tags as </a:t>
            </a:r>
            <a:r>
              <a:rPr lang="fr-FR" dirty="0" err="1"/>
              <a:t>before</a:t>
            </a: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Set </a:t>
            </a:r>
            <a:r>
              <a:rPr lang="fr-FR" dirty="0" err="1"/>
              <a:t>it</a:t>
            </a:r>
            <a:r>
              <a:rPr lang="fr-FR" dirty="0"/>
              <a:t> as public</a:t>
            </a:r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Use </a:t>
            </a:r>
            <a:r>
              <a:rPr lang="fr-FR" dirty="0" err="1"/>
              <a:t>either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VCN / </a:t>
            </a:r>
            <a:r>
              <a:rPr lang="fr-FR" dirty="0" err="1"/>
              <a:t>subnet</a:t>
            </a: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Use the default </a:t>
            </a:r>
            <a:r>
              <a:rPr lang="fr-FR" dirty="0" err="1"/>
              <a:t>certificate</a:t>
            </a:r>
            <a:r>
              <a:rPr lang="fr-FR" dirty="0"/>
              <a:t> options to let oracle manage </a:t>
            </a:r>
            <a:r>
              <a:rPr lang="fr-FR" dirty="0" err="1"/>
              <a:t>them</a:t>
            </a:r>
            <a:endParaRPr lang="en-GB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5A939F6-FB6F-4D99-4430-0DABFFFAB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794" y="995911"/>
            <a:ext cx="5299948" cy="2814089"/>
          </a:xfrm>
          <a:prstGeom prst="roundRect">
            <a:avLst>
              <a:gd name="adj" fmla="val 3027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B4CBE5-CDF9-464E-E32F-7B567DB2235E}"/>
              </a:ext>
            </a:extLst>
          </p:cNvPr>
          <p:cNvSpPr txBox="1">
            <a:spLocks/>
          </p:cNvSpPr>
          <p:nvPr/>
        </p:nvSpPr>
        <p:spPr>
          <a:xfrm>
            <a:off x="609602" y="911241"/>
            <a:ext cx="4907677" cy="5111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i="1" dirty="0" err="1"/>
              <a:t>We</a:t>
            </a:r>
            <a:r>
              <a:rPr lang="fr-FR" i="1" dirty="0"/>
              <a:t> </a:t>
            </a:r>
            <a:r>
              <a:rPr lang="fr-FR" i="1" dirty="0" err="1"/>
              <a:t>create</a:t>
            </a:r>
            <a:r>
              <a:rPr lang="fr-FR" i="1" dirty="0"/>
              <a:t> the frontal service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916568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04153-0DD4-548C-6B24-84C4ED26A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742C46-C741-6D5E-CB15-FB438CF82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2645"/>
            <a:ext cx="11184466" cy="1069446"/>
          </a:xfrm>
        </p:spPr>
        <p:txBody>
          <a:bodyPr>
            <a:normAutofit/>
          </a:bodyPr>
          <a:lstStyle/>
          <a:p>
            <a:r>
              <a:rPr lang="fr-FR" dirty="0"/>
              <a:t>Frontal part 2: </a:t>
            </a:r>
            <a:r>
              <a:rPr lang="fr-FR" dirty="0" err="1"/>
              <a:t>Connect</a:t>
            </a:r>
            <a:r>
              <a:rPr lang="fr-FR" dirty="0"/>
              <a:t> the API </a:t>
            </a:r>
            <a:r>
              <a:rPr lang="fr-FR" dirty="0" err="1"/>
              <a:t>gateway</a:t>
            </a:r>
            <a:r>
              <a:rPr lang="fr-FR" dirty="0"/>
              <a:t> to the LB</a:t>
            </a:r>
            <a:endParaRPr lang="en-GB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3CC5FB84-1E2E-9224-F950-C70A03F21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2336283"/>
            <a:ext cx="6587066" cy="4005250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Route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request</a:t>
            </a:r>
            <a:r>
              <a:rPr lang="fr-FR" dirty="0"/>
              <a:t> </a:t>
            </a:r>
            <a:r>
              <a:rPr lang="fr-FR" dirty="0" err="1"/>
              <a:t>reaching</a:t>
            </a:r>
            <a:r>
              <a:rPr lang="fr-FR" dirty="0"/>
              <a:t> the </a:t>
            </a:r>
            <a:r>
              <a:rPr lang="fr-FR" dirty="0" err="1"/>
              <a:t>gateway</a:t>
            </a:r>
            <a:r>
              <a:rPr lang="fr-FR" dirty="0"/>
              <a:t> to the </a:t>
            </a:r>
            <a:r>
              <a:rPr lang="fr-FR" dirty="0" err="1"/>
              <a:t>load</a:t>
            </a:r>
            <a:r>
              <a:rPr lang="fr-FR" dirty="0"/>
              <a:t> balancer</a:t>
            </a:r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Route </a:t>
            </a:r>
            <a:r>
              <a:rPr lang="fr-FR" dirty="0" err="1"/>
              <a:t>them</a:t>
            </a:r>
            <a:r>
              <a:rPr lang="fr-FR" dirty="0"/>
              <a:t> as http </a:t>
            </a:r>
            <a:r>
              <a:rPr lang="fr-FR" dirty="0" err="1"/>
              <a:t>traffic</a:t>
            </a: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Update the </a:t>
            </a:r>
            <a:r>
              <a:rPr lang="fr-FR" dirty="0" err="1"/>
              <a:t>security</a:t>
            </a:r>
            <a:r>
              <a:rPr lang="fr-FR" dirty="0"/>
              <a:t> </a:t>
            </a:r>
            <a:r>
              <a:rPr lang="fr-FR" dirty="0" err="1"/>
              <a:t>list</a:t>
            </a:r>
            <a:r>
              <a:rPr lang="fr-FR" dirty="0"/>
              <a:t> to let http </a:t>
            </a:r>
            <a:r>
              <a:rPr lang="fr-FR" dirty="0" err="1"/>
              <a:t>traffic</a:t>
            </a:r>
            <a:r>
              <a:rPr lang="fr-FR" dirty="0"/>
              <a:t> </a:t>
            </a:r>
            <a:r>
              <a:rPr lang="fr-FR" dirty="0" err="1"/>
              <a:t>reaching</a:t>
            </a:r>
            <a:r>
              <a:rPr lang="fr-FR" dirty="0"/>
              <a:t> the LB</a:t>
            </a:r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46AFC5-29D7-ACD6-D688-CAD41B6A47E6}"/>
              </a:ext>
            </a:extLst>
          </p:cNvPr>
          <p:cNvSpPr txBox="1">
            <a:spLocks/>
          </p:cNvSpPr>
          <p:nvPr/>
        </p:nvSpPr>
        <p:spPr>
          <a:xfrm>
            <a:off x="609602" y="911241"/>
            <a:ext cx="4907677" cy="5111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i="1" dirty="0" err="1"/>
              <a:t>We</a:t>
            </a:r>
            <a:r>
              <a:rPr lang="fr-FR" i="1" dirty="0"/>
              <a:t> configure </a:t>
            </a:r>
            <a:r>
              <a:rPr lang="fr-FR" i="1" dirty="0" err="1"/>
              <a:t>it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653182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422C5-C968-2FD1-671E-B19AB062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26F559-66AD-21D2-C7DD-CC6B2C7BC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2645"/>
            <a:ext cx="11184466" cy="1069446"/>
          </a:xfrm>
        </p:spPr>
        <p:txBody>
          <a:bodyPr>
            <a:normAutofit/>
          </a:bodyPr>
          <a:lstStyle/>
          <a:p>
            <a:r>
              <a:rPr lang="fr-FR" dirty="0"/>
              <a:t>End-to-end </a:t>
            </a:r>
            <a:r>
              <a:rPr lang="fr-FR" dirty="0" err="1"/>
              <a:t>testing</a:t>
            </a:r>
            <a:endParaRPr lang="en-GB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C2350348-A5BF-ED48-4776-A359225EC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617134"/>
            <a:ext cx="6587066" cy="4724399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 err="1"/>
              <a:t>Either</a:t>
            </a:r>
            <a:r>
              <a:rPr lang="fr-FR" dirty="0"/>
              <a:t> </a:t>
            </a:r>
            <a:r>
              <a:rPr lang="fr-FR" dirty="0" err="1"/>
              <a:t>connect</a:t>
            </a:r>
            <a:r>
              <a:rPr lang="fr-FR" dirty="0"/>
              <a:t> to the instance via SSH and start the http server (like </a:t>
            </a:r>
            <a:r>
              <a:rPr lang="fr-FR" dirty="0" err="1"/>
              <a:t>during</a:t>
            </a:r>
            <a:r>
              <a:rPr lang="fr-FR" dirty="0"/>
              <a:t> the </a:t>
            </a:r>
            <a:r>
              <a:rPr lang="fr-FR" dirty="0" err="1"/>
              <a:t>compute</a:t>
            </a:r>
            <a:r>
              <a:rPr lang="fr-FR" dirty="0"/>
              <a:t> TP)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/>
              <a:t>OR	</a:t>
            </a:r>
          </a:p>
          <a:p>
            <a:pPr>
              <a:lnSpc>
                <a:spcPct val="150000"/>
              </a:lnSpc>
            </a:pPr>
            <a:r>
              <a:rPr lang="fr-FR" dirty="0" err="1"/>
              <a:t>make</a:t>
            </a:r>
            <a:r>
              <a:rPr lang="fr-FR" dirty="0"/>
              <a:t> a cloud-init script to do </a:t>
            </a:r>
            <a:r>
              <a:rPr lang="fr-FR" dirty="0" err="1"/>
              <a:t>it</a:t>
            </a: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Once the servers are up, </a:t>
            </a:r>
            <a:r>
              <a:rPr lang="fr-FR" dirty="0" err="1"/>
              <a:t>try</a:t>
            </a:r>
            <a:r>
              <a:rPr lang="fr-FR" dirty="0"/>
              <a:t> to </a:t>
            </a:r>
            <a:r>
              <a:rPr lang="fr-FR" dirty="0" err="1"/>
              <a:t>perform</a:t>
            </a:r>
            <a:r>
              <a:rPr lang="fr-FR" dirty="0"/>
              <a:t> e2e </a:t>
            </a:r>
            <a:r>
              <a:rPr lang="fr-FR" dirty="0" err="1"/>
              <a:t>testing</a:t>
            </a:r>
            <a:r>
              <a:rPr lang="fr-FR" dirty="0"/>
              <a:t> and </a:t>
            </a:r>
            <a:r>
              <a:rPr lang="fr-FR" dirty="0" err="1"/>
              <a:t>debug</a:t>
            </a: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CDEC84-DF9F-7FAB-16D7-9D0106D1A9B1}"/>
              </a:ext>
            </a:extLst>
          </p:cNvPr>
          <p:cNvSpPr txBox="1">
            <a:spLocks/>
          </p:cNvSpPr>
          <p:nvPr/>
        </p:nvSpPr>
        <p:spPr>
          <a:xfrm>
            <a:off x="609602" y="911241"/>
            <a:ext cx="8628183" cy="5111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i="1" dirty="0"/>
              <a:t>Time to start a server </a:t>
            </a:r>
            <a:r>
              <a:rPr lang="fr-FR" i="1" dirty="0" err="1"/>
              <a:t>listening</a:t>
            </a:r>
            <a:r>
              <a:rPr lang="fr-FR" i="1" dirty="0"/>
              <a:t> on the port 4444 on the </a:t>
            </a:r>
            <a:r>
              <a:rPr lang="fr-FR" i="1" dirty="0" err="1"/>
              <a:t>VMs</a:t>
            </a:r>
            <a:r>
              <a:rPr lang="fr-FR" i="1" dirty="0"/>
              <a:t> 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3433363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FA644-AFFD-6985-DD47-79E1C7823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C09AC6-A11B-82D9-1816-36E507A1F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2645"/>
            <a:ext cx="11184466" cy="1069446"/>
          </a:xfrm>
        </p:spPr>
        <p:txBody>
          <a:bodyPr>
            <a:normAutofit/>
          </a:bodyPr>
          <a:lstStyle/>
          <a:p>
            <a:r>
              <a:rPr lang="fr-FR" dirty="0" err="1"/>
              <a:t>Elasticity</a:t>
            </a:r>
            <a:endParaRPr lang="en-GB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6E3CFE24-3A7D-C6A0-27A4-D06B2228B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617134"/>
            <a:ext cx="6587066" cy="4724399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Back to the Instances pool,</a:t>
            </a:r>
          </a:p>
          <a:p>
            <a:pPr>
              <a:lnSpc>
                <a:spcPct val="150000"/>
              </a:lnSpc>
            </a:pPr>
            <a:r>
              <a:rPr lang="fr-FR" dirty="0"/>
              <a:t>Under the menu « More actions », 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select </a:t>
            </a: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autoscaling</a:t>
            </a:r>
            <a:r>
              <a:rPr lang="fr-FR" dirty="0"/>
              <a:t> configuration</a:t>
            </a:r>
          </a:p>
          <a:p>
            <a:pPr lvl="1"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 err="1"/>
              <a:t>Implement</a:t>
            </a:r>
            <a:r>
              <a:rPr lang="fr-FR" dirty="0"/>
              <a:t> the </a:t>
            </a:r>
            <a:r>
              <a:rPr lang="fr-FR" dirty="0" err="1"/>
              <a:t>rules</a:t>
            </a:r>
            <a:r>
              <a:rPr lang="fr-FR" dirty="0"/>
              <a:t>:</a:t>
            </a:r>
          </a:p>
          <a:p>
            <a:pPr lvl="1">
              <a:lnSpc>
                <a:spcPct val="150000"/>
              </a:lnSpc>
            </a:pPr>
            <a:r>
              <a:rPr lang="fr-FR" dirty="0" err="1"/>
              <a:t>Scale</a:t>
            </a:r>
            <a:r>
              <a:rPr lang="fr-FR" dirty="0"/>
              <a:t> up </a:t>
            </a:r>
            <a:r>
              <a:rPr lang="fr-FR" dirty="0" err="1"/>
              <a:t>when</a:t>
            </a:r>
            <a:r>
              <a:rPr lang="fr-FR" dirty="0"/>
              <a:t> the </a:t>
            </a:r>
            <a:r>
              <a:rPr lang="fr-FR" dirty="0" err="1"/>
              <a:t>load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above</a:t>
            </a:r>
            <a:r>
              <a:rPr lang="fr-FR" dirty="0"/>
              <a:t> 90%</a:t>
            </a:r>
          </a:p>
          <a:p>
            <a:pPr lvl="1">
              <a:lnSpc>
                <a:spcPct val="150000"/>
              </a:lnSpc>
            </a:pPr>
            <a:r>
              <a:rPr lang="fr-FR" dirty="0" err="1"/>
              <a:t>Scale</a:t>
            </a:r>
            <a:r>
              <a:rPr lang="fr-FR" dirty="0"/>
              <a:t> down </a:t>
            </a:r>
            <a:r>
              <a:rPr lang="fr-FR" dirty="0" err="1"/>
              <a:t>when</a:t>
            </a:r>
            <a:r>
              <a:rPr lang="fr-FR" dirty="0"/>
              <a:t> the </a:t>
            </a:r>
            <a:r>
              <a:rPr lang="fr-FR" dirty="0" err="1"/>
              <a:t>load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below</a:t>
            </a:r>
            <a:r>
              <a:rPr lang="fr-FR" dirty="0"/>
              <a:t> 70%</a:t>
            </a:r>
          </a:p>
          <a:p>
            <a:pPr lvl="1">
              <a:lnSpc>
                <a:spcPct val="150000"/>
              </a:lnSpc>
            </a:pPr>
            <a:r>
              <a:rPr lang="fr-FR" dirty="0" err="1"/>
              <a:t>Keep</a:t>
            </a:r>
            <a:r>
              <a:rPr lang="fr-FR" dirty="0"/>
              <a:t> at least 1 instance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Have max 5 instances</a:t>
            </a:r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EF328B-C744-314F-788A-80C4C74D1AC5}"/>
              </a:ext>
            </a:extLst>
          </p:cNvPr>
          <p:cNvSpPr txBox="1">
            <a:spLocks/>
          </p:cNvSpPr>
          <p:nvPr/>
        </p:nvSpPr>
        <p:spPr>
          <a:xfrm>
            <a:off x="609602" y="911241"/>
            <a:ext cx="8628183" cy="5111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i="1" dirty="0"/>
              <a:t>Let the pool </a:t>
            </a:r>
            <a:r>
              <a:rPr lang="fr-FR" i="1" dirty="0" err="1"/>
              <a:t>dynamically</a:t>
            </a:r>
            <a:r>
              <a:rPr lang="fr-FR" i="1" dirty="0"/>
              <a:t> start &amp; stop instances</a:t>
            </a:r>
            <a:endParaRPr lang="en-GB" i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3CAB3ED-6ABA-27D6-7CC2-17B4287DD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335" y="308724"/>
            <a:ext cx="5147465" cy="3333245"/>
          </a:xfrm>
          <a:prstGeom prst="roundRect">
            <a:avLst>
              <a:gd name="adj" fmla="val 3027"/>
            </a:avLst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0711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C79C9-2D38-BA63-EE78-9C082DDE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09CF36-8675-3C47-9B30-1F28E2BD6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2645"/>
            <a:ext cx="11184466" cy="1069446"/>
          </a:xfrm>
        </p:spPr>
        <p:txBody>
          <a:bodyPr>
            <a:normAutofit/>
          </a:bodyPr>
          <a:lstStyle/>
          <a:p>
            <a:r>
              <a:rPr lang="fr-FR" dirty="0" err="1"/>
              <a:t>testing</a:t>
            </a:r>
            <a:r>
              <a:rPr lang="fr-FR" dirty="0"/>
              <a:t> the </a:t>
            </a:r>
            <a:r>
              <a:rPr lang="fr-FR" dirty="0" err="1"/>
              <a:t>elasticity</a:t>
            </a:r>
            <a:endParaRPr lang="en-GB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B37BC2EA-137E-9ED1-1F1A-7EA000163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617134"/>
            <a:ext cx="6587066" cy="4724399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to use a </a:t>
            </a:r>
            <a:r>
              <a:rPr lang="fr-FR" dirty="0" err="1"/>
              <a:t>tool</a:t>
            </a:r>
            <a:r>
              <a:rPr lang="fr-FR" dirty="0"/>
              <a:t> / script to </a:t>
            </a:r>
            <a:r>
              <a:rPr lang="fr-FR" dirty="0" err="1"/>
              <a:t>send</a:t>
            </a:r>
            <a:r>
              <a:rPr lang="fr-FR" dirty="0"/>
              <a:t> a large 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requests</a:t>
            </a:r>
            <a:r>
              <a:rPr lang="fr-FR" dirty="0"/>
              <a:t> to </a:t>
            </a:r>
            <a:r>
              <a:rPr lang="fr-FR" dirty="0" err="1"/>
              <a:t>our</a:t>
            </a:r>
            <a:r>
              <a:rPr lang="fr-FR" dirty="0"/>
              <a:t> url.</a:t>
            </a:r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r>
              <a:rPr lang="fr-FR" dirty="0"/>
              <a:t>This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achieved</a:t>
            </a:r>
            <a:r>
              <a:rPr lang="fr-FR" dirty="0"/>
              <a:t> in JS like </a:t>
            </a:r>
            <a:r>
              <a:rPr lang="fr-FR" dirty="0" err="1"/>
              <a:t>so</a:t>
            </a:r>
            <a:r>
              <a:rPr lang="fr-FR" dirty="0"/>
              <a:t>:</a:t>
            </a:r>
          </a:p>
          <a:p>
            <a:pPr lvl="1">
              <a:lnSpc>
                <a:spcPct val="150000"/>
              </a:lnSpc>
            </a:pPr>
            <a:r>
              <a:rPr lang="fr-FR" dirty="0" err="1">
                <a:latin typeface="Consolas" panose="020B0609020204030204" pitchFamily="49" charset="0"/>
              </a:rPr>
              <a:t>setInterval</a:t>
            </a:r>
            <a:r>
              <a:rPr lang="fr-FR" dirty="0">
                <a:latin typeface="Consolas" panose="020B0609020204030204" pitchFamily="49" charset="0"/>
              </a:rPr>
              <a:t>(</a:t>
            </a:r>
            <a:r>
              <a:rPr lang="fr-FR" dirty="0" err="1">
                <a:latin typeface="Consolas" panose="020B0609020204030204" pitchFamily="49" charset="0"/>
              </a:rPr>
              <a:t>fetch</a:t>
            </a:r>
            <a:r>
              <a:rPr lang="fr-FR" dirty="0">
                <a:latin typeface="Consolas" panose="020B0609020204030204" pitchFamily="49" charset="0"/>
              </a:rPr>
              <a:t>(url), 100)</a:t>
            </a:r>
          </a:p>
          <a:p>
            <a:pPr>
              <a:lnSpc>
                <a:spcPct val="150000"/>
              </a:lnSpc>
            </a:pPr>
            <a:endParaRPr lang="fr-FR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dirty="0"/>
              <a:t>Observe the </a:t>
            </a:r>
            <a:r>
              <a:rPr lang="fr-FR" dirty="0" err="1"/>
              <a:t>metrics</a:t>
            </a:r>
            <a:r>
              <a:rPr lang="fr-FR" dirty="0"/>
              <a:t> and </a:t>
            </a:r>
            <a:r>
              <a:rPr lang="fr-FR" dirty="0" err="1"/>
              <a:t>adjust</a:t>
            </a:r>
            <a:r>
              <a:rPr lang="fr-FR" dirty="0"/>
              <a:t> the </a:t>
            </a:r>
            <a:r>
              <a:rPr lang="fr-FR" dirty="0" err="1"/>
              <a:t>throughput</a:t>
            </a:r>
            <a:r>
              <a:rPr lang="fr-FR" dirty="0"/>
              <a:t> to trigger </a:t>
            </a:r>
            <a:r>
              <a:rPr lang="fr-FR" dirty="0" err="1"/>
              <a:t>scaling</a:t>
            </a: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6962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48A7C-8CC7-CA1A-BECD-461E6543F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D2C0EE-BBB9-5B5B-23DD-4C520489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2645"/>
            <a:ext cx="11184466" cy="1069446"/>
          </a:xfrm>
        </p:spPr>
        <p:txBody>
          <a:bodyPr>
            <a:normAutofit/>
          </a:bodyPr>
          <a:lstStyle/>
          <a:p>
            <a:r>
              <a:rPr lang="fr-FR" dirty="0"/>
              <a:t>Serve files </a:t>
            </a:r>
            <a:r>
              <a:rPr lang="fr-FR" dirty="0" err="1"/>
              <a:t>stored</a:t>
            </a:r>
            <a:r>
              <a:rPr lang="fr-FR" dirty="0"/>
              <a:t> in a </a:t>
            </a:r>
            <a:r>
              <a:rPr lang="fr-FR" dirty="0" err="1"/>
              <a:t>bucket</a:t>
            </a:r>
            <a:endParaRPr lang="en-GB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F1FF7F8E-5334-D2D3-70BF-DE871E080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617134"/>
            <a:ext cx="6587066" cy="4724399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 err="1"/>
              <a:t>Reuse</a:t>
            </a:r>
            <a:r>
              <a:rPr lang="fr-FR" dirty="0"/>
              <a:t> the </a:t>
            </a:r>
            <a:r>
              <a:rPr lang="fr-FR" dirty="0" err="1"/>
              <a:t>bucket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static</a:t>
            </a:r>
            <a:r>
              <a:rPr lang="fr-FR" dirty="0"/>
              <a:t> </a:t>
            </a:r>
            <a:r>
              <a:rPr lang="fr-FR" dirty="0" err="1"/>
              <a:t>website</a:t>
            </a:r>
            <a:r>
              <a:rPr lang="fr-FR" dirty="0"/>
              <a:t> files</a:t>
            </a:r>
          </a:p>
          <a:p>
            <a:pPr>
              <a:lnSpc>
                <a:spcPct val="150000"/>
              </a:lnSpc>
            </a:pPr>
            <a:r>
              <a:rPr lang="fr-FR" dirty="0"/>
              <a:t>Proxy the </a:t>
            </a:r>
            <a:r>
              <a:rPr lang="fr-FR" dirty="0" err="1"/>
              <a:t>requests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/ to the </a:t>
            </a:r>
            <a:r>
              <a:rPr lang="fr-FR" dirty="0" err="1"/>
              <a:t>object</a:t>
            </a:r>
            <a:r>
              <a:rPr lang="fr-FR" dirty="0"/>
              <a:t> index.html url the </a:t>
            </a:r>
            <a:r>
              <a:rPr lang="fr-FR" dirty="0" err="1"/>
              <a:t>bucket</a:t>
            </a:r>
            <a:r>
              <a:rPr lang="fr-FR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endParaRPr lang="fr-FR" dirty="0"/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28131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CABE38-29FB-4F79-9C60-5DFC98D6F98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712DCCE-3E49-4233-A17D-698880E0FE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CDB0B2-2764-4033-B3C3-B675F45D8E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ef32d-54dd-4f3d-88f4-5252b60136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3231</TotalTime>
  <Words>477</Words>
  <Application>Microsoft Office PowerPoint</Application>
  <PresentationFormat>Grand écran</PresentationFormat>
  <Paragraphs>87</Paragraphs>
  <Slides>12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Celestial</vt:lpstr>
      <vt:lpstr>Cloud Engineering</vt:lpstr>
      <vt:lpstr>Overview</vt:lpstr>
      <vt:lpstr>Architecture</vt:lpstr>
      <vt:lpstr>Compute part 1: Create aN Instance configuration</vt:lpstr>
      <vt:lpstr>Compute part 2: Create aN Instance POOL</vt:lpstr>
      <vt:lpstr>Compute part 3: Attach a load balancer</vt:lpstr>
      <vt:lpstr>Frontal part 1: Create an API gateway for the TLS offload</vt:lpstr>
      <vt:lpstr>Frontal part 2: Connect the API gateway to the LB</vt:lpstr>
      <vt:lpstr>End-to-end testing</vt:lpstr>
      <vt:lpstr>Elasticity</vt:lpstr>
      <vt:lpstr>testing the elasticity</vt:lpstr>
      <vt:lpstr>Serve files stored in a bucket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</dc:title>
  <dc:creator>Georges MATHIO</dc:creator>
  <cp:lastModifiedBy>Georges MATHIO</cp:lastModifiedBy>
  <cp:revision>28</cp:revision>
  <dcterms:created xsi:type="dcterms:W3CDTF">2023-10-26T12:54:23Z</dcterms:created>
  <dcterms:modified xsi:type="dcterms:W3CDTF">2024-12-12T19:39:13Z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  <property fmtid="{D5CDD505-2E9C-101B-9397-08002B2CF9AE}" pid="3" name="Order">
    <vt:r8>26200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