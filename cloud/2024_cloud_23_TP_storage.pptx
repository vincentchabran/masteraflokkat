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278" r:id="rId5"/>
    <p:sldId id="279" r:id="rId6"/>
    <p:sldId id="285" r:id="rId7"/>
    <p:sldId id="287" r:id="rId8"/>
    <p:sldId id="284" r:id="rId9"/>
    <p:sldId id="288" r:id="rId10"/>
    <p:sldId id="290" r:id="rId11"/>
    <p:sldId id="292" r:id="rId12"/>
    <p:sldId id="291" r:id="rId13"/>
  </p:sldIdLst>
  <p:sldSz cx="12192000" cy="6858000"/>
  <p:notesSz cx="6858000" cy="9144000"/>
  <p:defaultTextStyle>
    <a:defPPr rtl="0">
      <a:defRPr lang="en-GB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D3F0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421E42-88E8-4B76-A39B-A8353E171A41}" v="33" dt="2024-12-11T12:08:16.6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eorges MATHIO" userId="S::georges.mathio@estia.fr::1057b68d-d9cf-4cd5-bc4c-3fe68ec33e97" providerId="AD" clId="Web-{D4D1CCDB-EC6E-DF1C-47CB-2C6ACE153BBA}"/>
    <pc:docChg chg="modSld">
      <pc:chgData name="Georges MATHIO" userId="S::georges.mathio@estia.fr::1057b68d-d9cf-4cd5-bc4c-3fe68ec33e97" providerId="AD" clId="Web-{D4D1CCDB-EC6E-DF1C-47CB-2C6ACE153BBA}" dt="2024-10-15T07:59:36.088" v="76" actId="20577"/>
      <pc:docMkLst>
        <pc:docMk/>
      </pc:docMkLst>
      <pc:sldChg chg="modSp">
        <pc:chgData name="Georges MATHIO" userId="S::georges.mathio@estia.fr::1057b68d-d9cf-4cd5-bc4c-3fe68ec33e97" providerId="AD" clId="Web-{D4D1CCDB-EC6E-DF1C-47CB-2C6ACE153BBA}" dt="2024-10-15T07:59:36.088" v="76" actId="20577"/>
        <pc:sldMkLst>
          <pc:docMk/>
          <pc:sldMk cId="3988114519" sldId="267"/>
        </pc:sldMkLst>
      </pc:sldChg>
    </pc:docChg>
  </pc:docChgLst>
  <pc:docChgLst>
    <pc:chgData name="Georges MATHIO" userId="1057b68d-d9cf-4cd5-bc4c-3fe68ec33e97" providerId="ADAL" clId="{80C8A785-8CB5-41AD-82DB-1BD179DE115F}"/>
    <pc:docChg chg="custSel addSld delSld modSld sldOrd">
      <pc:chgData name="Georges MATHIO" userId="1057b68d-d9cf-4cd5-bc4c-3fe68ec33e97" providerId="ADAL" clId="{80C8A785-8CB5-41AD-82DB-1BD179DE115F}" dt="2024-11-04T10:52:25.195" v="297" actId="20577"/>
      <pc:docMkLst>
        <pc:docMk/>
      </pc:docMkLst>
      <pc:sldChg chg="delSp modSp del">
        <pc:chgData name="Georges MATHIO" userId="1057b68d-d9cf-4cd5-bc4c-3fe68ec33e97" providerId="ADAL" clId="{80C8A785-8CB5-41AD-82DB-1BD179DE115F}" dt="2024-11-04T10:37:26.630" v="5" actId="47"/>
        <pc:sldMkLst>
          <pc:docMk/>
          <pc:sldMk cId="2526593619" sldId="256"/>
        </pc:sldMkLst>
      </pc:sldChg>
      <pc:sldChg chg="del">
        <pc:chgData name="Georges MATHIO" userId="1057b68d-d9cf-4cd5-bc4c-3fe68ec33e97" providerId="ADAL" clId="{80C8A785-8CB5-41AD-82DB-1BD179DE115F}" dt="2024-11-04T10:42:57.978" v="79" actId="47"/>
        <pc:sldMkLst>
          <pc:docMk/>
          <pc:sldMk cId="3587356529" sldId="262"/>
        </pc:sldMkLst>
      </pc:sldChg>
      <pc:sldChg chg="del">
        <pc:chgData name="Georges MATHIO" userId="1057b68d-d9cf-4cd5-bc4c-3fe68ec33e97" providerId="ADAL" clId="{80C8A785-8CB5-41AD-82DB-1BD179DE115F}" dt="2024-11-04T10:42:57.900" v="78" actId="47"/>
        <pc:sldMkLst>
          <pc:docMk/>
          <pc:sldMk cId="3585669407" sldId="264"/>
        </pc:sldMkLst>
      </pc:sldChg>
      <pc:sldChg chg="del">
        <pc:chgData name="Georges MATHIO" userId="1057b68d-d9cf-4cd5-bc4c-3fe68ec33e97" providerId="ADAL" clId="{80C8A785-8CB5-41AD-82DB-1BD179DE115F}" dt="2024-11-04T10:42:58.839" v="81" actId="47"/>
        <pc:sldMkLst>
          <pc:docMk/>
          <pc:sldMk cId="1447089258" sldId="266"/>
        </pc:sldMkLst>
      </pc:sldChg>
      <pc:sldChg chg="del">
        <pc:chgData name="Georges MATHIO" userId="1057b68d-d9cf-4cd5-bc4c-3fe68ec33e97" providerId="ADAL" clId="{80C8A785-8CB5-41AD-82DB-1BD179DE115F}" dt="2024-11-04T10:42:57.474" v="76" actId="47"/>
        <pc:sldMkLst>
          <pc:docMk/>
          <pc:sldMk cId="787731320" sldId="268"/>
        </pc:sldMkLst>
      </pc:sldChg>
      <pc:sldChg chg="del">
        <pc:chgData name="Georges MATHIO" userId="1057b68d-d9cf-4cd5-bc4c-3fe68ec33e97" providerId="ADAL" clId="{80C8A785-8CB5-41AD-82DB-1BD179DE115F}" dt="2024-11-04T10:42:57.853" v="77" actId="47"/>
        <pc:sldMkLst>
          <pc:docMk/>
          <pc:sldMk cId="4175335468" sldId="270"/>
        </pc:sldMkLst>
      </pc:sldChg>
      <pc:sldChg chg="del">
        <pc:chgData name="Georges MATHIO" userId="1057b68d-d9cf-4cd5-bc4c-3fe68ec33e97" providerId="ADAL" clId="{80C8A785-8CB5-41AD-82DB-1BD179DE115F}" dt="2024-11-04T10:42:58.228" v="80" actId="47"/>
        <pc:sldMkLst>
          <pc:docMk/>
          <pc:sldMk cId="53047199" sldId="271"/>
        </pc:sldMkLst>
      </pc:sldChg>
      <pc:sldChg chg="del">
        <pc:chgData name="Georges MATHIO" userId="1057b68d-d9cf-4cd5-bc4c-3fe68ec33e97" providerId="ADAL" clId="{80C8A785-8CB5-41AD-82DB-1BD179DE115F}" dt="2024-11-04T10:42:57.189" v="75" actId="47"/>
        <pc:sldMkLst>
          <pc:docMk/>
          <pc:sldMk cId="3719670501" sldId="277"/>
        </pc:sldMkLst>
      </pc:sldChg>
      <pc:sldChg chg="addSp delSp modSp add mod ord setBg addAnim modAnim">
        <pc:chgData name="Georges MATHIO" userId="1057b68d-d9cf-4cd5-bc4c-3fe68ec33e97" providerId="ADAL" clId="{80C8A785-8CB5-41AD-82DB-1BD179DE115F}" dt="2024-11-04T10:49:42.307" v="116" actId="18131"/>
        <pc:sldMkLst>
          <pc:docMk/>
          <pc:sldMk cId="947780138" sldId="278"/>
        </pc:sldMkLst>
        <pc:spChg chg="mod">
          <ac:chgData name="Georges MATHIO" userId="1057b68d-d9cf-4cd5-bc4c-3fe68ec33e97" providerId="ADAL" clId="{80C8A785-8CB5-41AD-82DB-1BD179DE115F}" dt="2024-11-04T10:48:08.545" v="84" actId="26606"/>
          <ac:spMkLst>
            <pc:docMk/>
            <pc:sldMk cId="947780138" sldId="278"/>
            <ac:spMk id="2" creationId="{00000000-0000-0000-0000-000000000000}"/>
          </ac:spMkLst>
        </pc:spChg>
        <pc:spChg chg="mod">
          <ac:chgData name="Georges MATHIO" userId="1057b68d-d9cf-4cd5-bc4c-3fe68ec33e97" providerId="ADAL" clId="{80C8A785-8CB5-41AD-82DB-1BD179DE115F}" dt="2024-11-04T10:48:22.771" v="103" actId="20577"/>
          <ac:spMkLst>
            <pc:docMk/>
            <pc:sldMk cId="947780138" sldId="278"/>
            <ac:spMk id="3" creationId="{00000000-0000-0000-0000-000000000000}"/>
          </ac:spMkLst>
        </pc:spChg>
      </pc:sldChg>
      <pc:sldChg chg="modSp new mod">
        <pc:chgData name="Georges MATHIO" userId="1057b68d-d9cf-4cd5-bc4c-3fe68ec33e97" providerId="ADAL" clId="{80C8A785-8CB5-41AD-82DB-1BD179DE115F}" dt="2024-11-04T10:50:54.184" v="190" actId="20577"/>
        <pc:sldMkLst>
          <pc:docMk/>
          <pc:sldMk cId="3235351140" sldId="279"/>
        </pc:sldMkLst>
        <pc:spChg chg="mod">
          <ac:chgData name="Georges MATHIO" userId="1057b68d-d9cf-4cd5-bc4c-3fe68ec33e97" providerId="ADAL" clId="{80C8A785-8CB5-41AD-82DB-1BD179DE115F}" dt="2024-11-04T10:50:11.297" v="133" actId="20577"/>
          <ac:spMkLst>
            <pc:docMk/>
            <pc:sldMk cId="3235351140" sldId="279"/>
            <ac:spMk id="2" creationId="{C932C08D-E400-0C92-61F5-A769B52C8BA5}"/>
          </ac:spMkLst>
        </pc:spChg>
        <pc:spChg chg="mod">
          <ac:chgData name="Georges MATHIO" userId="1057b68d-d9cf-4cd5-bc4c-3fe68ec33e97" providerId="ADAL" clId="{80C8A785-8CB5-41AD-82DB-1BD179DE115F}" dt="2024-11-04T10:50:54.184" v="190" actId="20577"/>
          <ac:spMkLst>
            <pc:docMk/>
            <pc:sldMk cId="3235351140" sldId="279"/>
            <ac:spMk id="3" creationId="{539B8080-611A-42E1-CFFD-DA54938A31CB}"/>
          </ac:spMkLst>
        </pc:spChg>
      </pc:sldChg>
      <pc:sldChg chg="modSp add mod">
        <pc:chgData name="Georges MATHIO" userId="1057b68d-d9cf-4cd5-bc4c-3fe68ec33e97" providerId="ADAL" clId="{80C8A785-8CB5-41AD-82DB-1BD179DE115F}" dt="2024-11-04T10:51:08.971" v="196" actId="242"/>
        <pc:sldMkLst>
          <pc:docMk/>
          <pc:sldMk cId="1755640249" sldId="280"/>
        </pc:sldMkLst>
      </pc:sldChg>
      <pc:sldChg chg="new del">
        <pc:chgData name="Georges MATHIO" userId="1057b68d-d9cf-4cd5-bc4c-3fe68ec33e97" providerId="ADAL" clId="{80C8A785-8CB5-41AD-82DB-1BD179DE115F}" dt="2024-11-04T10:51:01.174" v="192" actId="47"/>
        <pc:sldMkLst>
          <pc:docMk/>
          <pc:sldMk cId="1822089541" sldId="281"/>
        </pc:sldMkLst>
      </pc:sldChg>
      <pc:sldChg chg="modSp add mod ord">
        <pc:chgData name="Georges MATHIO" userId="1057b68d-d9cf-4cd5-bc4c-3fe68ec33e97" providerId="ADAL" clId="{80C8A785-8CB5-41AD-82DB-1BD179DE115F}" dt="2024-11-04T10:51:47.687" v="232" actId="20577"/>
        <pc:sldMkLst>
          <pc:docMk/>
          <pc:sldMk cId="3876591150" sldId="281"/>
        </pc:sldMkLst>
      </pc:sldChg>
      <pc:sldChg chg="modSp add mod ord">
        <pc:chgData name="Georges MATHIO" userId="1057b68d-d9cf-4cd5-bc4c-3fe68ec33e97" providerId="ADAL" clId="{80C8A785-8CB5-41AD-82DB-1BD179DE115F}" dt="2024-11-04T10:52:25.195" v="297" actId="20577"/>
        <pc:sldMkLst>
          <pc:docMk/>
          <pc:sldMk cId="149252829" sldId="282"/>
        </pc:sldMkLst>
      </pc:sldChg>
    </pc:docChg>
  </pc:docChgLst>
  <pc:docChgLst>
    <pc:chgData name="Georges MATHIO" userId="S::georges.mathio@estia.fr::1057b68d-d9cf-4cd5-bc4c-3fe68ec33e97" providerId="AD" clId="Web-{924963A7-0414-CE62-8997-2742A1CA60F5}"/>
    <pc:docChg chg="addSld modSld">
      <pc:chgData name="Georges MATHIO" userId="S::georges.mathio@estia.fr::1057b68d-d9cf-4cd5-bc4c-3fe68ec33e97" providerId="AD" clId="Web-{924963A7-0414-CE62-8997-2742A1CA60F5}" dt="2023-11-13T15:43:21.668" v="39"/>
      <pc:docMkLst>
        <pc:docMk/>
      </pc:docMkLst>
      <pc:sldChg chg="addSp delSp modSp add">
        <pc:chgData name="Georges MATHIO" userId="S::georges.mathio@estia.fr::1057b68d-d9cf-4cd5-bc4c-3fe68ec33e97" providerId="AD" clId="Web-{924963A7-0414-CE62-8997-2742A1CA60F5}" dt="2023-11-13T15:43:21.668" v="39"/>
        <pc:sldMkLst>
          <pc:docMk/>
          <pc:sldMk cId="3870140485" sldId="265"/>
        </pc:sldMkLst>
      </pc:sldChg>
    </pc:docChg>
  </pc:docChgLst>
  <pc:docChgLst>
    <pc:chgData name="Georges MATHIO" userId="S::georges.mathio@estia.fr::1057b68d-d9cf-4cd5-bc4c-3fe68ec33e97" providerId="AD" clId="Web-{E36303E1-9F5E-44C2-88B8-1C45D9147857}"/>
    <pc:docChg chg="addSld delSld modSld">
      <pc:chgData name="Georges MATHIO" userId="S::georges.mathio@estia.fr::1057b68d-d9cf-4cd5-bc4c-3fe68ec33e97" providerId="AD" clId="Web-{E36303E1-9F5E-44C2-88B8-1C45D9147857}" dt="2023-11-05T19:54:25.905" v="120" actId="20577"/>
      <pc:docMkLst>
        <pc:docMk/>
      </pc:docMkLst>
      <pc:sldChg chg="modSp">
        <pc:chgData name="Georges MATHIO" userId="S::georges.mathio@estia.fr::1057b68d-d9cf-4cd5-bc4c-3fe68ec33e97" providerId="AD" clId="Web-{E36303E1-9F5E-44C2-88B8-1C45D9147857}" dt="2023-11-05T19:48:11.848" v="11" actId="20577"/>
        <pc:sldMkLst>
          <pc:docMk/>
          <pc:sldMk cId="1018468898" sldId="261"/>
        </pc:sldMkLst>
      </pc:sldChg>
      <pc:sldChg chg="modSp">
        <pc:chgData name="Georges MATHIO" userId="S::georges.mathio@estia.fr::1057b68d-d9cf-4cd5-bc4c-3fe68ec33e97" providerId="AD" clId="Web-{E36303E1-9F5E-44C2-88B8-1C45D9147857}" dt="2023-11-05T19:46:23.220" v="5" actId="1076"/>
        <pc:sldMkLst>
          <pc:docMk/>
          <pc:sldMk cId="1455700223" sldId="263"/>
        </pc:sldMkLst>
      </pc:sldChg>
      <pc:sldChg chg="add del replId">
        <pc:chgData name="Georges MATHIO" userId="S::georges.mathio@estia.fr::1057b68d-d9cf-4cd5-bc4c-3fe68ec33e97" providerId="AD" clId="Web-{E36303E1-9F5E-44C2-88B8-1C45D9147857}" dt="2023-11-05T19:47:57.910" v="7"/>
        <pc:sldMkLst>
          <pc:docMk/>
          <pc:sldMk cId="3833791650" sldId="264"/>
        </pc:sldMkLst>
      </pc:sldChg>
      <pc:sldChg chg="modSp add replId">
        <pc:chgData name="Georges MATHIO" userId="S::georges.mathio@estia.fr::1057b68d-d9cf-4cd5-bc4c-3fe68ec33e97" providerId="AD" clId="Web-{E36303E1-9F5E-44C2-88B8-1C45D9147857}" dt="2023-11-05T19:54:25.905" v="120" actId="20577"/>
        <pc:sldMkLst>
          <pc:docMk/>
          <pc:sldMk cId="4167943880" sldId="264"/>
        </pc:sldMkLst>
      </pc:sldChg>
    </pc:docChg>
  </pc:docChgLst>
  <pc:docChgLst>
    <pc:chgData name="Georges MATHIO" userId="S::georges.mathio@estia.fr::1057b68d-d9cf-4cd5-bc4c-3fe68ec33e97" providerId="AD" clId="Web-{F53324A8-73B9-DE5A-2785-85B2E009E62C}"/>
    <pc:docChg chg="addSld modSld">
      <pc:chgData name="Georges MATHIO" userId="S::georges.mathio@estia.fr::1057b68d-d9cf-4cd5-bc4c-3fe68ec33e97" providerId="AD" clId="Web-{F53324A8-73B9-DE5A-2785-85B2E009E62C}" dt="2023-11-27T16:08:35.615" v="224" actId="1076"/>
      <pc:docMkLst>
        <pc:docMk/>
      </pc:docMkLst>
      <pc:sldChg chg="addSp modSp">
        <pc:chgData name="Georges MATHIO" userId="S::georges.mathio@estia.fr::1057b68d-d9cf-4cd5-bc4c-3fe68ec33e97" providerId="AD" clId="Web-{F53324A8-73B9-DE5A-2785-85B2E009E62C}" dt="2023-11-27T16:08:35.615" v="224" actId="1076"/>
        <pc:sldMkLst>
          <pc:docMk/>
          <pc:sldMk cId="3870140485" sldId="265"/>
        </pc:sldMkLst>
      </pc:sldChg>
      <pc:sldChg chg="addSp modSp add replId">
        <pc:chgData name="Georges MATHIO" userId="S::georges.mathio@estia.fr::1057b68d-d9cf-4cd5-bc4c-3fe68ec33e97" providerId="AD" clId="Web-{F53324A8-73B9-DE5A-2785-85B2E009E62C}" dt="2023-11-27T16:07:53.332" v="220" actId="20577"/>
        <pc:sldMkLst>
          <pc:docMk/>
          <pc:sldMk cId="1487403360" sldId="266"/>
        </pc:sldMkLst>
      </pc:sldChg>
    </pc:docChg>
  </pc:docChgLst>
  <pc:docChgLst>
    <pc:chgData name="Georges MATHIO" userId="1057b68d-d9cf-4cd5-bc4c-3fe68ec33e97" providerId="ADAL" clId="{D774E528-2550-4EC3-A683-2E28FEB809DF}"/>
    <pc:docChg chg="undo custSel addSld delSld modSld sldOrd">
      <pc:chgData name="Georges MATHIO" userId="1057b68d-d9cf-4cd5-bc4c-3fe68ec33e97" providerId="ADAL" clId="{D774E528-2550-4EC3-A683-2E28FEB809DF}" dt="2024-11-15T11:49:51.286" v="1935" actId="27636"/>
      <pc:docMkLst>
        <pc:docMk/>
      </pc:docMkLst>
      <pc:sldChg chg="addSp modSp mod">
        <pc:chgData name="Georges MATHIO" userId="1057b68d-d9cf-4cd5-bc4c-3fe68ec33e97" providerId="ADAL" clId="{D774E528-2550-4EC3-A683-2E28FEB809DF}" dt="2024-11-15T11:09:59.419" v="1818" actId="20577"/>
        <pc:sldMkLst>
          <pc:docMk/>
          <pc:sldMk cId="3235351140" sldId="279"/>
        </pc:sldMkLst>
        <pc:spChg chg="mod">
          <ac:chgData name="Georges MATHIO" userId="1057b68d-d9cf-4cd5-bc4c-3fe68ec33e97" providerId="ADAL" clId="{D774E528-2550-4EC3-A683-2E28FEB809DF}" dt="2024-11-15T11:09:59.419" v="1818" actId="20577"/>
          <ac:spMkLst>
            <pc:docMk/>
            <pc:sldMk cId="3235351140" sldId="279"/>
            <ac:spMk id="3" creationId="{539B8080-611A-42E1-CFFD-DA54938A31CB}"/>
          </ac:spMkLst>
        </pc:spChg>
      </pc:sldChg>
      <pc:sldChg chg="del">
        <pc:chgData name="Georges MATHIO" userId="1057b68d-d9cf-4cd5-bc4c-3fe68ec33e97" providerId="ADAL" clId="{D774E528-2550-4EC3-A683-2E28FEB809DF}" dt="2024-11-13T10:54:51.656" v="608" actId="47"/>
        <pc:sldMkLst>
          <pc:docMk/>
          <pc:sldMk cId="1755640249" sldId="280"/>
        </pc:sldMkLst>
      </pc:sldChg>
      <pc:sldChg chg="addSp delSp modSp mod">
        <pc:chgData name="Georges MATHIO" userId="1057b68d-d9cf-4cd5-bc4c-3fe68ec33e97" providerId="ADAL" clId="{D774E528-2550-4EC3-A683-2E28FEB809DF}" dt="2024-11-15T11:49:51.286" v="1935" actId="27636"/>
        <pc:sldMkLst>
          <pc:docMk/>
          <pc:sldMk cId="3876591150" sldId="281"/>
        </pc:sldMkLst>
      </pc:sldChg>
      <pc:sldChg chg="modSp mod">
        <pc:chgData name="Georges MATHIO" userId="1057b68d-d9cf-4cd5-bc4c-3fe68ec33e97" providerId="ADAL" clId="{D774E528-2550-4EC3-A683-2E28FEB809DF}" dt="2024-11-13T14:23:43.723" v="867" actId="2711"/>
        <pc:sldMkLst>
          <pc:docMk/>
          <pc:sldMk cId="149252829" sldId="282"/>
        </pc:sldMkLst>
      </pc:sldChg>
      <pc:sldChg chg="addSp modSp add mod">
        <pc:chgData name="Georges MATHIO" userId="1057b68d-d9cf-4cd5-bc4c-3fe68ec33e97" providerId="ADAL" clId="{D774E528-2550-4EC3-A683-2E28FEB809DF}" dt="2024-11-13T14:22:43.124" v="832" actId="1076"/>
        <pc:sldMkLst>
          <pc:docMk/>
          <pc:sldMk cId="2350020133" sldId="283"/>
        </pc:sldMkLst>
      </pc:sldChg>
      <pc:sldChg chg="addSp delSp modSp add mod">
        <pc:chgData name="Georges MATHIO" userId="1057b68d-d9cf-4cd5-bc4c-3fe68ec33e97" providerId="ADAL" clId="{D774E528-2550-4EC3-A683-2E28FEB809DF}" dt="2024-11-15T09:51:14.162" v="1260" actId="1036"/>
        <pc:sldMkLst>
          <pc:docMk/>
          <pc:sldMk cId="1785084455" sldId="284"/>
        </pc:sldMkLst>
        <pc:spChg chg="mod">
          <ac:chgData name="Georges MATHIO" userId="1057b68d-d9cf-4cd5-bc4c-3fe68ec33e97" providerId="ADAL" clId="{D774E528-2550-4EC3-A683-2E28FEB809DF}" dt="2024-11-13T10:17:41.985" v="364" actId="20577"/>
          <ac:spMkLst>
            <pc:docMk/>
            <pc:sldMk cId="1785084455" sldId="284"/>
            <ac:spMk id="2" creationId="{959BE558-0EE0-F23B-A4CF-5B7E4649DB49}"/>
          </ac:spMkLst>
        </pc:spChg>
        <pc:spChg chg="mod">
          <ac:chgData name="Georges MATHIO" userId="1057b68d-d9cf-4cd5-bc4c-3fe68ec33e97" providerId="ADAL" clId="{D774E528-2550-4EC3-A683-2E28FEB809DF}" dt="2024-11-15T09:51:14.162" v="1260" actId="1036"/>
          <ac:spMkLst>
            <pc:docMk/>
            <pc:sldMk cId="1785084455" sldId="284"/>
            <ac:spMk id="3" creationId="{0D18E6DB-A72E-B6F5-7FAB-5E2690110164}"/>
          </ac:spMkLst>
        </pc:spChg>
      </pc:sldChg>
      <pc:sldChg chg="addSp modSp add mod ord">
        <pc:chgData name="Georges MATHIO" userId="1057b68d-d9cf-4cd5-bc4c-3fe68ec33e97" providerId="ADAL" clId="{D774E528-2550-4EC3-A683-2E28FEB809DF}" dt="2024-11-15T09:58:45.794" v="1513" actId="20577"/>
        <pc:sldMkLst>
          <pc:docMk/>
          <pc:sldMk cId="696138440" sldId="285"/>
        </pc:sldMkLst>
        <pc:spChg chg="mod">
          <ac:chgData name="Georges MATHIO" userId="1057b68d-d9cf-4cd5-bc4c-3fe68ec33e97" providerId="ADAL" clId="{D774E528-2550-4EC3-A683-2E28FEB809DF}" dt="2024-11-13T14:55:58.676" v="901" actId="20577"/>
          <ac:spMkLst>
            <pc:docMk/>
            <pc:sldMk cId="696138440" sldId="285"/>
            <ac:spMk id="2" creationId="{139DEC79-C4B0-050A-2B0D-D39813A0F00B}"/>
          </ac:spMkLst>
        </pc:spChg>
        <pc:spChg chg="mod">
          <ac:chgData name="Georges MATHIO" userId="1057b68d-d9cf-4cd5-bc4c-3fe68ec33e97" providerId="ADAL" clId="{D774E528-2550-4EC3-A683-2E28FEB809DF}" dt="2024-11-15T09:58:45.794" v="1513" actId="20577"/>
          <ac:spMkLst>
            <pc:docMk/>
            <pc:sldMk cId="696138440" sldId="285"/>
            <ac:spMk id="3" creationId="{CF390FFB-0D9E-0ED2-9D81-29F82CBB2109}"/>
          </ac:spMkLst>
        </pc:spChg>
      </pc:sldChg>
      <pc:sldChg chg="modSp add mod">
        <pc:chgData name="Georges MATHIO" userId="1057b68d-d9cf-4cd5-bc4c-3fe68ec33e97" providerId="ADAL" clId="{D774E528-2550-4EC3-A683-2E28FEB809DF}" dt="2024-11-15T10:02:10.725" v="1751" actId="20577"/>
        <pc:sldMkLst>
          <pc:docMk/>
          <pc:sldMk cId="1439362577" sldId="286"/>
        </pc:sldMkLst>
      </pc:sldChg>
    </pc:docChg>
  </pc:docChgLst>
  <pc:docChgLst>
    <pc:chgData name="Georges MATHIO" userId="1057b68d-d9cf-4cd5-bc4c-3fe68ec33e97" providerId="ADAL" clId="{8BCAAD47-39EC-4A39-A166-8E9777C12AD5}"/>
    <pc:docChg chg="modSld">
      <pc:chgData name="Georges MATHIO" userId="1057b68d-d9cf-4cd5-bc4c-3fe68ec33e97" providerId="ADAL" clId="{8BCAAD47-39EC-4A39-A166-8E9777C12AD5}" dt="2024-07-21T21:01:57.905" v="2" actId="20577"/>
      <pc:docMkLst>
        <pc:docMk/>
      </pc:docMkLst>
      <pc:sldChg chg="modSp mod">
        <pc:chgData name="Georges MATHIO" userId="1057b68d-d9cf-4cd5-bc4c-3fe68ec33e97" providerId="ADAL" clId="{8BCAAD47-39EC-4A39-A166-8E9777C12AD5}" dt="2024-07-21T21:01:45.889" v="0" actId="6549"/>
        <pc:sldMkLst>
          <pc:docMk/>
          <pc:sldMk cId="1554076419" sldId="258"/>
        </pc:sldMkLst>
      </pc:sldChg>
      <pc:sldChg chg="modSp mod">
        <pc:chgData name="Georges MATHIO" userId="1057b68d-d9cf-4cd5-bc4c-3fe68ec33e97" providerId="ADAL" clId="{8BCAAD47-39EC-4A39-A166-8E9777C12AD5}" dt="2024-07-21T21:01:57.905" v="2" actId="20577"/>
        <pc:sldMkLst>
          <pc:docMk/>
          <pc:sldMk cId="319033476" sldId="260"/>
        </pc:sldMkLst>
      </pc:sldChg>
    </pc:docChg>
  </pc:docChgLst>
  <pc:docChgLst>
    <pc:chgData name="Georges MATHIO" userId="S::georges.mathio@estia.fr::1057b68d-d9cf-4cd5-bc4c-3fe68ec33e97" providerId="AD" clId="Web-{D188567B-FEA3-3AFD-7A3D-A0834D404585}"/>
    <pc:docChg chg="modSld">
      <pc:chgData name="Georges MATHIO" userId="S::georges.mathio@estia.fr::1057b68d-d9cf-4cd5-bc4c-3fe68ec33e97" providerId="AD" clId="Web-{D188567B-FEA3-3AFD-7A3D-A0834D404585}" dt="2024-07-18T11:45:28.694" v="5" actId="20577"/>
      <pc:docMkLst>
        <pc:docMk/>
      </pc:docMkLst>
      <pc:sldChg chg="modSp">
        <pc:chgData name="Georges MATHIO" userId="S::georges.mathio@estia.fr::1057b68d-d9cf-4cd5-bc4c-3fe68ec33e97" providerId="AD" clId="Web-{D188567B-FEA3-3AFD-7A3D-A0834D404585}" dt="2024-07-18T11:43:39.533" v="3" actId="1076"/>
        <pc:sldMkLst>
          <pc:docMk/>
          <pc:sldMk cId="2482283123" sldId="259"/>
        </pc:sldMkLst>
      </pc:sldChg>
      <pc:sldChg chg="modSp">
        <pc:chgData name="Georges MATHIO" userId="S::georges.mathio@estia.fr::1057b68d-d9cf-4cd5-bc4c-3fe68ec33e97" providerId="AD" clId="Web-{D188567B-FEA3-3AFD-7A3D-A0834D404585}" dt="2024-07-18T11:45:28.694" v="5" actId="20577"/>
        <pc:sldMkLst>
          <pc:docMk/>
          <pc:sldMk cId="1455700223" sldId="263"/>
        </pc:sldMkLst>
      </pc:sldChg>
    </pc:docChg>
  </pc:docChgLst>
  <pc:docChgLst>
    <pc:chgData name="Georges MATHIO" userId="1057b68d-d9cf-4cd5-bc4c-3fe68ec33e97" providerId="ADAL" clId="{82B82AAD-A176-4F9A-88D1-A56861D01535}"/>
    <pc:docChg chg="undo custSel modSld">
      <pc:chgData name="Georges MATHIO" userId="1057b68d-d9cf-4cd5-bc4c-3fe68ec33e97" providerId="ADAL" clId="{82B82AAD-A176-4F9A-88D1-A56861D01535}" dt="2023-11-27T16:09:30.504" v="795" actId="14861"/>
      <pc:docMkLst>
        <pc:docMk/>
      </pc:docMkLst>
      <pc:sldChg chg="addSp delSp modSp mod">
        <pc:chgData name="Georges MATHIO" userId="1057b68d-d9cf-4cd5-bc4c-3fe68ec33e97" providerId="ADAL" clId="{82B82AAD-A176-4F9A-88D1-A56861D01535}" dt="2023-11-27T16:09:30.504" v="795" actId="14861"/>
        <pc:sldMkLst>
          <pc:docMk/>
          <pc:sldMk cId="3870140485" sldId="265"/>
        </pc:sldMkLst>
      </pc:sldChg>
    </pc:docChg>
  </pc:docChgLst>
  <pc:docChgLst>
    <pc:chgData name="Georges MATHIO" userId="1057b68d-d9cf-4cd5-bc4c-3fe68ec33e97" providerId="ADAL" clId="{FCBB5270-DEBA-45EE-AD54-6E7B964CB6D2}"/>
    <pc:docChg chg="undo redo custSel addSld delSld modSld sldOrd">
      <pc:chgData name="Georges MATHIO" userId="1057b68d-d9cf-4cd5-bc4c-3fe68ec33e97" providerId="ADAL" clId="{FCBB5270-DEBA-45EE-AD54-6E7B964CB6D2}" dt="2024-10-24T13:14:43.981" v="4990" actId="255"/>
      <pc:docMkLst>
        <pc:docMk/>
      </pc:docMkLst>
      <pc:sldChg chg="addSp modSp mod setBg addAnim modAnim">
        <pc:chgData name="Georges MATHIO" userId="1057b68d-d9cf-4cd5-bc4c-3fe68ec33e97" providerId="ADAL" clId="{FCBB5270-DEBA-45EE-AD54-6E7B964CB6D2}" dt="2024-10-24T09:05:16.649" v="2587"/>
        <pc:sldMkLst>
          <pc:docMk/>
          <pc:sldMk cId="2526593619" sldId="256"/>
        </pc:sldMkLst>
      </pc:sldChg>
      <pc:sldChg chg="modSp mod">
        <pc:chgData name="Georges MATHIO" userId="1057b68d-d9cf-4cd5-bc4c-3fe68ec33e97" providerId="ADAL" clId="{FCBB5270-DEBA-45EE-AD54-6E7B964CB6D2}" dt="2024-10-24T09:14:51.411" v="2878" actId="12"/>
        <pc:sldMkLst>
          <pc:docMk/>
          <pc:sldMk cId="1554076419" sldId="258"/>
        </pc:sldMkLst>
      </pc:sldChg>
      <pc:sldChg chg="addSp modSp mod">
        <pc:chgData name="Georges MATHIO" userId="1057b68d-d9cf-4cd5-bc4c-3fe68ec33e97" providerId="ADAL" clId="{FCBB5270-DEBA-45EE-AD54-6E7B964CB6D2}" dt="2024-10-24T09:25:31.908" v="3249" actId="1076"/>
        <pc:sldMkLst>
          <pc:docMk/>
          <pc:sldMk cId="698645210" sldId="259"/>
        </pc:sldMkLst>
      </pc:sldChg>
      <pc:sldChg chg="addSp modSp mod">
        <pc:chgData name="Georges MATHIO" userId="1057b68d-d9cf-4cd5-bc4c-3fe68ec33e97" providerId="ADAL" clId="{FCBB5270-DEBA-45EE-AD54-6E7B964CB6D2}" dt="2024-10-24T09:25:41.924" v="3250" actId="6549"/>
        <pc:sldMkLst>
          <pc:docMk/>
          <pc:sldMk cId="2019018920" sldId="260"/>
        </pc:sldMkLst>
      </pc:sldChg>
      <pc:sldChg chg="addSp delSp modSp mod">
        <pc:chgData name="Georges MATHIO" userId="1057b68d-d9cf-4cd5-bc4c-3fe68ec33e97" providerId="ADAL" clId="{FCBB5270-DEBA-45EE-AD54-6E7B964CB6D2}" dt="2024-10-24T09:58:09.551" v="3744" actId="12"/>
        <pc:sldMkLst>
          <pc:docMk/>
          <pc:sldMk cId="4161449416" sldId="261"/>
        </pc:sldMkLst>
      </pc:sldChg>
      <pc:sldChg chg="addSp modSp mod ord setBg">
        <pc:chgData name="Georges MATHIO" userId="1057b68d-d9cf-4cd5-bc4c-3fe68ec33e97" providerId="ADAL" clId="{FCBB5270-DEBA-45EE-AD54-6E7B964CB6D2}" dt="2024-10-24T13:07:57.612" v="4745" actId="14100"/>
        <pc:sldMkLst>
          <pc:docMk/>
          <pc:sldMk cId="3988114519" sldId="267"/>
        </pc:sldMkLst>
      </pc:sldChg>
      <pc:sldChg chg="modSp mod">
        <pc:chgData name="Georges MATHIO" userId="1057b68d-d9cf-4cd5-bc4c-3fe68ec33e97" providerId="ADAL" clId="{FCBB5270-DEBA-45EE-AD54-6E7B964CB6D2}" dt="2024-10-24T13:14:43.981" v="4990" actId="255"/>
        <pc:sldMkLst>
          <pc:docMk/>
          <pc:sldMk cId="787731320" sldId="268"/>
        </pc:sldMkLst>
      </pc:sldChg>
      <pc:sldChg chg="addSp modSp new mod">
        <pc:chgData name="Georges MATHIO" userId="1057b68d-d9cf-4cd5-bc4c-3fe68ec33e97" providerId="ADAL" clId="{FCBB5270-DEBA-45EE-AD54-6E7B964CB6D2}" dt="2024-10-24T13:14:28.598" v="4989" actId="14861"/>
        <pc:sldMkLst>
          <pc:docMk/>
          <pc:sldMk cId="3491289200" sldId="269"/>
        </pc:sldMkLst>
      </pc:sldChg>
      <pc:sldChg chg="addSp delSp modSp add mod">
        <pc:chgData name="Georges MATHIO" userId="1057b68d-d9cf-4cd5-bc4c-3fe68ec33e97" providerId="ADAL" clId="{FCBB5270-DEBA-45EE-AD54-6E7B964CB6D2}" dt="2024-10-24T13:09:38.799" v="4749"/>
        <pc:sldMkLst>
          <pc:docMk/>
          <pc:sldMk cId="4175335468" sldId="270"/>
        </pc:sldMkLst>
      </pc:sldChg>
      <pc:sldChg chg="addSp delSp modSp add mod">
        <pc:chgData name="Georges MATHIO" userId="1057b68d-d9cf-4cd5-bc4c-3fe68ec33e97" providerId="ADAL" clId="{FCBB5270-DEBA-45EE-AD54-6E7B964CB6D2}" dt="2024-10-24T13:09:42.390" v="4751"/>
        <pc:sldMkLst>
          <pc:docMk/>
          <pc:sldMk cId="53047199" sldId="271"/>
        </pc:sldMkLst>
      </pc:sldChg>
      <pc:sldChg chg="addSp delSp modSp add mod">
        <pc:chgData name="Georges MATHIO" userId="1057b68d-d9cf-4cd5-bc4c-3fe68ec33e97" providerId="ADAL" clId="{FCBB5270-DEBA-45EE-AD54-6E7B964CB6D2}" dt="2024-10-24T12:07:05.081" v="3789" actId="20577"/>
        <pc:sldMkLst>
          <pc:docMk/>
          <pc:sldMk cId="596867331" sldId="272"/>
        </pc:sldMkLst>
      </pc:sldChg>
      <pc:sldChg chg="delSp add del">
        <pc:chgData name="Georges MATHIO" userId="1057b68d-d9cf-4cd5-bc4c-3fe68ec33e97" providerId="ADAL" clId="{FCBB5270-DEBA-45EE-AD54-6E7B964CB6D2}" dt="2024-10-15T09:00:56.818" v="1603" actId="47"/>
        <pc:sldMkLst>
          <pc:docMk/>
          <pc:sldMk cId="1540543391" sldId="273"/>
        </pc:sldMkLst>
      </pc:sldChg>
      <pc:sldChg chg="addSp delSp modSp add mod">
        <pc:chgData name="Georges MATHIO" userId="1057b68d-d9cf-4cd5-bc4c-3fe68ec33e97" providerId="ADAL" clId="{FCBB5270-DEBA-45EE-AD54-6E7B964CB6D2}" dt="2024-10-15T09:31:09.043" v="2203" actId="20577"/>
        <pc:sldMkLst>
          <pc:docMk/>
          <pc:sldMk cId="478461332" sldId="274"/>
        </pc:sldMkLst>
      </pc:sldChg>
      <pc:sldChg chg="modSp new mod">
        <pc:chgData name="Georges MATHIO" userId="1057b68d-d9cf-4cd5-bc4c-3fe68ec33e97" providerId="ADAL" clId="{FCBB5270-DEBA-45EE-AD54-6E7B964CB6D2}" dt="2024-10-15T12:47:49.941" v="2549" actId="122"/>
        <pc:sldMkLst>
          <pc:docMk/>
          <pc:sldMk cId="3779523331" sldId="275"/>
        </pc:sldMkLst>
      </pc:sldChg>
      <pc:sldChg chg="addSp delSp modSp new mod">
        <pc:chgData name="Georges MATHIO" userId="1057b68d-d9cf-4cd5-bc4c-3fe68ec33e97" providerId="ADAL" clId="{FCBB5270-DEBA-45EE-AD54-6E7B964CB6D2}" dt="2024-10-24T09:23:14.989" v="3213" actId="1076"/>
        <pc:sldMkLst>
          <pc:docMk/>
          <pc:sldMk cId="3476794743" sldId="276"/>
        </pc:sldMkLst>
      </pc:sldChg>
      <pc:sldChg chg="modSp new mod">
        <pc:chgData name="Georges MATHIO" userId="1057b68d-d9cf-4cd5-bc4c-3fe68ec33e97" providerId="ADAL" clId="{FCBB5270-DEBA-45EE-AD54-6E7B964CB6D2}" dt="2024-10-24T09:46:26.311" v="3427" actId="242"/>
        <pc:sldMkLst>
          <pc:docMk/>
          <pc:sldMk cId="3286416962" sldId="277"/>
        </pc:sldMkLst>
      </pc:sldChg>
      <pc:sldChg chg="addSp delSp modSp add mod">
        <pc:chgData name="Georges MATHIO" userId="1057b68d-d9cf-4cd5-bc4c-3fe68ec33e97" providerId="ADAL" clId="{FCBB5270-DEBA-45EE-AD54-6E7B964CB6D2}" dt="2024-10-24T09:58:58.183" v="3788" actId="1037"/>
        <pc:sldMkLst>
          <pc:docMk/>
          <pc:sldMk cId="109681997" sldId="278"/>
        </pc:sldMkLst>
      </pc:sldChg>
      <pc:sldChg chg="modSp add mod">
        <pc:chgData name="Georges MATHIO" userId="1057b68d-d9cf-4cd5-bc4c-3fe68ec33e97" providerId="ADAL" clId="{FCBB5270-DEBA-45EE-AD54-6E7B964CB6D2}" dt="2024-10-24T12:45:49.970" v="4356" actId="1076"/>
        <pc:sldMkLst>
          <pc:docMk/>
          <pc:sldMk cId="3397681657" sldId="279"/>
        </pc:sldMkLst>
      </pc:sldChg>
      <pc:sldChg chg="modSp add mod">
        <pc:chgData name="Georges MATHIO" userId="1057b68d-d9cf-4cd5-bc4c-3fe68ec33e97" providerId="ADAL" clId="{FCBB5270-DEBA-45EE-AD54-6E7B964CB6D2}" dt="2024-10-24T12:51:17.702" v="4585" actId="113"/>
        <pc:sldMkLst>
          <pc:docMk/>
          <pc:sldMk cId="1341887883" sldId="280"/>
        </pc:sldMkLst>
      </pc:sldChg>
    </pc:docChg>
  </pc:docChgLst>
  <pc:docChgLst>
    <pc:chgData name="Georges MATHIO" userId="1057b68d-d9cf-4cd5-bc4c-3fe68ec33e97" providerId="ADAL" clId="{A809CB15-188B-4206-965E-D05EC8603C42}"/>
    <pc:docChg chg="undo redo custSel addSld delSld modSld sldOrd">
      <pc:chgData name="Georges MATHIO" userId="1057b68d-d9cf-4cd5-bc4c-3fe68ec33e97" providerId="ADAL" clId="{A809CB15-188B-4206-965E-D05EC8603C42}" dt="2024-10-25T09:44:54.113" v="1726" actId="14100"/>
      <pc:docMkLst>
        <pc:docMk/>
      </pc:docMkLst>
      <pc:sldChg chg="addSp delSp modSp mod addAnim modAnim">
        <pc:chgData name="Georges MATHIO" userId="1057b68d-d9cf-4cd5-bc4c-3fe68ec33e97" providerId="ADAL" clId="{A809CB15-188B-4206-965E-D05EC8603C42}" dt="2024-10-24T15:24:27.271" v="476"/>
        <pc:sldMkLst>
          <pc:docMk/>
          <pc:sldMk cId="2526593619" sldId="256"/>
        </pc:sldMkLst>
      </pc:sldChg>
      <pc:sldChg chg="del">
        <pc:chgData name="Georges MATHIO" userId="1057b68d-d9cf-4cd5-bc4c-3fe68ec33e97" providerId="ADAL" clId="{A809CB15-188B-4206-965E-D05EC8603C42}" dt="2024-10-24T13:18:40.944" v="0" actId="47"/>
        <pc:sldMkLst>
          <pc:docMk/>
          <pc:sldMk cId="1554076419" sldId="258"/>
        </pc:sldMkLst>
      </pc:sldChg>
      <pc:sldChg chg="del">
        <pc:chgData name="Georges MATHIO" userId="1057b68d-d9cf-4cd5-bc4c-3fe68ec33e97" providerId="ADAL" clId="{A809CB15-188B-4206-965E-D05EC8603C42}" dt="2024-10-24T13:18:55.088" v="3" actId="47"/>
        <pc:sldMkLst>
          <pc:docMk/>
          <pc:sldMk cId="698645210" sldId="259"/>
        </pc:sldMkLst>
      </pc:sldChg>
      <pc:sldChg chg="del">
        <pc:chgData name="Georges MATHIO" userId="1057b68d-d9cf-4cd5-bc4c-3fe68ec33e97" providerId="ADAL" clId="{A809CB15-188B-4206-965E-D05EC8603C42}" dt="2024-10-24T13:18:55.779" v="4" actId="47"/>
        <pc:sldMkLst>
          <pc:docMk/>
          <pc:sldMk cId="2019018920" sldId="260"/>
        </pc:sldMkLst>
      </pc:sldChg>
      <pc:sldChg chg="del">
        <pc:chgData name="Georges MATHIO" userId="1057b68d-d9cf-4cd5-bc4c-3fe68ec33e97" providerId="ADAL" clId="{A809CB15-188B-4206-965E-D05EC8603C42}" dt="2024-10-24T13:18:56.453" v="5" actId="47"/>
        <pc:sldMkLst>
          <pc:docMk/>
          <pc:sldMk cId="4161449416" sldId="261"/>
        </pc:sldMkLst>
      </pc:sldChg>
      <pc:sldChg chg="addSp modSp mod">
        <pc:chgData name="Georges MATHIO" userId="1057b68d-d9cf-4cd5-bc4c-3fe68ec33e97" providerId="ADAL" clId="{A809CB15-188B-4206-965E-D05EC8603C42}" dt="2024-10-25T09:44:54.113" v="1726" actId="14100"/>
        <pc:sldMkLst>
          <pc:docMk/>
          <pc:sldMk cId="3587356529" sldId="262"/>
        </pc:sldMkLst>
      </pc:sldChg>
      <pc:sldChg chg="del">
        <pc:chgData name="Georges MATHIO" userId="1057b68d-d9cf-4cd5-bc4c-3fe68ec33e97" providerId="ADAL" clId="{A809CB15-188B-4206-965E-D05EC8603C42}" dt="2024-10-25T08:03:53.208" v="1264" actId="47"/>
        <pc:sldMkLst>
          <pc:docMk/>
          <pc:sldMk cId="631768457" sldId="263"/>
        </pc:sldMkLst>
      </pc:sldChg>
      <pc:sldChg chg="addSp modSp mod ord">
        <pc:chgData name="Georges MATHIO" userId="1057b68d-d9cf-4cd5-bc4c-3fe68ec33e97" providerId="ADAL" clId="{A809CB15-188B-4206-965E-D05EC8603C42}" dt="2024-10-25T08:37:31.010" v="1589" actId="20577"/>
        <pc:sldMkLst>
          <pc:docMk/>
          <pc:sldMk cId="3585669407" sldId="264"/>
        </pc:sldMkLst>
      </pc:sldChg>
      <pc:sldChg chg="modSp del mod ord">
        <pc:chgData name="Georges MATHIO" userId="1057b68d-d9cf-4cd5-bc4c-3fe68ec33e97" providerId="ADAL" clId="{A809CB15-188B-4206-965E-D05EC8603C42}" dt="2024-10-25T09:41:37.628" v="1686" actId="2696"/>
        <pc:sldMkLst>
          <pc:docMk/>
          <pc:sldMk cId="2440634833" sldId="265"/>
        </pc:sldMkLst>
      </pc:sldChg>
      <pc:sldChg chg="modSp add del mod">
        <pc:chgData name="Georges MATHIO" userId="1057b68d-d9cf-4cd5-bc4c-3fe68ec33e97" providerId="ADAL" clId="{A809CB15-188B-4206-965E-D05EC8603C42}" dt="2024-10-25T09:41:59.260" v="1687" actId="47"/>
        <pc:sldMkLst>
          <pc:docMk/>
          <pc:sldMk cId="3108279696" sldId="267"/>
        </pc:sldMkLst>
      </pc:sldChg>
      <pc:sldChg chg="del">
        <pc:chgData name="Georges MATHIO" userId="1057b68d-d9cf-4cd5-bc4c-3fe68ec33e97" providerId="ADAL" clId="{A809CB15-188B-4206-965E-D05EC8603C42}" dt="2024-10-24T13:19:00.441" v="12" actId="47"/>
        <pc:sldMkLst>
          <pc:docMk/>
          <pc:sldMk cId="3988114519" sldId="267"/>
        </pc:sldMkLst>
      </pc:sldChg>
      <pc:sldChg chg="modSp mod">
        <pc:chgData name="Georges MATHIO" userId="1057b68d-d9cf-4cd5-bc4c-3fe68ec33e97" providerId="ADAL" clId="{A809CB15-188B-4206-965E-D05EC8603C42}" dt="2024-10-24T15:26:55.823" v="552" actId="1036"/>
        <pc:sldMkLst>
          <pc:docMk/>
          <pc:sldMk cId="787731320" sldId="268"/>
        </pc:sldMkLst>
      </pc:sldChg>
      <pc:sldChg chg="addSp modSp del mod modAnim">
        <pc:chgData name="Georges MATHIO" userId="1057b68d-d9cf-4cd5-bc4c-3fe68ec33e97" providerId="ADAL" clId="{A809CB15-188B-4206-965E-D05EC8603C42}" dt="2024-10-24T13:30:46.471" v="156" actId="47"/>
        <pc:sldMkLst>
          <pc:docMk/>
          <pc:sldMk cId="3491289200" sldId="269"/>
        </pc:sldMkLst>
      </pc:sldChg>
      <pc:sldChg chg="addSp delSp modSp mod modAnim">
        <pc:chgData name="Georges MATHIO" userId="1057b68d-d9cf-4cd5-bc4c-3fe68ec33e97" providerId="ADAL" clId="{A809CB15-188B-4206-965E-D05EC8603C42}" dt="2024-10-25T08:14:49.895" v="1293" actId="27636"/>
        <pc:sldMkLst>
          <pc:docMk/>
          <pc:sldMk cId="4175335468" sldId="270"/>
        </pc:sldMkLst>
      </pc:sldChg>
      <pc:sldChg chg="modSp mod">
        <pc:chgData name="Georges MATHIO" userId="1057b68d-d9cf-4cd5-bc4c-3fe68ec33e97" providerId="ADAL" clId="{A809CB15-188B-4206-965E-D05EC8603C42}" dt="2024-10-25T08:21:35.211" v="1393" actId="115"/>
        <pc:sldMkLst>
          <pc:docMk/>
          <pc:sldMk cId="53047199" sldId="271"/>
        </pc:sldMkLst>
      </pc:sldChg>
      <pc:sldChg chg="del">
        <pc:chgData name="Georges MATHIO" userId="1057b68d-d9cf-4cd5-bc4c-3fe68ec33e97" providerId="ADAL" clId="{A809CB15-188B-4206-965E-D05EC8603C42}" dt="2024-10-24T13:18:57.693" v="8" actId="47"/>
        <pc:sldMkLst>
          <pc:docMk/>
          <pc:sldMk cId="596867331" sldId="272"/>
        </pc:sldMkLst>
      </pc:sldChg>
      <pc:sldChg chg="del">
        <pc:chgData name="Georges MATHIO" userId="1057b68d-d9cf-4cd5-bc4c-3fe68ec33e97" providerId="ADAL" clId="{A809CB15-188B-4206-965E-D05EC8603C42}" dt="2024-10-24T13:18:59.051" v="10" actId="47"/>
        <pc:sldMkLst>
          <pc:docMk/>
          <pc:sldMk cId="478461332" sldId="274"/>
        </pc:sldMkLst>
      </pc:sldChg>
      <pc:sldChg chg="del">
        <pc:chgData name="Georges MATHIO" userId="1057b68d-d9cf-4cd5-bc4c-3fe68ec33e97" providerId="ADAL" clId="{A809CB15-188B-4206-965E-D05EC8603C42}" dt="2024-10-24T13:19:02.122" v="13" actId="47"/>
        <pc:sldMkLst>
          <pc:docMk/>
          <pc:sldMk cId="3779523331" sldId="275"/>
        </pc:sldMkLst>
      </pc:sldChg>
      <pc:sldChg chg="add del">
        <pc:chgData name="Georges MATHIO" userId="1057b68d-d9cf-4cd5-bc4c-3fe68ec33e97" providerId="ADAL" clId="{A809CB15-188B-4206-965E-D05EC8603C42}" dt="2024-10-24T15:24:42.965" v="477" actId="47"/>
        <pc:sldMkLst>
          <pc:docMk/>
          <pc:sldMk cId="3476794743" sldId="276"/>
        </pc:sldMkLst>
      </pc:sldChg>
      <pc:sldChg chg="del">
        <pc:chgData name="Georges MATHIO" userId="1057b68d-d9cf-4cd5-bc4c-3fe68ec33e97" providerId="ADAL" clId="{A809CB15-188B-4206-965E-D05EC8603C42}" dt="2024-10-24T13:18:57.254" v="7" actId="47"/>
        <pc:sldMkLst>
          <pc:docMk/>
          <pc:sldMk cId="3286416962" sldId="277"/>
        </pc:sldMkLst>
      </pc:sldChg>
      <pc:sldChg chg="modSp add mod addAnim delAnim modAnim">
        <pc:chgData name="Georges MATHIO" userId="1057b68d-d9cf-4cd5-bc4c-3fe68ec33e97" providerId="ADAL" clId="{A809CB15-188B-4206-965E-D05EC8603C42}" dt="2024-10-25T08:14:42.642" v="1291" actId="27636"/>
        <pc:sldMkLst>
          <pc:docMk/>
          <pc:sldMk cId="3719670501" sldId="277"/>
        </pc:sldMkLst>
      </pc:sldChg>
      <pc:sldChg chg="del">
        <pc:chgData name="Georges MATHIO" userId="1057b68d-d9cf-4cd5-bc4c-3fe68ec33e97" providerId="ADAL" clId="{A809CB15-188B-4206-965E-D05EC8603C42}" dt="2024-10-24T13:18:56.814" v="6" actId="47"/>
        <pc:sldMkLst>
          <pc:docMk/>
          <pc:sldMk cId="109681997" sldId="278"/>
        </pc:sldMkLst>
      </pc:sldChg>
      <pc:sldChg chg="del">
        <pc:chgData name="Georges MATHIO" userId="1057b68d-d9cf-4cd5-bc4c-3fe68ec33e97" providerId="ADAL" clId="{A809CB15-188B-4206-965E-D05EC8603C42}" dt="2024-10-24T13:18:58.478" v="9" actId="47"/>
        <pc:sldMkLst>
          <pc:docMk/>
          <pc:sldMk cId="3397681657" sldId="279"/>
        </pc:sldMkLst>
      </pc:sldChg>
      <pc:sldChg chg="del">
        <pc:chgData name="Georges MATHIO" userId="1057b68d-d9cf-4cd5-bc4c-3fe68ec33e97" providerId="ADAL" clId="{A809CB15-188B-4206-965E-D05EC8603C42}" dt="2024-10-24T13:18:59.672" v="11" actId="47"/>
        <pc:sldMkLst>
          <pc:docMk/>
          <pc:sldMk cId="1341887883" sldId="280"/>
        </pc:sldMkLst>
      </pc:sldChg>
    </pc:docChg>
  </pc:docChgLst>
  <pc:docChgLst>
    <pc:chgData name="Georges MATHIO" userId="S::georges.mathio@estia.fr::1057b68d-d9cf-4cd5-bc4c-3fe68ec33e97" providerId="AD" clId="Web-{36ED8768-8026-1B55-FA1B-B63F3BAF7377}"/>
    <pc:docChg chg="modSld">
      <pc:chgData name="Georges MATHIO" userId="S::georges.mathio@estia.fr::1057b68d-d9cf-4cd5-bc4c-3fe68ec33e97" providerId="AD" clId="Web-{36ED8768-8026-1B55-FA1B-B63F3BAF7377}" dt="2023-11-27T16:15:30.705" v="2" actId="20577"/>
      <pc:docMkLst>
        <pc:docMk/>
      </pc:docMkLst>
      <pc:sldChg chg="modSp">
        <pc:chgData name="Georges MATHIO" userId="S::georges.mathio@estia.fr::1057b68d-d9cf-4cd5-bc4c-3fe68ec33e97" providerId="AD" clId="Web-{36ED8768-8026-1B55-FA1B-B63F3BAF7377}" dt="2023-11-27T16:15:30.705" v="2" actId="20577"/>
        <pc:sldMkLst>
          <pc:docMk/>
          <pc:sldMk cId="2482283123" sldId="259"/>
        </pc:sldMkLst>
      </pc:sldChg>
    </pc:docChg>
  </pc:docChgLst>
  <pc:docChgLst>
    <pc:chgData name="Georges MATHIO" userId="1057b68d-d9cf-4cd5-bc4c-3fe68ec33e97" providerId="ADAL" clId="{424CC4A3-94C0-43E4-A801-8F92997663E9}"/>
    <pc:docChg chg="undo redo custSel addSld delSld modSld sldOrd modMainMaster">
      <pc:chgData name="Georges MATHIO" userId="1057b68d-d9cf-4cd5-bc4c-3fe68ec33e97" providerId="ADAL" clId="{424CC4A3-94C0-43E4-A801-8F92997663E9}" dt="2024-09-17T08:06:52.683" v="2903" actId="1076"/>
      <pc:docMkLst>
        <pc:docMk/>
      </pc:docMkLst>
      <pc:sldChg chg="modSp mod">
        <pc:chgData name="Georges MATHIO" userId="1057b68d-d9cf-4cd5-bc4c-3fe68ec33e97" providerId="ADAL" clId="{424CC4A3-94C0-43E4-A801-8F92997663E9}" dt="2024-09-10T13:47:06.195" v="2505" actId="122"/>
        <pc:sldMkLst>
          <pc:docMk/>
          <pc:sldMk cId="2526593619" sldId="256"/>
        </pc:sldMkLst>
      </pc:sldChg>
      <pc:sldChg chg="addSp delSp modSp mod">
        <pc:chgData name="Georges MATHIO" userId="1057b68d-d9cf-4cd5-bc4c-3fe68ec33e97" providerId="ADAL" clId="{424CC4A3-94C0-43E4-A801-8F92997663E9}" dt="2024-09-17T08:06:52.683" v="2903" actId="1076"/>
        <pc:sldMkLst>
          <pc:docMk/>
          <pc:sldMk cId="1554076419" sldId="258"/>
        </pc:sldMkLst>
      </pc:sldChg>
      <pc:sldChg chg="modSp add mod">
        <pc:chgData name="Georges MATHIO" userId="1057b68d-d9cf-4cd5-bc4c-3fe68ec33e97" providerId="ADAL" clId="{424CC4A3-94C0-43E4-A801-8F92997663E9}" dt="2024-08-26T13:28:11.160" v="288" actId="20577"/>
        <pc:sldMkLst>
          <pc:docMk/>
          <pc:sldMk cId="698645210" sldId="259"/>
        </pc:sldMkLst>
      </pc:sldChg>
      <pc:sldChg chg="del">
        <pc:chgData name="Georges MATHIO" userId="1057b68d-d9cf-4cd5-bc4c-3fe68ec33e97" providerId="ADAL" clId="{424CC4A3-94C0-43E4-A801-8F92997663E9}" dt="2024-08-23T08:45:55.536" v="0" actId="47"/>
        <pc:sldMkLst>
          <pc:docMk/>
          <pc:sldMk cId="2482283123" sldId="259"/>
        </pc:sldMkLst>
      </pc:sldChg>
      <pc:sldChg chg="del">
        <pc:chgData name="Georges MATHIO" userId="1057b68d-d9cf-4cd5-bc4c-3fe68ec33e97" providerId="ADAL" clId="{424CC4A3-94C0-43E4-A801-8F92997663E9}" dt="2024-08-23T08:45:55.536" v="0" actId="47"/>
        <pc:sldMkLst>
          <pc:docMk/>
          <pc:sldMk cId="319033476" sldId="260"/>
        </pc:sldMkLst>
      </pc:sldChg>
      <pc:sldChg chg="add del">
        <pc:chgData name="Georges MATHIO" userId="1057b68d-d9cf-4cd5-bc4c-3fe68ec33e97" providerId="ADAL" clId="{424CC4A3-94C0-43E4-A801-8F92997663E9}" dt="2024-08-26T13:28:20.346" v="290"/>
        <pc:sldMkLst>
          <pc:docMk/>
          <pc:sldMk cId="1988650519" sldId="260"/>
        </pc:sldMkLst>
      </pc:sldChg>
      <pc:sldChg chg="addSp modSp add mod">
        <pc:chgData name="Georges MATHIO" userId="1057b68d-d9cf-4cd5-bc4c-3fe68ec33e97" providerId="ADAL" clId="{424CC4A3-94C0-43E4-A801-8F92997663E9}" dt="2024-08-26T14:43:27.977" v="1001" actId="404"/>
        <pc:sldMkLst>
          <pc:docMk/>
          <pc:sldMk cId="2019018920" sldId="260"/>
        </pc:sldMkLst>
      </pc:sldChg>
      <pc:sldChg chg="del">
        <pc:chgData name="Georges MATHIO" userId="1057b68d-d9cf-4cd5-bc4c-3fe68ec33e97" providerId="ADAL" clId="{424CC4A3-94C0-43E4-A801-8F92997663E9}" dt="2024-08-23T08:45:55.536" v="0" actId="47"/>
        <pc:sldMkLst>
          <pc:docMk/>
          <pc:sldMk cId="1018468898" sldId="261"/>
        </pc:sldMkLst>
      </pc:sldChg>
      <pc:sldChg chg="modSp add mod">
        <pc:chgData name="Georges MATHIO" userId="1057b68d-d9cf-4cd5-bc4c-3fe68ec33e97" providerId="ADAL" clId="{424CC4A3-94C0-43E4-A801-8F92997663E9}" dt="2024-08-26T14:45:53.593" v="1249" actId="20577"/>
        <pc:sldMkLst>
          <pc:docMk/>
          <pc:sldMk cId="4161449416" sldId="261"/>
        </pc:sldMkLst>
      </pc:sldChg>
      <pc:sldChg chg="del">
        <pc:chgData name="Georges MATHIO" userId="1057b68d-d9cf-4cd5-bc4c-3fe68ec33e97" providerId="ADAL" clId="{424CC4A3-94C0-43E4-A801-8F92997663E9}" dt="2024-08-23T08:45:55.536" v="0" actId="47"/>
        <pc:sldMkLst>
          <pc:docMk/>
          <pc:sldMk cId="340622423" sldId="262"/>
        </pc:sldMkLst>
      </pc:sldChg>
      <pc:sldChg chg="modSp add mod">
        <pc:chgData name="Georges MATHIO" userId="1057b68d-d9cf-4cd5-bc4c-3fe68ec33e97" providerId="ADAL" clId="{424CC4A3-94C0-43E4-A801-8F92997663E9}" dt="2024-08-26T14:49:38.158" v="1525" actId="20577"/>
        <pc:sldMkLst>
          <pc:docMk/>
          <pc:sldMk cId="3587356529" sldId="262"/>
        </pc:sldMkLst>
      </pc:sldChg>
      <pc:sldChg chg="modSp add mod">
        <pc:chgData name="Georges MATHIO" userId="1057b68d-d9cf-4cd5-bc4c-3fe68ec33e97" providerId="ADAL" clId="{424CC4A3-94C0-43E4-A801-8F92997663E9}" dt="2024-08-26T14:57:04.050" v="1875" actId="20577"/>
        <pc:sldMkLst>
          <pc:docMk/>
          <pc:sldMk cId="631768457" sldId="263"/>
        </pc:sldMkLst>
      </pc:sldChg>
      <pc:sldChg chg="del">
        <pc:chgData name="Georges MATHIO" userId="1057b68d-d9cf-4cd5-bc4c-3fe68ec33e97" providerId="ADAL" clId="{424CC4A3-94C0-43E4-A801-8F92997663E9}" dt="2024-08-23T08:45:55.536" v="0" actId="47"/>
        <pc:sldMkLst>
          <pc:docMk/>
          <pc:sldMk cId="1455700223" sldId="263"/>
        </pc:sldMkLst>
      </pc:sldChg>
      <pc:sldChg chg="modSp new mod">
        <pc:chgData name="Georges MATHIO" userId="1057b68d-d9cf-4cd5-bc4c-3fe68ec33e97" providerId="ADAL" clId="{424CC4A3-94C0-43E4-A801-8F92997663E9}" dt="2024-08-26T15:03:26.142" v="1990" actId="20577"/>
        <pc:sldMkLst>
          <pc:docMk/>
          <pc:sldMk cId="3585669407" sldId="264"/>
        </pc:sldMkLst>
      </pc:sldChg>
      <pc:sldChg chg="del">
        <pc:chgData name="Georges MATHIO" userId="1057b68d-d9cf-4cd5-bc4c-3fe68ec33e97" providerId="ADAL" clId="{424CC4A3-94C0-43E4-A801-8F92997663E9}" dt="2024-08-23T08:45:55.536" v="0" actId="47"/>
        <pc:sldMkLst>
          <pc:docMk/>
          <pc:sldMk cId="4167943880" sldId="264"/>
        </pc:sldMkLst>
      </pc:sldChg>
      <pc:sldChg chg="modSp add mod">
        <pc:chgData name="Georges MATHIO" userId="1057b68d-d9cf-4cd5-bc4c-3fe68ec33e97" providerId="ADAL" clId="{424CC4A3-94C0-43E4-A801-8F92997663E9}" dt="2024-08-26T15:11:40.995" v="2295" actId="5793"/>
        <pc:sldMkLst>
          <pc:docMk/>
          <pc:sldMk cId="2440634833" sldId="265"/>
        </pc:sldMkLst>
      </pc:sldChg>
      <pc:sldChg chg="del">
        <pc:chgData name="Georges MATHIO" userId="1057b68d-d9cf-4cd5-bc4c-3fe68ec33e97" providerId="ADAL" clId="{424CC4A3-94C0-43E4-A801-8F92997663E9}" dt="2024-08-23T08:45:55.536" v="0" actId="47"/>
        <pc:sldMkLst>
          <pc:docMk/>
          <pc:sldMk cId="3870140485" sldId="265"/>
        </pc:sldMkLst>
      </pc:sldChg>
      <pc:sldChg chg="modSp new mod">
        <pc:chgData name="Georges MATHIO" userId="1057b68d-d9cf-4cd5-bc4c-3fe68ec33e97" providerId="ADAL" clId="{424CC4A3-94C0-43E4-A801-8F92997663E9}" dt="2024-08-26T15:12:55.657" v="2414" actId="20577"/>
        <pc:sldMkLst>
          <pc:docMk/>
          <pc:sldMk cId="1447089258" sldId="266"/>
        </pc:sldMkLst>
      </pc:sldChg>
      <pc:sldChg chg="del">
        <pc:chgData name="Georges MATHIO" userId="1057b68d-d9cf-4cd5-bc4c-3fe68ec33e97" providerId="ADAL" clId="{424CC4A3-94C0-43E4-A801-8F92997663E9}" dt="2024-08-23T08:45:55.536" v="0" actId="47"/>
        <pc:sldMkLst>
          <pc:docMk/>
          <pc:sldMk cId="1487403360" sldId="266"/>
        </pc:sldMkLst>
      </pc:sldChg>
      <pc:sldChg chg="modSp new mod">
        <pc:chgData name="Georges MATHIO" userId="1057b68d-d9cf-4cd5-bc4c-3fe68ec33e97" providerId="ADAL" clId="{424CC4A3-94C0-43E4-A801-8F92997663E9}" dt="2024-08-27T07:03:38.654" v="2504" actId="20577"/>
        <pc:sldMkLst>
          <pc:docMk/>
          <pc:sldMk cId="3988114519" sldId="267"/>
        </pc:sldMkLst>
      </pc:sldChg>
      <pc:sldChg chg="addSp modSp add mod ord">
        <pc:chgData name="Georges MATHIO" userId="1057b68d-d9cf-4cd5-bc4c-3fe68ec33e97" providerId="ADAL" clId="{424CC4A3-94C0-43E4-A801-8F92997663E9}" dt="2024-09-10T14:28:36.901" v="2834" actId="1076"/>
        <pc:sldMkLst>
          <pc:docMk/>
          <pc:sldMk cId="787731320" sldId="268"/>
        </pc:sldMkLst>
      </pc:sldChg>
      <pc:sldMasterChg chg="addSp delSp modSp mod modSldLayout">
        <pc:chgData name="Georges MATHIO" userId="1057b68d-d9cf-4cd5-bc4c-3fe68ec33e97" providerId="ADAL" clId="{424CC4A3-94C0-43E4-A801-8F92997663E9}" dt="2024-08-23T08:56:45.269" v="239"/>
        <pc:sldMasterMkLst>
          <pc:docMk/>
          <pc:sldMasterMk cId="0" sldId="2147483648"/>
        </pc:sldMasterMkLst>
        <pc:sldLayoutChg chg="addSp delSp modSp mod">
          <pc:chgData name="Georges MATHIO" userId="1057b68d-d9cf-4cd5-bc4c-3fe68ec33e97" providerId="ADAL" clId="{424CC4A3-94C0-43E4-A801-8F92997663E9}" dt="2024-08-23T08:56:34.014" v="236" actId="478"/>
          <pc:sldLayoutMkLst>
            <pc:docMk/>
            <pc:sldMasterMk cId="0" sldId="2147483648"/>
            <pc:sldLayoutMk cId="0" sldId="2147483649"/>
          </pc:sldLayoutMkLst>
        </pc:sldLayoutChg>
        <pc:sldLayoutChg chg="addSp delSp modSp mod">
          <pc:chgData name="Georges MATHIO" userId="1057b68d-d9cf-4cd5-bc4c-3fe68ec33e97" providerId="ADAL" clId="{424CC4A3-94C0-43E4-A801-8F92997663E9}" dt="2024-08-23T08:56:45.269" v="239"/>
          <pc:sldLayoutMkLst>
            <pc:docMk/>
            <pc:sldMasterMk cId="0" sldId="2147483648"/>
            <pc:sldLayoutMk cId="0" sldId="2147483650"/>
          </pc:sldLayoutMkLst>
        </pc:sldLayoutChg>
        <pc:sldLayoutChg chg="addSp delSp modSp mod">
          <pc:chgData name="Georges MATHIO" userId="1057b68d-d9cf-4cd5-bc4c-3fe68ec33e97" providerId="ADAL" clId="{424CC4A3-94C0-43E4-A801-8F92997663E9}" dt="2024-08-23T08:56:42.345" v="238" actId="167"/>
          <pc:sldLayoutMkLst>
            <pc:docMk/>
            <pc:sldMasterMk cId="0" sldId="2147483648"/>
            <pc:sldLayoutMk cId="0" sldId="2147483654"/>
          </pc:sldLayoutMkLst>
        </pc:sldLayoutChg>
      </pc:sldMasterChg>
    </pc:docChg>
  </pc:docChgLst>
  <pc:docChgLst>
    <pc:chgData name="Georges MATHIO" userId="1057b68d-d9cf-4cd5-bc4c-3fe68ec33e97" providerId="ADAL" clId="{1E421E42-88E8-4B76-A39B-A8353E171A41}"/>
    <pc:docChg chg="undo custSel addSld delSld modSld">
      <pc:chgData name="Georges MATHIO" userId="1057b68d-d9cf-4cd5-bc4c-3fe68ec33e97" providerId="ADAL" clId="{1E421E42-88E8-4B76-A39B-A8353E171A41}" dt="2024-12-11T12:10:54.785" v="2172" actId="20577"/>
      <pc:docMkLst>
        <pc:docMk/>
      </pc:docMkLst>
      <pc:sldChg chg="addSp delSp modSp mod">
        <pc:chgData name="Georges MATHIO" userId="1057b68d-d9cf-4cd5-bc4c-3fe68ec33e97" providerId="ADAL" clId="{1E421E42-88E8-4B76-A39B-A8353E171A41}" dt="2024-12-06T16:21:34.578" v="749" actId="26606"/>
        <pc:sldMkLst>
          <pc:docMk/>
          <pc:sldMk cId="947780138" sldId="278"/>
        </pc:sldMkLst>
        <pc:spChg chg="mod">
          <ac:chgData name="Georges MATHIO" userId="1057b68d-d9cf-4cd5-bc4c-3fe68ec33e97" providerId="ADAL" clId="{1E421E42-88E8-4B76-A39B-A8353E171A41}" dt="2024-12-05T17:02:09.830" v="746" actId="20577"/>
          <ac:spMkLst>
            <pc:docMk/>
            <pc:sldMk cId="947780138" sldId="278"/>
            <ac:spMk id="3" creationId="{00000000-0000-0000-0000-000000000000}"/>
          </ac:spMkLst>
        </pc:spChg>
        <pc:spChg chg="add">
          <ac:chgData name="Georges MATHIO" userId="1057b68d-d9cf-4cd5-bc4c-3fe68ec33e97" providerId="ADAL" clId="{1E421E42-88E8-4B76-A39B-A8353E171A41}" dt="2024-12-06T16:21:34.578" v="749" actId="26606"/>
          <ac:spMkLst>
            <pc:docMk/>
            <pc:sldMk cId="947780138" sldId="278"/>
            <ac:spMk id="1044" creationId="{0DC895F7-4E59-40FB-87DD-ACE47F94C143}"/>
          </ac:spMkLst>
        </pc:spChg>
        <pc:picChg chg="add mod ord">
          <ac:chgData name="Georges MATHIO" userId="1057b68d-d9cf-4cd5-bc4c-3fe68ec33e97" providerId="ADAL" clId="{1E421E42-88E8-4B76-A39B-A8353E171A41}" dt="2024-12-06T16:21:34.578" v="749" actId="26606"/>
          <ac:picMkLst>
            <pc:docMk/>
            <pc:sldMk cId="947780138" sldId="278"/>
            <ac:picMk id="1026" creationId="{12A50259-E84E-8CBC-0CB6-EBAD2F08A36B}"/>
          </ac:picMkLst>
        </pc:picChg>
        <pc:picChg chg="add">
          <ac:chgData name="Georges MATHIO" userId="1057b68d-d9cf-4cd5-bc4c-3fe68ec33e97" providerId="ADAL" clId="{1E421E42-88E8-4B76-A39B-A8353E171A41}" dt="2024-12-06T16:21:34.578" v="749" actId="26606"/>
          <ac:picMkLst>
            <pc:docMk/>
            <pc:sldMk cId="947780138" sldId="278"/>
            <ac:picMk id="1042" creationId="{CBECFFDC-94DB-4DA3-94FE-22FEDDA8FA30}"/>
          </ac:picMkLst>
        </pc:picChg>
        <pc:picChg chg="add">
          <ac:chgData name="Georges MATHIO" userId="1057b68d-d9cf-4cd5-bc4c-3fe68ec33e97" providerId="ADAL" clId="{1E421E42-88E8-4B76-A39B-A8353E171A41}" dt="2024-12-06T16:21:34.578" v="749" actId="26606"/>
          <ac:picMkLst>
            <pc:docMk/>
            <pc:sldMk cId="947780138" sldId="278"/>
            <ac:picMk id="1046" creationId="{1A4C720E-710D-44F8-A8D7-2BAA61E1814B}"/>
          </ac:picMkLst>
        </pc:picChg>
      </pc:sldChg>
      <pc:sldChg chg="addSp delSp modSp mod">
        <pc:chgData name="Georges MATHIO" userId="1057b68d-d9cf-4cd5-bc4c-3fe68ec33e97" providerId="ADAL" clId="{1E421E42-88E8-4B76-A39B-A8353E171A41}" dt="2024-12-03T12:40:32.495" v="739" actId="20577"/>
        <pc:sldMkLst>
          <pc:docMk/>
          <pc:sldMk cId="3235351140" sldId="279"/>
        </pc:sldMkLst>
        <pc:spChg chg="mod">
          <ac:chgData name="Georges MATHIO" userId="1057b68d-d9cf-4cd5-bc4c-3fe68ec33e97" providerId="ADAL" clId="{1E421E42-88E8-4B76-A39B-A8353E171A41}" dt="2024-11-15T17:06:55.569" v="26" actId="20577"/>
          <ac:spMkLst>
            <pc:docMk/>
            <pc:sldMk cId="3235351140" sldId="279"/>
            <ac:spMk id="2" creationId="{C932C08D-E400-0C92-61F5-A769B52C8BA5}"/>
          </ac:spMkLst>
        </pc:spChg>
        <pc:spChg chg="mod">
          <ac:chgData name="Georges MATHIO" userId="1057b68d-d9cf-4cd5-bc4c-3fe68ec33e97" providerId="ADAL" clId="{1E421E42-88E8-4B76-A39B-A8353E171A41}" dt="2024-12-03T12:40:32.495" v="739" actId="20577"/>
          <ac:spMkLst>
            <pc:docMk/>
            <pc:sldMk cId="3235351140" sldId="279"/>
            <ac:spMk id="3" creationId="{539B8080-611A-42E1-CFFD-DA54938A31CB}"/>
          </ac:spMkLst>
        </pc:spChg>
        <pc:picChg chg="add mod">
          <ac:chgData name="Georges MATHIO" userId="1057b68d-d9cf-4cd5-bc4c-3fe68ec33e97" providerId="ADAL" clId="{1E421E42-88E8-4B76-A39B-A8353E171A41}" dt="2024-11-15T17:16:33.327" v="346" actId="108"/>
          <ac:picMkLst>
            <pc:docMk/>
            <pc:sldMk cId="3235351140" sldId="279"/>
            <ac:picMk id="6" creationId="{A1ECDC97-CADE-0C7E-A4A2-DA0DA531A0CE}"/>
          </ac:picMkLst>
        </pc:picChg>
      </pc:sldChg>
      <pc:sldChg chg="del">
        <pc:chgData name="Georges MATHIO" userId="1057b68d-d9cf-4cd5-bc4c-3fe68ec33e97" providerId="ADAL" clId="{1E421E42-88E8-4B76-A39B-A8353E171A41}" dt="2024-11-15T17:10:10.889" v="199" actId="47"/>
        <pc:sldMkLst>
          <pc:docMk/>
          <pc:sldMk cId="3876591150" sldId="281"/>
        </pc:sldMkLst>
      </pc:sldChg>
      <pc:sldChg chg="del">
        <pc:chgData name="Georges MATHIO" userId="1057b68d-d9cf-4cd5-bc4c-3fe68ec33e97" providerId="ADAL" clId="{1E421E42-88E8-4B76-A39B-A8353E171A41}" dt="2024-11-15T17:10:11.823" v="200" actId="47"/>
        <pc:sldMkLst>
          <pc:docMk/>
          <pc:sldMk cId="149252829" sldId="282"/>
        </pc:sldMkLst>
      </pc:sldChg>
      <pc:sldChg chg="del">
        <pc:chgData name="Georges MATHIO" userId="1057b68d-d9cf-4cd5-bc4c-3fe68ec33e97" providerId="ADAL" clId="{1E421E42-88E8-4B76-A39B-A8353E171A41}" dt="2024-11-15T17:10:08.348" v="198" actId="47"/>
        <pc:sldMkLst>
          <pc:docMk/>
          <pc:sldMk cId="2350020133" sldId="283"/>
        </pc:sldMkLst>
      </pc:sldChg>
      <pc:sldChg chg="addSp modSp mod">
        <pc:chgData name="Georges MATHIO" userId="1057b68d-d9cf-4cd5-bc4c-3fe68ec33e97" providerId="ADAL" clId="{1E421E42-88E8-4B76-A39B-A8353E171A41}" dt="2024-12-06T16:25:40.662" v="921" actId="20577"/>
        <pc:sldMkLst>
          <pc:docMk/>
          <pc:sldMk cId="1785084455" sldId="284"/>
        </pc:sldMkLst>
        <pc:spChg chg="mod">
          <ac:chgData name="Georges MATHIO" userId="1057b68d-d9cf-4cd5-bc4c-3fe68ec33e97" providerId="ADAL" clId="{1E421E42-88E8-4B76-A39B-A8353E171A41}" dt="2024-11-15T17:18:02.660" v="360" actId="20577"/>
          <ac:spMkLst>
            <pc:docMk/>
            <pc:sldMk cId="1785084455" sldId="284"/>
            <ac:spMk id="2" creationId="{959BE558-0EE0-F23B-A4CF-5B7E4649DB49}"/>
          </ac:spMkLst>
        </pc:spChg>
        <pc:spChg chg="mod">
          <ac:chgData name="Georges MATHIO" userId="1057b68d-d9cf-4cd5-bc4c-3fe68ec33e97" providerId="ADAL" clId="{1E421E42-88E8-4B76-A39B-A8353E171A41}" dt="2024-12-06T16:25:40.662" v="921" actId="20577"/>
          <ac:spMkLst>
            <pc:docMk/>
            <pc:sldMk cId="1785084455" sldId="284"/>
            <ac:spMk id="3" creationId="{0D18E6DB-A72E-B6F5-7FAB-5E2690110164}"/>
          </ac:spMkLst>
        </pc:spChg>
        <pc:picChg chg="add mod">
          <ac:chgData name="Georges MATHIO" userId="1057b68d-d9cf-4cd5-bc4c-3fe68ec33e97" providerId="ADAL" clId="{1E421E42-88E8-4B76-A39B-A8353E171A41}" dt="2024-12-06T16:24:36.617" v="831" actId="108"/>
          <ac:picMkLst>
            <pc:docMk/>
            <pc:sldMk cId="1785084455" sldId="284"/>
            <ac:picMk id="5" creationId="{FB8EBEEC-4681-FEDF-7A05-9A74E307FC14}"/>
          </ac:picMkLst>
        </pc:picChg>
      </pc:sldChg>
      <pc:sldChg chg="delSp modSp mod">
        <pc:chgData name="Georges MATHIO" userId="1057b68d-d9cf-4cd5-bc4c-3fe68ec33e97" providerId="ADAL" clId="{1E421E42-88E8-4B76-A39B-A8353E171A41}" dt="2024-12-03T12:36:35.731" v="687" actId="20577"/>
        <pc:sldMkLst>
          <pc:docMk/>
          <pc:sldMk cId="696138440" sldId="285"/>
        </pc:sldMkLst>
        <pc:spChg chg="mod">
          <ac:chgData name="Georges MATHIO" userId="1057b68d-d9cf-4cd5-bc4c-3fe68ec33e97" providerId="ADAL" clId="{1E421E42-88E8-4B76-A39B-A8353E171A41}" dt="2024-11-15T17:07:37.695" v="92" actId="27636"/>
          <ac:spMkLst>
            <pc:docMk/>
            <pc:sldMk cId="696138440" sldId="285"/>
            <ac:spMk id="2" creationId="{139DEC79-C4B0-050A-2B0D-D39813A0F00B}"/>
          </ac:spMkLst>
        </pc:spChg>
        <pc:spChg chg="mod">
          <ac:chgData name="Georges MATHIO" userId="1057b68d-d9cf-4cd5-bc4c-3fe68ec33e97" providerId="ADAL" clId="{1E421E42-88E8-4B76-A39B-A8353E171A41}" dt="2024-12-03T12:36:35.731" v="687" actId="20577"/>
          <ac:spMkLst>
            <pc:docMk/>
            <pc:sldMk cId="696138440" sldId="285"/>
            <ac:spMk id="3" creationId="{CF390FFB-0D9E-0ED2-9D81-29F82CBB2109}"/>
          </ac:spMkLst>
        </pc:spChg>
      </pc:sldChg>
      <pc:sldChg chg="modSp add del mod">
        <pc:chgData name="Georges MATHIO" userId="1057b68d-d9cf-4cd5-bc4c-3fe68ec33e97" providerId="ADAL" clId="{1E421E42-88E8-4B76-A39B-A8353E171A41}" dt="2024-11-21T17:51:59.276" v="439" actId="47"/>
        <pc:sldMkLst>
          <pc:docMk/>
          <pc:sldMk cId="205834677" sldId="286"/>
        </pc:sldMkLst>
      </pc:sldChg>
      <pc:sldChg chg="del">
        <pc:chgData name="Georges MATHIO" userId="1057b68d-d9cf-4cd5-bc4c-3fe68ec33e97" providerId="ADAL" clId="{1E421E42-88E8-4B76-A39B-A8353E171A41}" dt="2024-11-15T17:10:12.893" v="201" actId="47"/>
        <pc:sldMkLst>
          <pc:docMk/>
          <pc:sldMk cId="1439362577" sldId="286"/>
        </pc:sldMkLst>
      </pc:sldChg>
      <pc:sldChg chg="addSp delSp modSp new mod">
        <pc:chgData name="Georges MATHIO" userId="1057b68d-d9cf-4cd5-bc4c-3fe68ec33e97" providerId="ADAL" clId="{1E421E42-88E8-4B76-A39B-A8353E171A41}" dt="2024-12-03T12:37:33.523" v="704" actId="20577"/>
        <pc:sldMkLst>
          <pc:docMk/>
          <pc:sldMk cId="2042682731" sldId="287"/>
        </pc:sldMkLst>
        <pc:spChg chg="mod">
          <ac:chgData name="Georges MATHIO" userId="1057b68d-d9cf-4cd5-bc4c-3fe68ec33e97" providerId="ADAL" clId="{1E421E42-88E8-4B76-A39B-A8353E171A41}" dt="2024-11-21T13:38:19.151" v="438" actId="20577"/>
          <ac:spMkLst>
            <pc:docMk/>
            <pc:sldMk cId="2042682731" sldId="287"/>
            <ac:spMk id="2" creationId="{6579C68D-BF5A-31BF-C85B-354E81C74111}"/>
          </ac:spMkLst>
        </pc:spChg>
        <pc:spChg chg="add mod">
          <ac:chgData name="Georges MATHIO" userId="1057b68d-d9cf-4cd5-bc4c-3fe68ec33e97" providerId="ADAL" clId="{1E421E42-88E8-4B76-A39B-A8353E171A41}" dt="2024-12-03T12:37:33.523" v="704" actId="20577"/>
          <ac:spMkLst>
            <pc:docMk/>
            <pc:sldMk cId="2042682731" sldId="287"/>
            <ac:spMk id="4" creationId="{E868B25B-8A4D-8C3C-1010-F9668B0BD3B8}"/>
          </ac:spMkLst>
        </pc:spChg>
        <pc:spChg chg="add mod">
          <ac:chgData name="Georges MATHIO" userId="1057b68d-d9cf-4cd5-bc4c-3fe68ec33e97" providerId="ADAL" clId="{1E421E42-88E8-4B76-A39B-A8353E171A41}" dt="2024-12-03T08:58:22.674" v="556" actId="1037"/>
          <ac:spMkLst>
            <pc:docMk/>
            <pc:sldMk cId="2042682731" sldId="287"/>
            <ac:spMk id="5" creationId="{B7028161-6EE7-E123-31A3-0D440BF61EE2}"/>
          </ac:spMkLst>
        </pc:spChg>
      </pc:sldChg>
      <pc:sldChg chg="addSp modSp add mod">
        <pc:chgData name="Georges MATHIO" userId="1057b68d-d9cf-4cd5-bc4c-3fe68ec33e97" providerId="ADAL" clId="{1E421E42-88E8-4B76-A39B-A8353E171A41}" dt="2024-12-06T16:38:45.528" v="1392" actId="20577"/>
        <pc:sldMkLst>
          <pc:docMk/>
          <pc:sldMk cId="2079156772" sldId="288"/>
        </pc:sldMkLst>
        <pc:spChg chg="mod">
          <ac:chgData name="Georges MATHIO" userId="1057b68d-d9cf-4cd5-bc4c-3fe68ec33e97" providerId="ADAL" clId="{1E421E42-88E8-4B76-A39B-A8353E171A41}" dt="2024-12-06T16:22:10.958" v="775" actId="20577"/>
          <ac:spMkLst>
            <pc:docMk/>
            <pc:sldMk cId="2079156772" sldId="288"/>
            <ac:spMk id="2" creationId="{3F893D6F-8B89-E0ED-62A2-3D9647B2B94D}"/>
          </ac:spMkLst>
        </pc:spChg>
        <pc:spChg chg="mod">
          <ac:chgData name="Georges MATHIO" userId="1057b68d-d9cf-4cd5-bc4c-3fe68ec33e97" providerId="ADAL" clId="{1E421E42-88E8-4B76-A39B-A8353E171A41}" dt="2024-12-06T16:38:45.528" v="1392" actId="20577"/>
          <ac:spMkLst>
            <pc:docMk/>
            <pc:sldMk cId="2079156772" sldId="288"/>
            <ac:spMk id="3" creationId="{D67934F9-6F3D-2FB8-5B3F-A401E4F290A3}"/>
          </ac:spMkLst>
        </pc:spChg>
        <pc:spChg chg="add mod">
          <ac:chgData name="Georges MATHIO" userId="1057b68d-d9cf-4cd5-bc4c-3fe68ec33e97" providerId="ADAL" clId="{1E421E42-88E8-4B76-A39B-A8353E171A41}" dt="2024-12-06T16:31:19.823" v="1200" actId="14100"/>
          <ac:spMkLst>
            <pc:docMk/>
            <pc:sldMk cId="2079156772" sldId="288"/>
            <ac:spMk id="5" creationId="{AB96B820-1739-0536-AEA7-FF84A0C625FE}"/>
          </ac:spMkLst>
        </pc:spChg>
        <pc:picChg chg="add mod">
          <ac:chgData name="Georges MATHIO" userId="1057b68d-d9cf-4cd5-bc4c-3fe68ec33e97" providerId="ADAL" clId="{1E421E42-88E8-4B76-A39B-A8353E171A41}" dt="2024-12-06T16:32:11.287" v="1209" actId="1076"/>
          <ac:picMkLst>
            <pc:docMk/>
            <pc:sldMk cId="2079156772" sldId="288"/>
            <ac:picMk id="8" creationId="{457C6D49-B4C9-1736-3E7E-D66DFA4C2E28}"/>
          </ac:picMkLst>
        </pc:picChg>
        <pc:cxnChg chg="add mod">
          <ac:chgData name="Georges MATHIO" userId="1057b68d-d9cf-4cd5-bc4c-3fe68ec33e97" providerId="ADAL" clId="{1E421E42-88E8-4B76-A39B-A8353E171A41}" dt="2024-12-06T16:32:46.008" v="1218" actId="1038"/>
          <ac:cxnSpMkLst>
            <pc:docMk/>
            <pc:sldMk cId="2079156772" sldId="288"/>
            <ac:cxnSpMk id="10" creationId="{34234333-0DE0-6FD5-88FD-D40B7A4A89C3}"/>
          </ac:cxnSpMkLst>
        </pc:cxnChg>
        <pc:cxnChg chg="add mod">
          <ac:chgData name="Georges MATHIO" userId="1057b68d-d9cf-4cd5-bc4c-3fe68ec33e97" providerId="ADAL" clId="{1E421E42-88E8-4B76-A39B-A8353E171A41}" dt="2024-12-06T16:32:41.619" v="1217" actId="1036"/>
          <ac:cxnSpMkLst>
            <pc:docMk/>
            <pc:sldMk cId="2079156772" sldId="288"/>
            <ac:cxnSpMk id="11" creationId="{5DD1D7DF-5363-5292-CC99-F072DF7C0656}"/>
          </ac:cxnSpMkLst>
        </pc:cxnChg>
        <pc:cxnChg chg="add mod">
          <ac:chgData name="Georges MATHIO" userId="1057b68d-d9cf-4cd5-bc4c-3fe68ec33e97" providerId="ADAL" clId="{1E421E42-88E8-4B76-A39B-A8353E171A41}" dt="2024-12-06T16:33:03.404" v="1225" actId="1035"/>
          <ac:cxnSpMkLst>
            <pc:docMk/>
            <pc:sldMk cId="2079156772" sldId="288"/>
            <ac:cxnSpMk id="12" creationId="{9C2C8137-407E-33B9-D0E0-1CBA174CBE5C}"/>
          </ac:cxnSpMkLst>
        </pc:cxnChg>
        <pc:cxnChg chg="add mod">
          <ac:chgData name="Georges MATHIO" userId="1057b68d-d9cf-4cd5-bc4c-3fe68ec33e97" providerId="ADAL" clId="{1E421E42-88E8-4B76-A39B-A8353E171A41}" dt="2024-12-06T16:33:01.478" v="1223" actId="1076"/>
          <ac:cxnSpMkLst>
            <pc:docMk/>
            <pc:sldMk cId="2079156772" sldId="288"/>
            <ac:cxnSpMk id="13" creationId="{4053BD86-4C26-B851-4736-17F3F76179A1}"/>
          </ac:cxnSpMkLst>
        </pc:cxnChg>
        <pc:cxnChg chg="add mod">
          <ac:chgData name="Georges MATHIO" userId="1057b68d-d9cf-4cd5-bc4c-3fe68ec33e97" providerId="ADAL" clId="{1E421E42-88E8-4B76-A39B-A8353E171A41}" dt="2024-12-06T16:33:11.668" v="1227" actId="1076"/>
          <ac:cxnSpMkLst>
            <pc:docMk/>
            <pc:sldMk cId="2079156772" sldId="288"/>
            <ac:cxnSpMk id="14" creationId="{5705AA2D-771B-572F-4DC8-57AC8A2B1FAD}"/>
          </ac:cxnSpMkLst>
        </pc:cxnChg>
        <pc:cxnChg chg="add mod">
          <ac:chgData name="Georges MATHIO" userId="1057b68d-d9cf-4cd5-bc4c-3fe68ec33e97" providerId="ADAL" clId="{1E421E42-88E8-4B76-A39B-A8353E171A41}" dt="2024-12-06T16:33:16.331" v="1229" actId="1076"/>
          <ac:cxnSpMkLst>
            <pc:docMk/>
            <pc:sldMk cId="2079156772" sldId="288"/>
            <ac:cxnSpMk id="15" creationId="{81CCE714-F54C-C084-B1AE-651DE73DD475}"/>
          </ac:cxnSpMkLst>
        </pc:cxnChg>
        <pc:cxnChg chg="add mod">
          <ac:chgData name="Georges MATHIO" userId="1057b68d-d9cf-4cd5-bc4c-3fe68ec33e97" providerId="ADAL" clId="{1E421E42-88E8-4B76-A39B-A8353E171A41}" dt="2024-12-06T16:33:26.632" v="1233" actId="1035"/>
          <ac:cxnSpMkLst>
            <pc:docMk/>
            <pc:sldMk cId="2079156772" sldId="288"/>
            <ac:cxnSpMk id="16" creationId="{0CD0E2D4-5A82-B693-D697-E0FE86BDF107}"/>
          </ac:cxnSpMkLst>
        </pc:cxnChg>
        <pc:cxnChg chg="add mod">
          <ac:chgData name="Georges MATHIO" userId="1057b68d-d9cf-4cd5-bc4c-3fe68ec33e97" providerId="ADAL" clId="{1E421E42-88E8-4B76-A39B-A8353E171A41}" dt="2024-12-06T16:34:03.918" v="1239" actId="14100"/>
          <ac:cxnSpMkLst>
            <pc:docMk/>
            <pc:sldMk cId="2079156772" sldId="288"/>
            <ac:cxnSpMk id="17" creationId="{7AD61C97-6BD9-BF02-2C75-EC081957D5C4}"/>
          </ac:cxnSpMkLst>
        </pc:cxnChg>
      </pc:sldChg>
      <pc:sldChg chg="add del">
        <pc:chgData name="Georges MATHIO" userId="1057b68d-d9cf-4cd5-bc4c-3fe68ec33e97" providerId="ADAL" clId="{1E421E42-88E8-4B76-A39B-A8353E171A41}" dt="2024-12-09T23:15:46.334" v="1395" actId="47"/>
        <pc:sldMkLst>
          <pc:docMk/>
          <pc:sldMk cId="2264483725" sldId="289"/>
        </pc:sldMkLst>
      </pc:sldChg>
      <pc:sldChg chg="addSp delSp modSp add mod">
        <pc:chgData name="Georges MATHIO" userId="1057b68d-d9cf-4cd5-bc4c-3fe68ec33e97" providerId="ADAL" clId="{1E421E42-88E8-4B76-A39B-A8353E171A41}" dt="2024-12-11T11:57:28.046" v="1671" actId="20577"/>
        <pc:sldMkLst>
          <pc:docMk/>
          <pc:sldMk cId="1015551072" sldId="290"/>
        </pc:sldMkLst>
        <pc:spChg chg="mod">
          <ac:chgData name="Georges MATHIO" userId="1057b68d-d9cf-4cd5-bc4c-3fe68ec33e97" providerId="ADAL" clId="{1E421E42-88E8-4B76-A39B-A8353E171A41}" dt="2024-12-11T11:54:02.611" v="1457" actId="20577"/>
          <ac:spMkLst>
            <pc:docMk/>
            <pc:sldMk cId="1015551072" sldId="290"/>
            <ac:spMk id="2" creationId="{82F3DF20-4B56-999D-C886-1D5900461FFC}"/>
          </ac:spMkLst>
        </pc:spChg>
        <pc:spChg chg="del mod">
          <ac:chgData name="Georges MATHIO" userId="1057b68d-d9cf-4cd5-bc4c-3fe68ec33e97" providerId="ADAL" clId="{1E421E42-88E8-4B76-A39B-A8353E171A41}" dt="2024-12-11T11:54:14.780" v="1458" actId="478"/>
          <ac:spMkLst>
            <pc:docMk/>
            <pc:sldMk cId="1015551072" sldId="290"/>
            <ac:spMk id="4" creationId="{2738D219-3F76-B578-1930-7DCF3648AE96}"/>
          </ac:spMkLst>
        </pc:spChg>
        <pc:spChg chg="del">
          <ac:chgData name="Georges MATHIO" userId="1057b68d-d9cf-4cd5-bc4c-3fe68ec33e97" providerId="ADAL" clId="{1E421E42-88E8-4B76-A39B-A8353E171A41}" dt="2024-12-11T11:54:24.408" v="1463" actId="478"/>
          <ac:spMkLst>
            <pc:docMk/>
            <pc:sldMk cId="1015551072" sldId="290"/>
            <ac:spMk id="5" creationId="{2B431E0C-FB6F-D0E8-6339-B2830EC0FC7E}"/>
          </ac:spMkLst>
        </pc:spChg>
        <pc:spChg chg="add del mod">
          <ac:chgData name="Georges MATHIO" userId="1057b68d-d9cf-4cd5-bc4c-3fe68ec33e97" providerId="ADAL" clId="{1E421E42-88E8-4B76-A39B-A8353E171A41}" dt="2024-12-11T11:54:18.477" v="1461" actId="478"/>
          <ac:spMkLst>
            <pc:docMk/>
            <pc:sldMk cId="1015551072" sldId="290"/>
            <ac:spMk id="6" creationId="{9A2EBFF7-AB90-107E-6AC0-700202625F3B}"/>
          </ac:spMkLst>
        </pc:spChg>
        <pc:spChg chg="add mod">
          <ac:chgData name="Georges MATHIO" userId="1057b68d-d9cf-4cd5-bc4c-3fe68ec33e97" providerId="ADAL" clId="{1E421E42-88E8-4B76-A39B-A8353E171A41}" dt="2024-12-11T11:54:16.709" v="1460"/>
          <ac:spMkLst>
            <pc:docMk/>
            <pc:sldMk cId="1015551072" sldId="290"/>
            <ac:spMk id="7" creationId="{C476DCCB-8034-4A19-7320-173E9ECE8E38}"/>
          </ac:spMkLst>
        </pc:spChg>
        <pc:spChg chg="add mod">
          <ac:chgData name="Georges MATHIO" userId="1057b68d-d9cf-4cd5-bc4c-3fe68ec33e97" providerId="ADAL" clId="{1E421E42-88E8-4B76-A39B-A8353E171A41}" dt="2024-12-11T11:57:28.046" v="1671" actId="20577"/>
          <ac:spMkLst>
            <pc:docMk/>
            <pc:sldMk cId="1015551072" sldId="290"/>
            <ac:spMk id="8" creationId="{07C81F0C-C859-9320-5C88-D8CB390E5883}"/>
          </ac:spMkLst>
        </pc:spChg>
      </pc:sldChg>
      <pc:sldChg chg="addSp modSp add mod">
        <pc:chgData name="Georges MATHIO" userId="1057b68d-d9cf-4cd5-bc4c-3fe68ec33e97" providerId="ADAL" clId="{1E421E42-88E8-4B76-A39B-A8353E171A41}" dt="2024-12-11T12:10:54.785" v="2172" actId="20577"/>
        <pc:sldMkLst>
          <pc:docMk/>
          <pc:sldMk cId="1916568031" sldId="291"/>
        </pc:sldMkLst>
        <pc:spChg chg="mod">
          <ac:chgData name="Georges MATHIO" userId="1057b68d-d9cf-4cd5-bc4c-3fe68ec33e97" providerId="ADAL" clId="{1E421E42-88E8-4B76-A39B-A8353E171A41}" dt="2024-12-11T12:07:39.404" v="2043" actId="20577"/>
          <ac:spMkLst>
            <pc:docMk/>
            <pc:sldMk cId="1916568031" sldId="291"/>
            <ac:spMk id="2" creationId="{B16B650D-CD52-D087-C62C-A9EF20233132}"/>
          </ac:spMkLst>
        </pc:spChg>
        <pc:spChg chg="add">
          <ac:chgData name="Georges MATHIO" userId="1057b68d-d9cf-4cd5-bc4c-3fe68ec33e97" providerId="ADAL" clId="{1E421E42-88E8-4B76-A39B-A8353E171A41}" dt="2024-12-11T12:08:13.278" v="2055"/>
          <ac:spMkLst>
            <pc:docMk/>
            <pc:sldMk cId="1916568031" sldId="291"/>
            <ac:spMk id="3" creationId="{BB8A7310-14CB-D1B7-EAA3-53CBC774A3FF}"/>
          </ac:spMkLst>
        </pc:spChg>
        <pc:spChg chg="mod">
          <ac:chgData name="Georges MATHIO" userId="1057b68d-d9cf-4cd5-bc4c-3fe68ec33e97" providerId="ADAL" clId="{1E421E42-88E8-4B76-A39B-A8353E171A41}" dt="2024-12-11T12:10:54.785" v="2172" actId="20577"/>
          <ac:spMkLst>
            <pc:docMk/>
            <pc:sldMk cId="1916568031" sldId="291"/>
            <ac:spMk id="4" creationId="{9D654AE8-5479-A60E-9C5F-0E2FA576073C}"/>
          </ac:spMkLst>
        </pc:spChg>
        <pc:spChg chg="mod">
          <ac:chgData name="Georges MATHIO" userId="1057b68d-d9cf-4cd5-bc4c-3fe68ec33e97" providerId="ADAL" clId="{1E421E42-88E8-4B76-A39B-A8353E171A41}" dt="2024-12-11T12:07:49.087" v="2044"/>
          <ac:spMkLst>
            <pc:docMk/>
            <pc:sldMk cId="1916568031" sldId="291"/>
            <ac:spMk id="5" creationId="{C2739CF6-3AC3-4A9F-7ED4-ADD435F38C6B}"/>
          </ac:spMkLst>
        </pc:spChg>
        <pc:spChg chg="add">
          <ac:chgData name="Georges MATHIO" userId="1057b68d-d9cf-4cd5-bc4c-3fe68ec33e97" providerId="ADAL" clId="{1E421E42-88E8-4B76-A39B-A8353E171A41}" dt="2024-12-11T12:08:15.877" v="2056"/>
          <ac:spMkLst>
            <pc:docMk/>
            <pc:sldMk cId="1916568031" sldId="291"/>
            <ac:spMk id="6" creationId="{EF440331-0062-A7AB-36D3-487CCA007848}"/>
          </ac:spMkLst>
        </pc:spChg>
      </pc:sldChg>
      <pc:sldChg chg="addSp modSp add mod setBg">
        <pc:chgData name="Georges MATHIO" userId="1057b68d-d9cf-4cd5-bc4c-3fe68ec33e97" providerId="ADAL" clId="{1E421E42-88E8-4B76-A39B-A8353E171A41}" dt="2024-12-11T12:06:10.551" v="2022" actId="20577"/>
        <pc:sldMkLst>
          <pc:docMk/>
          <pc:sldMk cId="3495340627" sldId="292"/>
        </pc:sldMkLst>
        <pc:spChg chg="mod">
          <ac:chgData name="Georges MATHIO" userId="1057b68d-d9cf-4cd5-bc4c-3fe68ec33e97" providerId="ADAL" clId="{1E421E42-88E8-4B76-A39B-A8353E171A41}" dt="2024-12-11T11:59:20.893" v="1692" actId="26606"/>
          <ac:spMkLst>
            <pc:docMk/>
            <pc:sldMk cId="3495340627" sldId="292"/>
            <ac:spMk id="2" creationId="{44D5D00F-997E-2F8B-88EF-43C13BD22D74}"/>
          </ac:spMkLst>
        </pc:spChg>
        <pc:spChg chg="mod">
          <ac:chgData name="Georges MATHIO" userId="1057b68d-d9cf-4cd5-bc4c-3fe68ec33e97" providerId="ADAL" clId="{1E421E42-88E8-4B76-A39B-A8353E171A41}" dt="2024-12-11T12:06:10.551" v="2022" actId="20577"/>
          <ac:spMkLst>
            <pc:docMk/>
            <pc:sldMk cId="3495340627" sldId="292"/>
            <ac:spMk id="8" creationId="{93625566-6581-5BEE-9F54-7D5A25E8325A}"/>
          </ac:spMkLst>
        </pc:spChg>
        <pc:picChg chg="add mod">
          <ac:chgData name="Georges MATHIO" userId="1057b68d-d9cf-4cd5-bc4c-3fe68ec33e97" providerId="ADAL" clId="{1E421E42-88E8-4B76-A39B-A8353E171A41}" dt="2024-12-11T11:59:31.413" v="1694" actId="14100"/>
          <ac:picMkLst>
            <pc:docMk/>
            <pc:sldMk cId="3495340627" sldId="292"/>
            <ac:picMk id="4" creationId="{770E170C-9B79-13AD-8D8B-E9936FBD4A93}"/>
          </ac:picMkLst>
        </pc:picChg>
      </pc:sldChg>
    </pc:docChg>
  </pc:docChgLst>
  <pc:docChgLst>
    <pc:chgData name="Georges MATHIO" userId="S::georges.mathio@estia.fr::1057b68d-d9cf-4cd5-bc4c-3fe68ec33e97" providerId="AD" clId="Web-{7FB7BF05-9048-28FC-5EB7-CE05B75ADC04}"/>
    <pc:docChg chg="addSld delSld modSld">
      <pc:chgData name="Georges MATHIO" userId="S::georges.mathio@estia.fr::1057b68d-d9cf-4cd5-bc4c-3fe68ec33e97" providerId="AD" clId="Web-{7FB7BF05-9048-28FC-5EB7-CE05B75ADC04}" dt="2023-10-26T13:13:17.279" v="42" actId="20577"/>
      <pc:docMkLst>
        <pc:docMk/>
      </pc:docMkLst>
      <pc:sldChg chg="modSp">
        <pc:chgData name="Georges MATHIO" userId="S::georges.mathio@estia.fr::1057b68d-d9cf-4cd5-bc4c-3fe68ec33e97" providerId="AD" clId="Web-{7FB7BF05-9048-28FC-5EB7-CE05B75ADC04}" dt="2023-10-26T13:10:36.055" v="30" actId="1076"/>
        <pc:sldMkLst>
          <pc:docMk/>
          <pc:sldMk cId="2526593619" sldId="256"/>
        </pc:sldMkLst>
      </pc:sldChg>
      <pc:sldChg chg="modSp new">
        <pc:chgData name="Georges MATHIO" userId="S::georges.mathio@estia.fr::1057b68d-d9cf-4cd5-bc4c-3fe68ec33e97" providerId="AD" clId="Web-{7FB7BF05-9048-28FC-5EB7-CE05B75ADC04}" dt="2023-10-26T13:13:17.279" v="42" actId="20577"/>
        <pc:sldMkLst>
          <pc:docMk/>
          <pc:sldMk cId="1029684144" sldId="257"/>
        </pc:sldMkLst>
      </pc:sldChg>
      <pc:sldChg chg="new del">
        <pc:chgData name="Georges MATHIO" userId="S::georges.mathio@estia.fr::1057b68d-d9cf-4cd5-bc4c-3fe68ec33e97" providerId="AD" clId="Web-{7FB7BF05-9048-28FC-5EB7-CE05B75ADC04}" dt="2023-10-26T13:09:48.992" v="6"/>
        <pc:sldMkLst>
          <pc:docMk/>
          <pc:sldMk cId="3970989700" sldId="257"/>
        </pc:sldMkLst>
      </pc:sldChg>
    </pc:docChg>
  </pc:docChgLst>
  <pc:docChgLst>
    <pc:chgData name="Georges MATHIO" userId="1057b68d-d9cf-4cd5-bc4c-3fe68ec33e97" providerId="ADAL" clId="{6896E697-4535-4548-B5BB-7BF60D63B382}"/>
    <pc:docChg chg="undo redo custSel addSld delSld modSld sldOrd modMainMaster">
      <pc:chgData name="Georges MATHIO" userId="1057b68d-d9cf-4cd5-bc4c-3fe68ec33e97" providerId="ADAL" clId="{6896E697-4535-4548-B5BB-7BF60D63B382}" dt="2023-11-06T10:26:22.863" v="3928"/>
      <pc:docMkLst>
        <pc:docMk/>
      </pc:docMkLst>
      <pc:sldChg chg="addSp delSp modSp del mod setBg">
        <pc:chgData name="Georges MATHIO" userId="1057b68d-d9cf-4cd5-bc4c-3fe68ec33e97" providerId="ADAL" clId="{6896E697-4535-4548-B5BB-7BF60D63B382}" dt="2023-10-26T13:39:07.448" v="856" actId="47"/>
        <pc:sldMkLst>
          <pc:docMk/>
          <pc:sldMk cId="1029684144" sldId="257"/>
        </pc:sldMkLst>
      </pc:sldChg>
      <pc:sldChg chg="addSp delSp modSp new mod">
        <pc:chgData name="Georges MATHIO" userId="1057b68d-d9cf-4cd5-bc4c-3fe68ec33e97" providerId="ADAL" clId="{6896E697-4535-4548-B5BB-7BF60D63B382}" dt="2023-10-26T14:11:37.867" v="2689" actId="20577"/>
        <pc:sldMkLst>
          <pc:docMk/>
          <pc:sldMk cId="1554076419" sldId="258"/>
        </pc:sldMkLst>
      </pc:sldChg>
      <pc:sldChg chg="addSp delSp modSp add mod">
        <pc:chgData name="Georges MATHIO" userId="1057b68d-d9cf-4cd5-bc4c-3fe68ec33e97" providerId="ADAL" clId="{6896E697-4535-4548-B5BB-7BF60D63B382}" dt="2023-10-26T14:54:54.547" v="3835" actId="20577"/>
        <pc:sldMkLst>
          <pc:docMk/>
          <pc:sldMk cId="2482283123" sldId="259"/>
        </pc:sldMkLst>
      </pc:sldChg>
      <pc:sldChg chg="addSp delSp modSp add mod">
        <pc:chgData name="Georges MATHIO" userId="1057b68d-d9cf-4cd5-bc4c-3fe68ec33e97" providerId="ADAL" clId="{6896E697-4535-4548-B5BB-7BF60D63B382}" dt="2023-10-26T14:16:24.917" v="2793" actId="1076"/>
        <pc:sldMkLst>
          <pc:docMk/>
          <pc:sldMk cId="319033476" sldId="260"/>
        </pc:sldMkLst>
      </pc:sldChg>
      <pc:sldChg chg="addSp delSp modSp add mod ord">
        <pc:chgData name="Georges MATHIO" userId="1057b68d-d9cf-4cd5-bc4c-3fe68ec33e97" providerId="ADAL" clId="{6896E697-4535-4548-B5BB-7BF60D63B382}" dt="2023-10-26T14:54:05.827" v="3749" actId="1036"/>
        <pc:sldMkLst>
          <pc:docMk/>
          <pc:sldMk cId="1018468898" sldId="261"/>
        </pc:sldMkLst>
      </pc:sldChg>
      <pc:sldChg chg="addSp delSp modSp add mod">
        <pc:chgData name="Georges MATHIO" userId="1057b68d-d9cf-4cd5-bc4c-3fe68ec33e97" providerId="ADAL" clId="{6896E697-4535-4548-B5BB-7BF60D63B382}" dt="2023-10-26T14:38:33.926" v="3521" actId="20577"/>
        <pc:sldMkLst>
          <pc:docMk/>
          <pc:sldMk cId="340622423" sldId="262"/>
        </pc:sldMkLst>
      </pc:sldChg>
      <pc:sldChg chg="delSp modSp add mod">
        <pc:chgData name="Georges MATHIO" userId="1057b68d-d9cf-4cd5-bc4c-3fe68ec33e97" providerId="ADAL" clId="{6896E697-4535-4548-B5BB-7BF60D63B382}" dt="2023-10-26T14:56:52.447" v="3926" actId="20577"/>
        <pc:sldMkLst>
          <pc:docMk/>
          <pc:sldMk cId="1455700223" sldId="263"/>
        </pc:sldMkLst>
      </pc:sldChg>
      <pc:sldMasterChg chg="addSp delSp modSp mod">
        <pc:chgData name="Georges MATHIO" userId="1057b68d-d9cf-4cd5-bc4c-3fe68ec33e97" providerId="ADAL" clId="{6896E697-4535-4548-B5BB-7BF60D63B382}" dt="2023-11-06T10:26:22.863" v="3928"/>
        <pc:sldMasterMkLst>
          <pc:docMk/>
          <pc:sldMasterMk cId="0" sldId="2147483669"/>
        </pc:sldMasterMkLst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2EF6789-4D93-43D8-B60D-0C5DEF3B644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D7B4A1-1589-4B83-9C22-DE251D95D0E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975488-675E-48BA-A9A2-BA0F5A60D82B}" type="datetime1">
              <a:rPr lang="en-GB" smtClean="0"/>
              <a:t>11/12/2024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4E724B-3C88-4DC9-855B-56F49D64A63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A42BBB-95F1-40A0-9691-67EFE9D0B76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C577BD-BE37-474B-8112-471F6F640A97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25086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noProof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BC9F49-C6C7-4BCF-B5B6-94EE3C9CB663}" type="datetime1">
              <a:rPr lang="en-GB" smtClean="0"/>
              <a:pPr/>
              <a:t>11/12/2024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4EB474-4500-4CA8-A4FE-2423436EBB0B}" type="slidenum">
              <a:rPr lang="en-GB" noProof="0" smtClean="0"/>
              <a:t>‹N°›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79654248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4EB474-4500-4CA8-A4FE-2423436EBB0B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30837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6">
            <a:extLst>
              <a:ext uri="{FF2B5EF4-FFF2-40B4-BE49-F238E27FC236}">
                <a16:creationId xmlns:a16="http://schemas.microsoft.com/office/drawing/2014/main" id="{6E3A0FE5-C39A-1C49-86B6-D92A234AE4B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7" y="893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rtlCol="0"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rtlCol="0"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en-GB" noProof="0" dirty="0"/>
              <a:t>Click to edit Master subtitle style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 anchor="ctr"/>
          <a:lstStyle/>
          <a:p>
            <a:pPr lvl="0" rtl="0"/>
            <a:r>
              <a:rPr lang="en-GB" noProof="0" dirty="0"/>
              <a:t>Click to edit Master text styles</a:t>
            </a:r>
          </a:p>
          <a:p>
            <a:pPr lvl="1" rtl="0"/>
            <a:r>
              <a:rPr lang="en-GB" noProof="0" dirty="0"/>
              <a:t>Second level</a:t>
            </a:r>
          </a:p>
          <a:p>
            <a:pPr lvl="2" rtl="0"/>
            <a:r>
              <a:rPr lang="en-GB" noProof="0" dirty="0"/>
              <a:t>Third level</a:t>
            </a:r>
          </a:p>
          <a:p>
            <a:pPr lvl="3" rtl="0"/>
            <a:r>
              <a:rPr lang="en-GB" noProof="0" dirty="0"/>
              <a:t>Fourth level</a:t>
            </a:r>
          </a:p>
          <a:p>
            <a:pPr lvl="4" rtl="0"/>
            <a:r>
              <a:rPr lang="en-GB" noProof="0" dirty="0"/>
              <a:t>Fifth level</a:t>
            </a:r>
          </a:p>
        </p:txBody>
      </p:sp>
      <p:pic>
        <p:nvPicPr>
          <p:cNvPr id="8" name="Picture 5" descr="Celestia-R1---OverlayContentHD.png">
            <a:extLst>
              <a:ext uri="{FF2B5EF4-FFF2-40B4-BE49-F238E27FC236}">
                <a16:creationId xmlns:a16="http://schemas.microsoft.com/office/drawing/2014/main" id="{C0E4D736-DF0E-6FFB-D4A2-46F677BC366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Celestia-R1---OverlayContentHD.png">
            <a:extLst>
              <a:ext uri="{FF2B5EF4-FFF2-40B4-BE49-F238E27FC236}">
                <a16:creationId xmlns:a16="http://schemas.microsoft.com/office/drawing/2014/main" id="{91C81237-E8B3-96FF-4819-AA9DE4BC939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GB" noProof="0"/>
              <a:t>Click to edit Master title style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-2645"/>
            <a:ext cx="10131426" cy="1069446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n-GB" noProof="0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1066801"/>
            <a:ext cx="10131425" cy="47243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rtl="0"/>
            <a:r>
              <a:rPr lang="en-GB" noProof="0" dirty="0"/>
              <a:t>Click to edit Master text styles</a:t>
            </a:r>
          </a:p>
          <a:p>
            <a:pPr lvl="1" rtl="0"/>
            <a:r>
              <a:rPr lang="en-GB" noProof="0" dirty="0"/>
              <a:t>Second level</a:t>
            </a:r>
          </a:p>
          <a:p>
            <a:pPr lvl="2" rtl="0"/>
            <a:r>
              <a:rPr lang="en-GB" noProof="0" dirty="0"/>
              <a:t>Third level</a:t>
            </a:r>
          </a:p>
          <a:p>
            <a:pPr lvl="3" rtl="0"/>
            <a:r>
              <a:rPr lang="en-GB" noProof="0" dirty="0"/>
              <a:t>Fourth level</a:t>
            </a:r>
          </a:p>
          <a:p>
            <a:pPr lvl="4" rtl="0"/>
            <a:r>
              <a:rPr lang="en-GB" noProof="0" dirty="0"/>
              <a:t>Fifth level</a:t>
            </a:r>
          </a:p>
        </p:txBody>
      </p:sp>
      <p:sp>
        <p:nvSpPr>
          <p:cNvPr id="7" name="Rectangle : avec coin arrondi 6">
            <a:extLst>
              <a:ext uri="{FF2B5EF4-FFF2-40B4-BE49-F238E27FC236}">
                <a16:creationId xmlns:a16="http://schemas.microsoft.com/office/drawing/2014/main" id="{6AA074AB-766A-76FA-FB34-4471F2AFCDAA}"/>
              </a:ext>
            </a:extLst>
          </p:cNvPr>
          <p:cNvSpPr/>
          <p:nvPr userDrawn="1"/>
        </p:nvSpPr>
        <p:spPr>
          <a:xfrm flipH="1">
            <a:off x="10974705" y="6196965"/>
            <a:ext cx="1217295" cy="661035"/>
          </a:xfrm>
          <a:prstGeom prst="round1Rect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9" name="Image 8" descr="Une image contenant Graphique, capture d’écran, conception&#10;&#10;Description générée automatiquement">
            <a:extLst>
              <a:ext uri="{FF2B5EF4-FFF2-40B4-BE49-F238E27FC236}">
                <a16:creationId xmlns:a16="http://schemas.microsoft.com/office/drawing/2014/main" id="{2C6B33F3-733F-89B1-872D-AA751F65B9D6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1015602" y="6227445"/>
            <a:ext cx="1176398" cy="609600"/>
          </a:xfrm>
          <a:prstGeom prst="rect">
            <a:avLst/>
          </a:prstGeom>
          <a:ln>
            <a:noFill/>
          </a:ln>
          <a:effectLst/>
        </p:spPr>
      </p:pic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4" r:id="rId3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eclipsyssolutions.com/blog/attach-oracle-cloud-block-volume-to-oci-compute-instance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2" name="Picture 1041">
            <a:extLst>
              <a:ext uri="{FF2B5EF4-FFF2-40B4-BE49-F238E27FC236}">
                <a16:creationId xmlns:a16="http://schemas.microsoft.com/office/drawing/2014/main" id="{CBECFFDC-94DB-4DA3-94FE-22FEDDA8FA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 useBgFill="1">
        <p:nvSpPr>
          <p:cNvPr id="1044" name="Rectangle 1043">
            <a:extLst>
              <a:ext uri="{FF2B5EF4-FFF2-40B4-BE49-F238E27FC236}">
                <a16:creationId xmlns:a16="http://schemas.microsoft.com/office/drawing/2014/main" id="{0DC895F7-4E59-40FB-87DD-ACE47F94C1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621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World's Tallest Sandcastle - Sculpture Digest">
            <a:extLst>
              <a:ext uri="{FF2B5EF4-FFF2-40B4-BE49-F238E27FC236}">
                <a16:creationId xmlns:a16="http://schemas.microsoft.com/office/drawing/2014/main" id="{12A50259-E84E-8CBC-0CB6-EBAD2F08A3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730"/>
          <a:stretch/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1045">
            <a:extLst>
              <a:ext uri="{FF2B5EF4-FFF2-40B4-BE49-F238E27FC236}">
                <a16:creationId xmlns:a16="http://schemas.microsoft.com/office/drawing/2014/main" id="{1A4C720E-710D-44F8-A8D7-2BAA61E181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51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8" y="893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Cloud Engineering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4294967295"/>
          </p:nvPr>
        </p:nvSpPr>
        <p:spPr>
          <a:xfrm>
            <a:off x="3962399" y="4385732"/>
            <a:ext cx="7197726" cy="140546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r">
              <a:buNone/>
            </a:pPr>
            <a:r>
              <a:rPr lang="en-US" cap="all" dirty="0"/>
              <a:t>Hands on</a:t>
            </a:r>
            <a:br>
              <a:rPr lang="en-US" cap="all" dirty="0"/>
            </a:br>
            <a:r>
              <a:rPr lang="en-US" cap="all" dirty="0"/>
              <a:t>Storage resources</a:t>
            </a:r>
          </a:p>
        </p:txBody>
      </p:sp>
    </p:spTree>
    <p:extLst>
      <p:ext uri="{BB962C8B-B14F-4D97-AF65-F5344CB8AC3E}">
        <p14:creationId xmlns:p14="http://schemas.microsoft.com/office/powerpoint/2010/main" val="9477801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932C08D-E400-0C92-61F5-A769B52C8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Create</a:t>
            </a:r>
            <a:r>
              <a:rPr lang="fr-FR" dirty="0"/>
              <a:t> AN </a:t>
            </a:r>
            <a:r>
              <a:rPr lang="fr-FR" dirty="0" err="1"/>
              <a:t>object</a:t>
            </a:r>
            <a:r>
              <a:rPr lang="fr-FR" dirty="0"/>
              <a:t> </a:t>
            </a:r>
            <a:r>
              <a:rPr lang="fr-FR" dirty="0" err="1"/>
              <a:t>storage</a:t>
            </a:r>
            <a:endParaRPr lang="en-GB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39B8080-611A-42E1-CFFD-DA54938A31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066801"/>
            <a:ext cx="10131425" cy="5647266"/>
          </a:xfrm>
        </p:spPr>
        <p:txBody>
          <a:bodyPr anchor="t">
            <a:normAutofit/>
          </a:bodyPr>
          <a:lstStyle/>
          <a:p>
            <a:r>
              <a:rPr lang="fr-FR" dirty="0" err="1"/>
              <a:t>From</a:t>
            </a:r>
            <a:r>
              <a:rPr lang="fr-FR" dirty="0"/>
              <a:t> the top </a:t>
            </a:r>
            <a:r>
              <a:rPr lang="fr-FR" dirty="0" err="1"/>
              <a:t>left</a:t>
            </a:r>
            <a:r>
              <a:rPr lang="fr-FR" dirty="0"/>
              <a:t> hamburger menu</a:t>
            </a:r>
          </a:p>
          <a:p>
            <a:pPr lvl="1"/>
            <a:r>
              <a:rPr lang="en-GB" dirty="0"/>
              <a:t>Storage</a:t>
            </a:r>
          </a:p>
          <a:p>
            <a:pPr lvl="1"/>
            <a:r>
              <a:rPr lang="en-GB" dirty="0"/>
              <a:t>Buckets</a:t>
            </a:r>
          </a:p>
          <a:p>
            <a:pPr marL="457200" lvl="1" indent="0">
              <a:buNone/>
            </a:pPr>
            <a:endParaRPr lang="en-GB" dirty="0"/>
          </a:p>
          <a:p>
            <a:r>
              <a:rPr lang="en-GB" dirty="0"/>
              <a:t>From the left entries</a:t>
            </a:r>
          </a:p>
          <a:p>
            <a:pPr lvl="1"/>
            <a:r>
              <a:rPr lang="en-GB" dirty="0"/>
              <a:t>select the TP compartment</a:t>
            </a:r>
          </a:p>
          <a:p>
            <a:endParaRPr lang="fr-FR" dirty="0"/>
          </a:p>
          <a:p>
            <a:r>
              <a:rPr lang="fr-FR" dirty="0" err="1"/>
              <a:t>Create</a:t>
            </a:r>
            <a:r>
              <a:rPr lang="fr-FR" dirty="0"/>
              <a:t> a </a:t>
            </a:r>
            <a:r>
              <a:rPr lang="fr-FR" dirty="0" err="1"/>
              <a:t>bucket</a:t>
            </a:r>
            <a:endParaRPr lang="fr-FR" dirty="0"/>
          </a:p>
          <a:p>
            <a:pPr lvl="1"/>
            <a:r>
              <a:rPr lang="fr-FR" dirty="0"/>
              <a:t>put the </a:t>
            </a:r>
            <a:r>
              <a:rPr lang="fr-FR" dirty="0" err="1"/>
              <a:t>usual</a:t>
            </a:r>
            <a:r>
              <a:rPr lang="fr-FR" dirty="0"/>
              <a:t> </a:t>
            </a:r>
            <a:r>
              <a:rPr lang="fr-FR" dirty="0" err="1"/>
              <a:t>creation</a:t>
            </a:r>
            <a:r>
              <a:rPr lang="fr-FR" dirty="0"/>
              <a:t> tags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A1ECDC97-CADE-0C7E-A4A2-DA0DA531A0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7704" y="1066801"/>
            <a:ext cx="5350344" cy="3841127"/>
          </a:xfrm>
          <a:prstGeom prst="roundRect">
            <a:avLst>
              <a:gd name="adj" fmla="val 3027"/>
            </a:avLst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353511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AB254F-F079-FD92-404A-2374E92C35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39DEC79-C4B0-050A-2B0D-D39813A0F0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-2645"/>
            <a:ext cx="10591799" cy="1069446"/>
          </a:xfrm>
        </p:spPr>
        <p:txBody>
          <a:bodyPr>
            <a:normAutofit/>
          </a:bodyPr>
          <a:lstStyle/>
          <a:p>
            <a:r>
              <a:rPr lang="fr-FR" dirty="0"/>
              <a:t>Expose A </a:t>
            </a:r>
            <a:r>
              <a:rPr lang="fr-FR" dirty="0" err="1"/>
              <a:t>static</a:t>
            </a:r>
            <a:r>
              <a:rPr lang="fr-FR" dirty="0"/>
              <a:t> </a:t>
            </a:r>
            <a:r>
              <a:rPr lang="fr-FR" dirty="0" err="1"/>
              <a:t>website</a:t>
            </a:r>
            <a:r>
              <a:rPr lang="fr-FR" dirty="0"/>
              <a:t> FROM the </a:t>
            </a:r>
            <a:r>
              <a:rPr lang="fr-FR" dirty="0" err="1"/>
              <a:t>object</a:t>
            </a:r>
            <a:r>
              <a:rPr lang="fr-FR" dirty="0"/>
              <a:t> </a:t>
            </a:r>
            <a:r>
              <a:rPr lang="fr-FR" dirty="0" err="1"/>
              <a:t>storage</a:t>
            </a:r>
            <a:endParaRPr lang="en-GB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F390FFB-0D9E-0ED2-9D81-29F82CBB21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108201"/>
            <a:ext cx="8779931" cy="3598332"/>
          </a:xfrm>
        </p:spPr>
        <p:txBody>
          <a:bodyPr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fr-FR" dirty="0"/>
              <a:t>Update </a:t>
            </a:r>
            <a:r>
              <a:rPr lang="fr-FR" dirty="0" err="1"/>
              <a:t>objects</a:t>
            </a:r>
            <a:r>
              <a:rPr lang="fr-FR" dirty="0"/>
              <a:t> in the </a:t>
            </a:r>
            <a:r>
              <a:rPr lang="fr-FR" dirty="0" err="1"/>
              <a:t>storage</a:t>
            </a:r>
            <a:r>
              <a:rPr lang="fr-FR" dirty="0"/>
              <a:t> (</a:t>
            </a:r>
            <a:r>
              <a:rPr lang="fr-FR" dirty="0" err="1"/>
              <a:t>you</a:t>
            </a:r>
            <a:r>
              <a:rPr lang="fr-FR" dirty="0"/>
              <a:t> have an </a:t>
            </a:r>
            <a:r>
              <a:rPr lang="fr-FR" dirty="0" err="1"/>
              <a:t>example</a:t>
            </a:r>
            <a:r>
              <a:rPr lang="fr-FR" dirty="0"/>
              <a:t> in the </a:t>
            </a:r>
            <a:r>
              <a:rPr lang="fr-FR" b="1" dirty="0" err="1">
                <a:latin typeface="Consolas" panose="020B0609020204030204" pitchFamily="49" charset="0"/>
              </a:rPr>
              <a:t>static</a:t>
            </a:r>
            <a:r>
              <a:rPr lang="fr-FR" b="1" dirty="0">
                <a:latin typeface="Consolas" panose="020B0609020204030204" pitchFamily="49" charset="0"/>
              </a:rPr>
              <a:t>-site</a:t>
            </a:r>
            <a:r>
              <a:rPr lang="fr-FR" dirty="0"/>
              <a:t> folder)</a:t>
            </a:r>
          </a:p>
          <a:p>
            <a:pPr>
              <a:lnSpc>
                <a:spcPct val="150000"/>
              </a:lnSpc>
            </a:pPr>
            <a:r>
              <a:rPr lang="fr-FR" dirty="0"/>
              <a:t>Set </a:t>
            </a:r>
            <a:r>
              <a:rPr lang="fr-FR" dirty="0" err="1"/>
              <a:t>it</a:t>
            </a:r>
            <a:r>
              <a:rPr lang="fr-FR" dirty="0"/>
              <a:t> public</a:t>
            </a:r>
          </a:p>
          <a:p>
            <a:pPr>
              <a:lnSpc>
                <a:spcPct val="150000"/>
              </a:lnSpc>
            </a:pPr>
            <a:r>
              <a:rPr lang="fr-FR" dirty="0" err="1"/>
              <a:t>Browse</a:t>
            </a:r>
            <a:r>
              <a:rPr lang="fr-FR" dirty="0"/>
              <a:t> to </a:t>
            </a:r>
            <a:r>
              <a:rPr lang="fr-FR" dirty="0" err="1"/>
              <a:t>its</a:t>
            </a:r>
            <a:r>
              <a:rPr lang="fr-FR" dirty="0"/>
              <a:t> url</a:t>
            </a:r>
          </a:p>
          <a:p>
            <a:pPr>
              <a:lnSpc>
                <a:spcPct val="150000"/>
              </a:lnSpc>
            </a:pPr>
            <a:r>
              <a:rPr lang="fr-FR" dirty="0"/>
              <a:t>Update the assets (image, CSS, …)</a:t>
            </a:r>
          </a:p>
          <a:p>
            <a:pPr>
              <a:lnSpc>
                <a:spcPct val="150000"/>
              </a:lnSpc>
            </a:pPr>
            <a:r>
              <a:rPr lang="fr-FR" dirty="0"/>
              <a:t>Observe the </a:t>
            </a:r>
            <a:r>
              <a:rPr lang="fr-FR" dirty="0" err="1"/>
              <a:t>updated</a:t>
            </a:r>
            <a:r>
              <a:rPr lang="fr-FR" dirty="0"/>
              <a:t> site</a:t>
            </a:r>
          </a:p>
          <a:p>
            <a:pPr>
              <a:lnSpc>
                <a:spcPct val="150000"/>
              </a:lnSpc>
            </a:pPr>
            <a:r>
              <a:rPr lang="fr-FR" dirty="0"/>
              <a:t>Do not </a:t>
            </a:r>
            <a:r>
              <a:rPr lang="fr-FR" dirty="0" err="1"/>
              <a:t>forget</a:t>
            </a:r>
            <a:r>
              <a:rPr lang="fr-FR" dirty="0"/>
              <a:t> to set </a:t>
            </a:r>
            <a:r>
              <a:rPr lang="fr-FR" dirty="0" err="1"/>
              <a:t>it</a:t>
            </a:r>
            <a:r>
              <a:rPr lang="fr-FR" dirty="0"/>
              <a:t> back to </a:t>
            </a:r>
            <a:r>
              <a:rPr lang="fr-FR" dirty="0" err="1"/>
              <a:t>private</a:t>
            </a:r>
            <a:r>
              <a:rPr lang="fr-FR" dirty="0"/>
              <a:t> at the end of the session</a:t>
            </a:r>
          </a:p>
        </p:txBody>
      </p:sp>
    </p:spTree>
    <p:extLst>
      <p:ext uri="{BB962C8B-B14F-4D97-AF65-F5344CB8AC3E}">
        <p14:creationId xmlns:p14="http://schemas.microsoft.com/office/powerpoint/2010/main" val="6961384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579C68D-BF5A-31BF-C85B-354E81C74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Create</a:t>
            </a:r>
            <a:r>
              <a:rPr lang="fr-FR" dirty="0"/>
              <a:t> a </a:t>
            </a:r>
            <a:r>
              <a:rPr lang="fr-FR" dirty="0" err="1"/>
              <a:t>bucket</a:t>
            </a:r>
            <a:r>
              <a:rPr lang="fr-FR" dirty="0"/>
              <a:t> as code</a:t>
            </a:r>
            <a:endParaRPr lang="en-GB" dirty="0"/>
          </a:p>
        </p:txBody>
      </p:sp>
      <p:sp>
        <p:nvSpPr>
          <p:cNvPr id="4" name="Espace réservé du contenu 2">
            <a:extLst>
              <a:ext uri="{FF2B5EF4-FFF2-40B4-BE49-F238E27FC236}">
                <a16:creationId xmlns:a16="http://schemas.microsoft.com/office/drawing/2014/main" id="{E868B25B-8A4D-8C3C-1010-F9668B0BD3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066801"/>
            <a:ext cx="10131425" cy="4724399"/>
          </a:xfrm>
        </p:spPr>
        <p:txBody>
          <a:bodyPr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fr-FR" dirty="0" err="1"/>
              <a:t>Create</a:t>
            </a:r>
            <a:r>
              <a:rPr lang="fr-FR" dirty="0"/>
              <a:t> a </a:t>
            </a:r>
            <a:r>
              <a:rPr lang="fr-FR" dirty="0" err="1"/>
              <a:t>pulumi</a:t>
            </a:r>
            <a:r>
              <a:rPr lang="fr-FR" dirty="0"/>
              <a:t> </a:t>
            </a:r>
            <a:r>
              <a:rPr lang="fr-FR" dirty="0" err="1"/>
              <a:t>resource</a:t>
            </a:r>
            <a:r>
              <a:rPr lang="fr-FR" dirty="0"/>
              <a:t> of type </a:t>
            </a:r>
            <a:r>
              <a:rPr lang="fr-FR" b="1" dirty="0" err="1">
                <a:latin typeface="Consolas" panose="020B0609020204030204" pitchFamily="49" charset="0"/>
              </a:rPr>
              <a:t>oci.objectstorage.Bucket</a:t>
            </a:r>
            <a:endParaRPr lang="fr-FR" b="1" dirty="0"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fr-FR" dirty="0"/>
              <a:t>Put </a:t>
            </a:r>
            <a:r>
              <a:rPr lang="fr-FR" dirty="0" err="1"/>
              <a:t>it</a:t>
            </a:r>
            <a:r>
              <a:rPr lang="fr-FR" dirty="0"/>
              <a:t> in the </a:t>
            </a:r>
            <a:r>
              <a:rPr lang="fr-FR" dirty="0" err="1"/>
              <a:t>tp</a:t>
            </a:r>
            <a:r>
              <a:rPr lang="fr-FR" dirty="0"/>
              <a:t> </a:t>
            </a:r>
            <a:r>
              <a:rPr lang="fr-FR" dirty="0" err="1"/>
              <a:t>compartment</a:t>
            </a:r>
            <a:endParaRPr lang="fr-FR" dirty="0"/>
          </a:p>
          <a:p>
            <a:pPr>
              <a:lnSpc>
                <a:spcPct val="150000"/>
              </a:lnSpc>
            </a:pPr>
            <a:r>
              <a:rPr lang="fr-FR" dirty="0"/>
              <a:t>Set the </a:t>
            </a:r>
            <a:r>
              <a:rPr lang="fr-FR" dirty="0" err="1"/>
              <a:t>namespace</a:t>
            </a:r>
            <a:r>
              <a:rPr lang="fr-FR" dirty="0"/>
              <a:t> to </a:t>
            </a:r>
            <a:r>
              <a:rPr lang="fr-FR" b="1" dirty="0">
                <a:latin typeface="Consolas" panose="020B0609020204030204" pitchFamily="49" charset="0"/>
              </a:rPr>
              <a:t>&lt;</a:t>
            </a:r>
            <a:r>
              <a:rPr lang="fr-FR" b="1" dirty="0" err="1">
                <a:latin typeface="Consolas" panose="020B0609020204030204" pitchFamily="49" charset="0"/>
              </a:rPr>
              <a:t>env</a:t>
            </a:r>
            <a:r>
              <a:rPr lang="fr-FR" b="1" dirty="0">
                <a:latin typeface="Consolas" panose="020B0609020204030204" pitchFamily="49" charset="0"/>
              </a:rPr>
              <a:t>&gt;-</a:t>
            </a:r>
            <a:r>
              <a:rPr lang="fr-FR" b="1" dirty="0" err="1">
                <a:latin typeface="Consolas" panose="020B0609020204030204" pitchFamily="49" charset="0"/>
              </a:rPr>
              <a:t>pulumi</a:t>
            </a:r>
            <a:r>
              <a:rPr lang="fr-FR" b="1" dirty="0">
                <a:latin typeface="Consolas" panose="020B0609020204030204" pitchFamily="49" charset="0"/>
              </a:rPr>
              <a:t>-</a:t>
            </a:r>
            <a:r>
              <a:rPr lang="fr-FR" b="1" dirty="0" err="1">
                <a:latin typeface="Consolas" panose="020B0609020204030204" pitchFamily="49" charset="0"/>
              </a:rPr>
              <a:t>bucket</a:t>
            </a:r>
            <a:r>
              <a:rPr lang="fr-FR" b="1" dirty="0">
                <a:latin typeface="Consolas" panose="020B0609020204030204" pitchFamily="49" charset="0"/>
              </a:rPr>
              <a:t>-ns</a:t>
            </a:r>
          </a:p>
          <a:p>
            <a:pPr>
              <a:lnSpc>
                <a:spcPct val="150000"/>
              </a:lnSpc>
            </a:pPr>
            <a:r>
              <a:rPr lang="fr-FR" dirty="0"/>
              <a:t>Use the </a:t>
            </a:r>
            <a:r>
              <a:rPr lang="fr-FR" dirty="0" err="1"/>
              <a:t>same</a:t>
            </a:r>
            <a:r>
              <a:rPr lang="fr-FR" dirty="0"/>
              <a:t> tags as </a:t>
            </a:r>
            <a:r>
              <a:rPr lang="fr-FR" dirty="0" err="1"/>
              <a:t>before</a:t>
            </a:r>
            <a:endParaRPr lang="fr-FR" dirty="0"/>
          </a:p>
          <a:p>
            <a:pPr>
              <a:lnSpc>
                <a:spcPct val="150000"/>
              </a:lnSpc>
            </a:pPr>
            <a:r>
              <a:rPr lang="fr-FR" dirty="0"/>
              <a:t>Type </a:t>
            </a:r>
            <a:r>
              <a:rPr lang="fr-FR" b="1" dirty="0" err="1">
                <a:latin typeface="Consolas" panose="020B0609020204030204" pitchFamily="49" charset="0"/>
              </a:rPr>
              <a:t>pulumi</a:t>
            </a:r>
            <a:r>
              <a:rPr lang="fr-FR" b="1" dirty="0">
                <a:latin typeface="Consolas" panose="020B0609020204030204" pitchFamily="49" charset="0"/>
              </a:rPr>
              <a:t> </a:t>
            </a:r>
            <a:r>
              <a:rPr lang="fr-FR" b="1" dirty="0" err="1">
                <a:latin typeface="Consolas" panose="020B0609020204030204" pitchFamily="49" charset="0"/>
              </a:rPr>
              <a:t>preview</a:t>
            </a:r>
            <a:r>
              <a:rPr lang="fr-FR" b="1" dirty="0">
                <a:latin typeface="Consolas" panose="020B0609020204030204" pitchFamily="49" charset="0"/>
              </a:rPr>
              <a:t> </a:t>
            </a:r>
            <a:r>
              <a:rPr lang="fr-FR" dirty="0"/>
              <a:t>to check</a:t>
            </a:r>
          </a:p>
          <a:p>
            <a:pPr>
              <a:lnSpc>
                <a:spcPct val="150000"/>
              </a:lnSpc>
            </a:pPr>
            <a:r>
              <a:rPr lang="fr-FR" dirty="0"/>
              <a:t>commit &amp; </a:t>
            </a:r>
            <a:r>
              <a:rPr lang="fr-FR" dirty="0" err="1"/>
              <a:t>then</a:t>
            </a:r>
            <a:r>
              <a:rPr lang="fr-FR" dirty="0"/>
              <a:t> </a:t>
            </a:r>
            <a:r>
              <a:rPr lang="fr-FR" dirty="0" err="1"/>
              <a:t>apply</a:t>
            </a:r>
            <a:r>
              <a:rPr lang="fr-FR" dirty="0"/>
              <a:t> the change </a:t>
            </a:r>
            <a:r>
              <a:rPr lang="fr-FR" dirty="0" err="1"/>
              <a:t>with</a:t>
            </a:r>
            <a:r>
              <a:rPr lang="fr-FR" dirty="0"/>
              <a:t> </a:t>
            </a:r>
            <a:r>
              <a:rPr lang="fr-FR" b="1" dirty="0" err="1">
                <a:latin typeface="Consolas" panose="020B0609020204030204" pitchFamily="49" charset="0"/>
              </a:rPr>
              <a:t>pulumi</a:t>
            </a:r>
            <a:r>
              <a:rPr lang="fr-FR" b="1" dirty="0">
                <a:latin typeface="Consolas" panose="020B0609020204030204" pitchFamily="49" charset="0"/>
              </a:rPr>
              <a:t> up</a:t>
            </a:r>
            <a:endParaRPr lang="en-GB" b="1" dirty="0">
              <a:latin typeface="Consolas" panose="020B0609020204030204" pitchFamily="49" charset="0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B7028161-6EE7-E123-31A3-0D440BF61EE2}"/>
              </a:ext>
            </a:extLst>
          </p:cNvPr>
          <p:cNvSpPr txBox="1"/>
          <p:nvPr/>
        </p:nvSpPr>
        <p:spPr>
          <a:xfrm>
            <a:off x="999065" y="6357035"/>
            <a:ext cx="95842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DOC https://www.pulumi.com/registry/packages/oci/api-docs/objectstorage/bucket/#inputs</a:t>
            </a:r>
          </a:p>
        </p:txBody>
      </p:sp>
    </p:spTree>
    <p:extLst>
      <p:ext uri="{BB962C8B-B14F-4D97-AF65-F5344CB8AC3E}">
        <p14:creationId xmlns:p14="http://schemas.microsoft.com/office/powerpoint/2010/main" val="20426827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7C15B6-8BB6-8E8B-CE2E-B49CD9476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59BE558-0EE0-F23B-A4CF-5B7E4649DB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Create</a:t>
            </a:r>
            <a:r>
              <a:rPr lang="fr-FR" dirty="0"/>
              <a:t> a </a:t>
            </a:r>
            <a:r>
              <a:rPr lang="fr-FR" dirty="0" err="1"/>
              <a:t>blocK</a:t>
            </a:r>
            <a:r>
              <a:rPr lang="fr-FR" dirty="0"/>
              <a:t> volume</a:t>
            </a:r>
            <a:endParaRPr lang="en-GB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D18E6DB-A72E-B6F5-7FAB-5E26901101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236141"/>
            <a:ext cx="10131425" cy="4360332"/>
          </a:xfrm>
        </p:spPr>
        <p:txBody>
          <a:bodyPr anchor="t">
            <a:normAutofit/>
          </a:bodyPr>
          <a:lstStyle/>
          <a:p>
            <a:r>
              <a:rPr lang="fr-FR" dirty="0" err="1"/>
              <a:t>From</a:t>
            </a:r>
            <a:r>
              <a:rPr lang="fr-FR" dirty="0"/>
              <a:t> the top </a:t>
            </a:r>
            <a:r>
              <a:rPr lang="fr-FR" dirty="0" err="1"/>
              <a:t>left</a:t>
            </a:r>
            <a:r>
              <a:rPr lang="fr-FR" dirty="0"/>
              <a:t> hamburger menu</a:t>
            </a:r>
          </a:p>
          <a:p>
            <a:pPr lvl="1"/>
            <a:r>
              <a:rPr lang="en-GB" dirty="0"/>
              <a:t>Storage</a:t>
            </a:r>
          </a:p>
          <a:p>
            <a:pPr lvl="1"/>
            <a:r>
              <a:rPr lang="en-GB" dirty="0"/>
              <a:t>Block Volumes</a:t>
            </a:r>
          </a:p>
          <a:p>
            <a:pPr marL="457200" lvl="1" indent="0">
              <a:buNone/>
            </a:pPr>
            <a:endParaRPr lang="en-GB" dirty="0"/>
          </a:p>
          <a:p>
            <a:r>
              <a:rPr lang="en-GB" dirty="0"/>
              <a:t>From the left entries</a:t>
            </a:r>
          </a:p>
          <a:p>
            <a:pPr lvl="1"/>
            <a:r>
              <a:rPr lang="en-GB" dirty="0"/>
              <a:t>select the TP compartment</a:t>
            </a:r>
          </a:p>
          <a:p>
            <a:pPr lvl="1"/>
            <a:endParaRPr lang="en-GB" dirty="0"/>
          </a:p>
          <a:p>
            <a:r>
              <a:rPr lang="en-GB" dirty="0"/>
              <a:t>Keep the default parameters</a:t>
            </a:r>
          </a:p>
          <a:p>
            <a:pPr lvl="1"/>
            <a:r>
              <a:rPr lang="fr-FR" dirty="0"/>
              <a:t>size, </a:t>
            </a:r>
            <a:r>
              <a:rPr lang="fr-FR" dirty="0" err="1"/>
              <a:t>replication</a:t>
            </a:r>
            <a:r>
              <a:rPr lang="fr-FR" dirty="0"/>
              <a:t>, backup, </a:t>
            </a:r>
            <a:r>
              <a:rPr lang="fr-FR" dirty="0" err="1"/>
              <a:t>encryption</a:t>
            </a:r>
            <a:endParaRPr lang="fr-FR" dirty="0"/>
          </a:p>
          <a:p>
            <a:pPr lvl="1"/>
            <a:endParaRPr lang="fr-FR" dirty="0"/>
          </a:p>
          <a:p>
            <a:r>
              <a:rPr lang="fr-FR" dirty="0" err="1"/>
              <a:t>Add</a:t>
            </a:r>
            <a:r>
              <a:rPr lang="fr-FR" dirty="0"/>
              <a:t> the </a:t>
            </a:r>
            <a:r>
              <a:rPr lang="fr-FR" dirty="0" err="1"/>
              <a:t>usual</a:t>
            </a:r>
            <a:r>
              <a:rPr lang="fr-FR" dirty="0"/>
              <a:t> tags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FB8EBEEC-4681-FEDF-7A05-9A74E307FC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9475" y="1066801"/>
            <a:ext cx="6248207" cy="4923924"/>
          </a:xfrm>
          <a:prstGeom prst="roundRect">
            <a:avLst>
              <a:gd name="adj" fmla="val 3027"/>
            </a:avLst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850844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5482C1-AAD9-3319-261E-4287427E4C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893D6F-8B89-E0ED-62A2-3D9647B2B9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Attaching</a:t>
            </a:r>
            <a:r>
              <a:rPr lang="fr-FR" dirty="0"/>
              <a:t> a block volume</a:t>
            </a:r>
            <a:endParaRPr lang="en-GB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67934F9-6F3D-2FB8-5B3F-A401E4F29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2" y="1236140"/>
            <a:ext cx="7078132" cy="5473291"/>
          </a:xfrm>
        </p:spPr>
        <p:txBody>
          <a:bodyPr anchor="t">
            <a:normAutofit fontScale="92500" lnSpcReduction="10000"/>
          </a:bodyPr>
          <a:lstStyle/>
          <a:p>
            <a:r>
              <a:rPr lang="fr-FR" dirty="0"/>
              <a:t>Open the volume </a:t>
            </a:r>
            <a:r>
              <a:rPr lang="fr-FR" dirty="0" err="1"/>
              <a:t>details</a:t>
            </a:r>
            <a:r>
              <a:rPr lang="fr-FR" dirty="0"/>
              <a:t>, go to </a:t>
            </a:r>
            <a:r>
              <a:rPr lang="fr-FR" dirty="0" err="1"/>
              <a:t>Attached</a:t>
            </a:r>
            <a:r>
              <a:rPr lang="fr-FR" dirty="0"/>
              <a:t> Instances ➡️ </a:t>
            </a:r>
            <a:r>
              <a:rPr lang="fr-FR" dirty="0" err="1"/>
              <a:t>Attach</a:t>
            </a:r>
            <a:r>
              <a:rPr lang="fr-FR" dirty="0"/>
              <a:t> to instance</a:t>
            </a:r>
          </a:p>
          <a:p>
            <a:endParaRPr lang="fr-FR" dirty="0"/>
          </a:p>
          <a:p>
            <a:r>
              <a:rPr lang="fr-FR" dirty="0"/>
              <a:t>Select one of </a:t>
            </a:r>
            <a:r>
              <a:rPr lang="fr-FR" dirty="0" err="1"/>
              <a:t>your</a:t>
            </a:r>
            <a:r>
              <a:rPr lang="fr-FR" dirty="0"/>
              <a:t> VM</a:t>
            </a:r>
          </a:p>
          <a:p>
            <a:endParaRPr lang="fr-FR" dirty="0"/>
          </a:p>
          <a:p>
            <a:r>
              <a:rPr lang="fr-FR" dirty="0"/>
              <a:t>Use </a:t>
            </a:r>
            <a:r>
              <a:rPr lang="fr-FR" b="1" dirty="0" err="1"/>
              <a:t>Paravirtualized</a:t>
            </a:r>
            <a:r>
              <a:rPr lang="fr-FR" dirty="0"/>
              <a:t> </a:t>
            </a:r>
            <a:r>
              <a:rPr lang="fr-FR" dirty="0" err="1"/>
              <a:t>attachment</a:t>
            </a:r>
            <a:r>
              <a:rPr lang="fr-FR" dirty="0"/>
              <a:t> type and </a:t>
            </a:r>
            <a:r>
              <a:rPr lang="fr-FR" dirty="0" err="1"/>
              <a:t>leave</a:t>
            </a:r>
            <a:r>
              <a:rPr lang="fr-FR" dirty="0"/>
              <a:t> the </a:t>
            </a:r>
            <a:r>
              <a:rPr lang="fr-FR" dirty="0" err="1"/>
              <a:t>rest</a:t>
            </a:r>
            <a:r>
              <a:rPr lang="fr-FR" dirty="0"/>
              <a:t> as default</a:t>
            </a:r>
            <a:endParaRPr lang="en-GB" dirty="0"/>
          </a:p>
          <a:p>
            <a:endParaRPr lang="fr-FR" dirty="0"/>
          </a:p>
          <a:p>
            <a:r>
              <a:rPr lang="fr-FR" dirty="0"/>
              <a:t>Mount the volume, SSH </a:t>
            </a:r>
            <a:r>
              <a:rPr lang="fr-FR" dirty="0" err="1"/>
              <a:t>into</a:t>
            </a:r>
            <a:r>
              <a:rPr lang="fr-FR" dirty="0"/>
              <a:t> </a:t>
            </a:r>
            <a:r>
              <a:rPr lang="fr-FR" dirty="0" err="1"/>
              <a:t>your</a:t>
            </a:r>
            <a:r>
              <a:rPr lang="fr-FR" dirty="0"/>
              <a:t> VM</a:t>
            </a:r>
          </a:p>
          <a:p>
            <a:pPr lvl="1"/>
            <a:r>
              <a:rPr lang="fr-FR" dirty="0" err="1"/>
              <a:t>sudo</a:t>
            </a:r>
            <a:r>
              <a:rPr lang="fr-FR" dirty="0"/>
              <a:t> </a:t>
            </a:r>
            <a:r>
              <a:rPr lang="fr-FR" dirty="0" err="1"/>
              <a:t>lsblk</a:t>
            </a:r>
            <a:r>
              <a:rPr lang="fr-FR" dirty="0"/>
              <a:t> ➡️ observe a block </a:t>
            </a:r>
            <a:r>
              <a:rPr lang="fr-FR" dirty="0" err="1"/>
              <a:t>named</a:t>
            </a:r>
            <a:r>
              <a:rPr lang="fr-FR" dirty="0"/>
              <a:t> </a:t>
            </a:r>
            <a:r>
              <a:rPr lang="fr-FR" i="1" dirty="0" err="1"/>
              <a:t>sdb</a:t>
            </a:r>
            <a:r>
              <a:rPr lang="fr-FR" dirty="0"/>
              <a:t> of type </a:t>
            </a:r>
            <a:r>
              <a:rPr lang="fr-FR" i="1" dirty="0" err="1"/>
              <a:t>disk</a:t>
            </a:r>
            <a:endParaRPr lang="fr-FR" i="1" dirty="0"/>
          </a:p>
          <a:p>
            <a:pPr lvl="1"/>
            <a:r>
              <a:rPr lang="fr-FR" dirty="0" err="1"/>
              <a:t>sudo</a:t>
            </a:r>
            <a:r>
              <a:rPr lang="fr-FR" dirty="0"/>
              <a:t> </a:t>
            </a:r>
            <a:r>
              <a:rPr lang="fr-FR" dirty="0" err="1"/>
              <a:t>fdisk</a:t>
            </a:r>
            <a:r>
              <a:rPr lang="fr-FR" dirty="0"/>
              <a:t> /dev/</a:t>
            </a:r>
            <a:r>
              <a:rPr lang="fr-FR" dirty="0" err="1"/>
              <a:t>sdb</a:t>
            </a:r>
            <a:endParaRPr lang="fr-FR" dirty="0"/>
          </a:p>
          <a:p>
            <a:pPr lvl="1"/>
            <a:r>
              <a:rPr lang="fr-FR" dirty="0" err="1"/>
              <a:t>sudo</a:t>
            </a:r>
            <a:r>
              <a:rPr lang="fr-FR" dirty="0"/>
              <a:t> </a:t>
            </a:r>
            <a:r>
              <a:rPr lang="fr-FR" dirty="0" err="1"/>
              <a:t>mkfs</a:t>
            </a:r>
            <a:r>
              <a:rPr lang="fr-FR" dirty="0"/>
              <a:t> –t ext4 /dev/sdb1</a:t>
            </a:r>
          </a:p>
          <a:p>
            <a:pPr lvl="1"/>
            <a:r>
              <a:rPr lang="fr-FR" dirty="0" err="1"/>
              <a:t>mkdir</a:t>
            </a:r>
            <a:r>
              <a:rPr lang="fr-FR" dirty="0"/>
              <a:t> folder</a:t>
            </a:r>
          </a:p>
          <a:p>
            <a:pPr lvl="1"/>
            <a:r>
              <a:rPr lang="fr-FR" dirty="0" err="1"/>
              <a:t>sudo</a:t>
            </a:r>
            <a:r>
              <a:rPr lang="fr-FR" dirty="0"/>
              <a:t> </a:t>
            </a:r>
            <a:r>
              <a:rPr lang="fr-FR" dirty="0" err="1"/>
              <a:t>mount</a:t>
            </a:r>
            <a:r>
              <a:rPr lang="fr-FR" dirty="0"/>
              <a:t> –t auto /dev/sdb1 folder</a:t>
            </a:r>
          </a:p>
          <a:p>
            <a:pPr marL="457200" lvl="1" indent="0">
              <a:buNone/>
            </a:pPr>
            <a:endParaRPr lang="fr-FR" dirty="0"/>
          </a:p>
          <a:p>
            <a:r>
              <a:rPr lang="fr-FR" dirty="0"/>
              <a:t>Use </a:t>
            </a:r>
            <a:r>
              <a:rPr lang="fr-FR" dirty="0" err="1"/>
              <a:t>it</a:t>
            </a:r>
            <a:r>
              <a:rPr lang="fr-FR" dirty="0"/>
              <a:t> as </a:t>
            </a:r>
            <a:r>
              <a:rPr lang="fr-FR" dirty="0" err="1"/>
              <a:t>any</a:t>
            </a:r>
            <a:r>
              <a:rPr lang="fr-FR" dirty="0"/>
              <a:t> folder, </a:t>
            </a:r>
            <a:r>
              <a:rPr lang="fr-FR" dirty="0" err="1"/>
              <a:t>create</a:t>
            </a:r>
            <a:r>
              <a:rPr lang="fr-FR" dirty="0"/>
              <a:t> a file </a:t>
            </a:r>
            <a:r>
              <a:rPr lang="fr-FR" dirty="0" err="1"/>
              <a:t>inside</a:t>
            </a:r>
            <a:endParaRPr lang="fr-FR" dirty="0"/>
          </a:p>
          <a:p>
            <a:r>
              <a:rPr lang="fr-FR" dirty="0"/>
              <a:t>If </a:t>
            </a:r>
            <a:r>
              <a:rPr lang="fr-FR" dirty="0" err="1"/>
              <a:t>you</a:t>
            </a:r>
            <a:r>
              <a:rPr lang="fr-FR" dirty="0"/>
              <a:t> </a:t>
            </a:r>
            <a:r>
              <a:rPr lang="fr-FR" dirty="0" err="1"/>
              <a:t>attach</a:t>
            </a:r>
            <a:r>
              <a:rPr lang="fr-FR" dirty="0"/>
              <a:t> </a:t>
            </a:r>
            <a:r>
              <a:rPr lang="fr-FR" dirty="0" err="1"/>
              <a:t>it</a:t>
            </a:r>
            <a:r>
              <a:rPr lang="fr-FR" dirty="0"/>
              <a:t> to </a:t>
            </a:r>
            <a:r>
              <a:rPr lang="fr-FR" dirty="0" err="1"/>
              <a:t>another</a:t>
            </a:r>
            <a:r>
              <a:rPr lang="fr-FR" dirty="0"/>
              <a:t> VM </a:t>
            </a:r>
            <a:r>
              <a:rPr lang="fr-FR" dirty="0" err="1"/>
              <a:t>you</a:t>
            </a:r>
            <a:r>
              <a:rPr lang="fr-FR" dirty="0"/>
              <a:t> can </a:t>
            </a:r>
            <a:r>
              <a:rPr lang="fr-FR" dirty="0" err="1"/>
              <a:t>verify</a:t>
            </a:r>
            <a:r>
              <a:rPr lang="fr-FR" dirty="0"/>
              <a:t> the file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found</a:t>
            </a:r>
            <a:endParaRPr lang="fr-FR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AB96B820-1739-0536-AEA7-FF84A0C625FE}"/>
              </a:ext>
            </a:extLst>
          </p:cNvPr>
          <p:cNvSpPr txBox="1"/>
          <p:nvPr/>
        </p:nvSpPr>
        <p:spPr>
          <a:xfrm>
            <a:off x="7179733" y="6340101"/>
            <a:ext cx="36374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Source </a:t>
            </a:r>
            <a:r>
              <a:rPr lang="en-GB" dirty="0">
                <a:hlinkClick r:id="rId2"/>
              </a:rPr>
              <a:t>eclipsyssolutions.com</a:t>
            </a:r>
            <a:endParaRPr lang="en-GB" dirty="0"/>
          </a:p>
        </p:txBody>
      </p:sp>
      <p:pic>
        <p:nvPicPr>
          <p:cNvPr id="8" name="Image 7" descr="Une image contenant texte, capture d’écran, Police, logiciel&#10;&#10;Description générée automatiquement">
            <a:extLst>
              <a:ext uri="{FF2B5EF4-FFF2-40B4-BE49-F238E27FC236}">
                <a16:creationId xmlns:a16="http://schemas.microsoft.com/office/drawing/2014/main" id="{457C6D49-B4C9-1736-3E7E-D66DFA4C2E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9733" y="1607955"/>
            <a:ext cx="4720297" cy="4360332"/>
          </a:xfrm>
          <a:prstGeom prst="roundRect">
            <a:avLst>
              <a:gd name="adj" fmla="val 3027"/>
            </a:avLst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34234333-0DE0-6FD5-88FD-D40B7A4A89C3}"/>
              </a:ext>
            </a:extLst>
          </p:cNvPr>
          <p:cNvCxnSpPr/>
          <p:nvPr/>
        </p:nvCxnSpPr>
        <p:spPr>
          <a:xfrm>
            <a:off x="7188200" y="2861734"/>
            <a:ext cx="2302933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5DD1D7DF-5363-5292-CC99-F072DF7C0656}"/>
              </a:ext>
            </a:extLst>
          </p:cNvPr>
          <p:cNvCxnSpPr/>
          <p:nvPr/>
        </p:nvCxnSpPr>
        <p:spPr>
          <a:xfrm>
            <a:off x="7179732" y="3352802"/>
            <a:ext cx="2302933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9C2C8137-407E-33B9-D0E0-1CBA174CBE5C}"/>
              </a:ext>
            </a:extLst>
          </p:cNvPr>
          <p:cNvCxnSpPr/>
          <p:nvPr/>
        </p:nvCxnSpPr>
        <p:spPr>
          <a:xfrm>
            <a:off x="7188198" y="3479800"/>
            <a:ext cx="2302933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3" name="Connecteur droit 12">
            <a:extLst>
              <a:ext uri="{FF2B5EF4-FFF2-40B4-BE49-F238E27FC236}">
                <a16:creationId xmlns:a16="http://schemas.microsoft.com/office/drawing/2014/main" id="{4053BD86-4C26-B851-4736-17F3F76179A1}"/>
              </a:ext>
            </a:extLst>
          </p:cNvPr>
          <p:cNvCxnSpPr/>
          <p:nvPr/>
        </p:nvCxnSpPr>
        <p:spPr>
          <a:xfrm>
            <a:off x="7179731" y="3623734"/>
            <a:ext cx="2302933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5705AA2D-771B-572F-4DC8-57AC8A2B1FAD}"/>
              </a:ext>
            </a:extLst>
          </p:cNvPr>
          <p:cNvCxnSpPr/>
          <p:nvPr/>
        </p:nvCxnSpPr>
        <p:spPr>
          <a:xfrm>
            <a:off x="7188198" y="3788122"/>
            <a:ext cx="2302933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" name="Connecteur droit 14">
            <a:extLst>
              <a:ext uri="{FF2B5EF4-FFF2-40B4-BE49-F238E27FC236}">
                <a16:creationId xmlns:a16="http://schemas.microsoft.com/office/drawing/2014/main" id="{81CCE714-F54C-C084-B1AE-651DE73DD475}"/>
              </a:ext>
            </a:extLst>
          </p:cNvPr>
          <p:cNvCxnSpPr/>
          <p:nvPr/>
        </p:nvCxnSpPr>
        <p:spPr>
          <a:xfrm>
            <a:off x="7179730" y="4207934"/>
            <a:ext cx="2302933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6" name="Connecteur droit 15">
            <a:extLst>
              <a:ext uri="{FF2B5EF4-FFF2-40B4-BE49-F238E27FC236}">
                <a16:creationId xmlns:a16="http://schemas.microsoft.com/office/drawing/2014/main" id="{0CD0E2D4-5A82-B693-D697-E0FE86BDF107}"/>
              </a:ext>
            </a:extLst>
          </p:cNvPr>
          <p:cNvCxnSpPr/>
          <p:nvPr/>
        </p:nvCxnSpPr>
        <p:spPr>
          <a:xfrm>
            <a:off x="7188198" y="5571073"/>
            <a:ext cx="2302933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7AD61C97-6BD9-BF02-2C75-EC081957D5C4}"/>
              </a:ext>
            </a:extLst>
          </p:cNvPr>
          <p:cNvCxnSpPr>
            <a:cxnSpLocks/>
          </p:cNvCxnSpPr>
          <p:nvPr/>
        </p:nvCxnSpPr>
        <p:spPr>
          <a:xfrm>
            <a:off x="3270781" y="4021668"/>
            <a:ext cx="3739619" cy="0"/>
          </a:xfrm>
          <a:prstGeom prst="line">
            <a:avLst/>
          </a:prstGeom>
          <a:ln w="57150">
            <a:headEnd type="none" w="med" len="med"/>
            <a:tailEnd type="triangle" w="med" len="med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91567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2AAE52-2786-FB68-236C-D7EAE10497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2F3DF20-4B56-999D-C886-1D5900461F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Create</a:t>
            </a:r>
            <a:r>
              <a:rPr lang="fr-FR" dirty="0"/>
              <a:t> AN </a:t>
            </a:r>
            <a:r>
              <a:rPr lang="fr-FR" dirty="0" err="1"/>
              <a:t>Autonomous</a:t>
            </a:r>
            <a:r>
              <a:rPr lang="fr-FR" dirty="0"/>
              <a:t> DB</a:t>
            </a:r>
            <a:endParaRPr lang="en-GB" dirty="0"/>
          </a:p>
        </p:txBody>
      </p:sp>
      <p:sp>
        <p:nvSpPr>
          <p:cNvPr id="8" name="Espace réservé du contenu 2">
            <a:extLst>
              <a:ext uri="{FF2B5EF4-FFF2-40B4-BE49-F238E27FC236}">
                <a16:creationId xmlns:a16="http://schemas.microsoft.com/office/drawing/2014/main" id="{07C81F0C-C859-9320-5C88-D8CB390E58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066801"/>
            <a:ext cx="10131425" cy="5647266"/>
          </a:xfrm>
        </p:spPr>
        <p:txBody>
          <a:bodyPr anchor="t">
            <a:normAutofit/>
          </a:bodyPr>
          <a:lstStyle/>
          <a:p>
            <a:r>
              <a:rPr lang="fr-FR" dirty="0" err="1"/>
              <a:t>From</a:t>
            </a:r>
            <a:r>
              <a:rPr lang="fr-FR" dirty="0"/>
              <a:t> the top </a:t>
            </a:r>
            <a:r>
              <a:rPr lang="fr-FR" dirty="0" err="1"/>
              <a:t>left</a:t>
            </a:r>
            <a:r>
              <a:rPr lang="fr-FR" dirty="0"/>
              <a:t> hamburger menu</a:t>
            </a:r>
          </a:p>
          <a:p>
            <a:pPr lvl="1"/>
            <a:r>
              <a:rPr lang="en-GB" dirty="0"/>
              <a:t>Oracle Database</a:t>
            </a:r>
          </a:p>
          <a:p>
            <a:pPr lvl="1"/>
            <a:r>
              <a:rPr lang="en-GB" dirty="0"/>
              <a:t>Autonomous transaction processing</a:t>
            </a:r>
          </a:p>
          <a:p>
            <a:pPr marL="457200" lvl="1" indent="0">
              <a:buNone/>
            </a:pPr>
            <a:endParaRPr lang="en-GB" dirty="0"/>
          </a:p>
          <a:p>
            <a:r>
              <a:rPr lang="en-GB" dirty="0"/>
              <a:t>From the left entries</a:t>
            </a:r>
          </a:p>
          <a:p>
            <a:pPr lvl="1"/>
            <a:r>
              <a:rPr lang="en-GB" dirty="0"/>
              <a:t>select the TP compartment</a:t>
            </a:r>
          </a:p>
          <a:p>
            <a:endParaRPr lang="fr-FR" dirty="0"/>
          </a:p>
          <a:p>
            <a:r>
              <a:rPr lang="fr-FR" dirty="0"/>
              <a:t>Name the </a:t>
            </a:r>
            <a:r>
              <a:rPr lang="fr-FR" dirty="0" err="1"/>
              <a:t>database</a:t>
            </a:r>
            <a:r>
              <a:rPr lang="fr-FR" dirty="0"/>
              <a:t> </a:t>
            </a:r>
            <a:r>
              <a:rPr lang="fr-FR" dirty="0" err="1"/>
              <a:t>tp</a:t>
            </a:r>
            <a:endParaRPr lang="fr-FR" dirty="0"/>
          </a:p>
          <a:p>
            <a:endParaRPr lang="fr-FR" dirty="0"/>
          </a:p>
          <a:p>
            <a:r>
              <a:rPr lang="fr-FR" dirty="0" err="1"/>
              <a:t>Choose</a:t>
            </a:r>
            <a:r>
              <a:rPr lang="fr-FR" dirty="0"/>
              <a:t> </a:t>
            </a:r>
            <a:r>
              <a:rPr lang="en-GB" b="1" u="sng" dirty="0"/>
              <a:t>Secure access from allowed IPs and VCNs only</a:t>
            </a:r>
            <a:r>
              <a:rPr lang="en-GB" dirty="0"/>
              <a:t> in the network access</a:t>
            </a:r>
          </a:p>
          <a:p>
            <a:pPr lvl="1"/>
            <a:r>
              <a:rPr lang="en-GB" dirty="0"/>
              <a:t>click to the button </a:t>
            </a:r>
            <a:r>
              <a:rPr lang="en-GB" b="1" u="sng" dirty="0"/>
              <a:t>Add my own IP address</a:t>
            </a:r>
          </a:p>
          <a:p>
            <a:pPr lvl="1"/>
            <a:r>
              <a:rPr lang="en-GB" dirty="0"/>
              <a:t>keep mutual TLS unchecked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155510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C82B23-5768-A86D-BC22-F867529608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D5D00F-997E-2F8B-88EF-43C13BD22D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Use the </a:t>
            </a:r>
            <a:r>
              <a:rPr lang="fr-FR" dirty="0" err="1"/>
              <a:t>Autonomous</a:t>
            </a:r>
            <a:r>
              <a:rPr lang="fr-FR" dirty="0"/>
              <a:t> DB</a:t>
            </a:r>
            <a:endParaRPr lang="en-GB" dirty="0"/>
          </a:p>
        </p:txBody>
      </p:sp>
      <p:sp>
        <p:nvSpPr>
          <p:cNvPr id="8" name="Espace réservé du contenu 2">
            <a:extLst>
              <a:ext uri="{FF2B5EF4-FFF2-40B4-BE49-F238E27FC236}">
                <a16:creationId xmlns:a16="http://schemas.microsoft.com/office/drawing/2014/main" id="{93625566-6581-5BEE-9F54-7D5A25E832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2" y="1066801"/>
            <a:ext cx="6028266" cy="5647266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fr-FR" dirty="0" err="1"/>
              <a:t>We</a:t>
            </a:r>
            <a:r>
              <a:rPr lang="fr-FR" dirty="0"/>
              <a:t> </a:t>
            </a:r>
            <a:r>
              <a:rPr lang="fr-FR" dirty="0" err="1"/>
              <a:t>will</a:t>
            </a:r>
            <a:r>
              <a:rPr lang="fr-FR" dirty="0"/>
              <a:t> </a:t>
            </a:r>
            <a:r>
              <a:rPr lang="fr-FR" dirty="0" err="1"/>
              <a:t>send</a:t>
            </a:r>
            <a:r>
              <a:rPr lang="fr-FR" dirty="0"/>
              <a:t> SQL </a:t>
            </a:r>
            <a:r>
              <a:rPr lang="fr-FR" dirty="0" err="1"/>
              <a:t>requests</a:t>
            </a:r>
            <a:r>
              <a:rPr lang="fr-FR" dirty="0"/>
              <a:t> to the DB</a:t>
            </a:r>
            <a:endParaRPr lang="en-GB" dirty="0"/>
          </a:p>
          <a:p>
            <a:pPr marL="457200" lvl="1" indent="0">
              <a:buNone/>
            </a:pPr>
            <a:endParaRPr lang="en-GB" dirty="0"/>
          </a:p>
          <a:p>
            <a:r>
              <a:rPr lang="en-GB" dirty="0"/>
              <a:t>From the button Database actions</a:t>
            </a:r>
          </a:p>
          <a:p>
            <a:pPr lvl="1"/>
            <a:r>
              <a:rPr lang="en-GB" dirty="0"/>
              <a:t>select SQL</a:t>
            </a:r>
          </a:p>
          <a:p>
            <a:endParaRPr lang="fr-FR" dirty="0"/>
          </a:p>
          <a:p>
            <a:r>
              <a:rPr lang="fr-FR" dirty="0"/>
              <a:t>In the SQL editor, </a:t>
            </a:r>
            <a:r>
              <a:rPr lang="fr-FR" dirty="0" err="1"/>
              <a:t>send</a:t>
            </a:r>
            <a:r>
              <a:rPr lang="fr-FR" dirty="0"/>
              <a:t> the </a:t>
            </a:r>
            <a:r>
              <a:rPr lang="fr-FR" dirty="0" err="1"/>
              <a:t>appropriate</a:t>
            </a:r>
            <a:r>
              <a:rPr lang="fr-FR" dirty="0"/>
              <a:t> </a:t>
            </a:r>
            <a:r>
              <a:rPr lang="fr-FR" dirty="0" err="1"/>
              <a:t>requests</a:t>
            </a:r>
            <a:r>
              <a:rPr lang="fr-FR" dirty="0"/>
              <a:t> to </a:t>
            </a:r>
            <a:r>
              <a:rPr lang="fr-FR" dirty="0" err="1"/>
              <a:t>create</a:t>
            </a:r>
            <a:r>
              <a:rPr lang="fr-FR" dirty="0"/>
              <a:t> a table and insert </a:t>
            </a:r>
            <a:r>
              <a:rPr lang="fr-FR" dirty="0" err="1"/>
              <a:t>elements</a:t>
            </a:r>
            <a:r>
              <a:rPr lang="fr-FR" dirty="0"/>
              <a:t> in </a:t>
            </a:r>
            <a:r>
              <a:rPr lang="fr-FR" dirty="0" err="1"/>
              <a:t>it</a:t>
            </a:r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en-GB" dirty="0"/>
              <a:t>From the button Database connection on the main page,</a:t>
            </a:r>
          </a:p>
          <a:p>
            <a:pPr lvl="1"/>
            <a:r>
              <a:rPr lang="fr-FR" dirty="0"/>
              <a:t>Observe the </a:t>
            </a:r>
            <a:r>
              <a:rPr lang="fr-FR" dirty="0" err="1"/>
              <a:t>connection</a:t>
            </a:r>
            <a:r>
              <a:rPr lang="fr-FR" dirty="0"/>
              <a:t> strings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770E170C-9B79-13AD-8D8B-E9936FBD4A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5154" y="532079"/>
            <a:ext cx="4613962" cy="3176322"/>
          </a:xfrm>
          <a:prstGeom prst="roundRect">
            <a:avLst>
              <a:gd name="adj" fmla="val 3027"/>
            </a:avLst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953406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C3CDB6-F6C2-4E91-DB6A-3E501B3B8D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16B650D-CD52-D087-C62C-A9EF20233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Create</a:t>
            </a:r>
            <a:r>
              <a:rPr lang="fr-FR" dirty="0"/>
              <a:t> an </a:t>
            </a:r>
            <a:r>
              <a:rPr lang="fr-FR" dirty="0" err="1"/>
              <a:t>autonomous</a:t>
            </a:r>
            <a:r>
              <a:rPr lang="fr-FR" dirty="0"/>
              <a:t> DB as code</a:t>
            </a:r>
            <a:endParaRPr lang="en-GB" dirty="0"/>
          </a:p>
        </p:txBody>
      </p:sp>
      <p:sp>
        <p:nvSpPr>
          <p:cNvPr id="4" name="Espace réservé du contenu 2">
            <a:extLst>
              <a:ext uri="{FF2B5EF4-FFF2-40B4-BE49-F238E27FC236}">
                <a16:creationId xmlns:a16="http://schemas.microsoft.com/office/drawing/2014/main" id="{9D654AE8-5479-A60E-9C5F-0E2FA57607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066801"/>
            <a:ext cx="10131425" cy="4724399"/>
          </a:xfrm>
        </p:spPr>
        <p:txBody>
          <a:bodyPr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fr-FR" dirty="0" err="1"/>
              <a:t>Create</a:t>
            </a:r>
            <a:r>
              <a:rPr lang="fr-FR" dirty="0"/>
              <a:t> a </a:t>
            </a:r>
            <a:r>
              <a:rPr lang="fr-FR" dirty="0" err="1"/>
              <a:t>pulumi</a:t>
            </a:r>
            <a:r>
              <a:rPr lang="fr-FR" dirty="0"/>
              <a:t> </a:t>
            </a:r>
            <a:r>
              <a:rPr lang="fr-FR" dirty="0" err="1"/>
              <a:t>resource</a:t>
            </a:r>
            <a:r>
              <a:rPr lang="fr-FR" dirty="0"/>
              <a:t> of type </a:t>
            </a:r>
            <a:r>
              <a:rPr lang="fr-FR" b="1" dirty="0" err="1">
                <a:latin typeface="Consolas" panose="020B0609020204030204" pitchFamily="49" charset="0"/>
              </a:rPr>
              <a:t>oci.database.AutonomousDatabase</a:t>
            </a:r>
            <a:endParaRPr lang="fr-FR" b="1" dirty="0"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fr-FR" dirty="0"/>
              <a:t>Put </a:t>
            </a:r>
            <a:r>
              <a:rPr lang="fr-FR" dirty="0" err="1"/>
              <a:t>it</a:t>
            </a:r>
            <a:r>
              <a:rPr lang="fr-FR" dirty="0"/>
              <a:t> in the </a:t>
            </a:r>
            <a:r>
              <a:rPr lang="fr-FR" dirty="0" err="1"/>
              <a:t>tp</a:t>
            </a:r>
            <a:r>
              <a:rPr lang="fr-FR" dirty="0"/>
              <a:t> </a:t>
            </a:r>
            <a:r>
              <a:rPr lang="fr-FR" dirty="0" err="1"/>
              <a:t>compartment</a:t>
            </a:r>
            <a:endParaRPr lang="fr-FR" dirty="0"/>
          </a:p>
          <a:p>
            <a:pPr>
              <a:lnSpc>
                <a:spcPct val="150000"/>
              </a:lnSpc>
            </a:pPr>
            <a:r>
              <a:rPr lang="fr-FR" dirty="0"/>
              <a:t>Use the </a:t>
            </a:r>
            <a:r>
              <a:rPr lang="fr-FR" dirty="0" err="1"/>
              <a:t>same</a:t>
            </a:r>
            <a:r>
              <a:rPr lang="fr-FR" dirty="0"/>
              <a:t> </a:t>
            </a:r>
            <a:r>
              <a:rPr lang="fr-FR" dirty="0" err="1"/>
              <a:t>parameters</a:t>
            </a:r>
            <a:r>
              <a:rPr lang="fr-FR" dirty="0"/>
              <a:t> as </a:t>
            </a:r>
            <a:r>
              <a:rPr lang="fr-FR" dirty="0" err="1"/>
              <a:t>we</a:t>
            </a:r>
            <a:r>
              <a:rPr lang="fr-FR" dirty="0"/>
              <a:t> </a:t>
            </a:r>
            <a:r>
              <a:rPr lang="fr-FR" dirty="0" err="1"/>
              <a:t>did</a:t>
            </a:r>
            <a:r>
              <a:rPr lang="fr-FR" dirty="0"/>
              <a:t> </a:t>
            </a:r>
            <a:r>
              <a:rPr lang="fr-FR" dirty="0" err="1"/>
              <a:t>manually</a:t>
            </a:r>
            <a:endParaRPr lang="fr-FR" dirty="0"/>
          </a:p>
          <a:p>
            <a:pPr>
              <a:lnSpc>
                <a:spcPct val="150000"/>
              </a:lnSpc>
            </a:pPr>
            <a:endParaRPr lang="fr-FR" dirty="0"/>
          </a:p>
          <a:p>
            <a:pPr>
              <a:lnSpc>
                <a:spcPct val="150000"/>
              </a:lnSpc>
            </a:pPr>
            <a:r>
              <a:rPr lang="fr-FR" dirty="0"/>
              <a:t>Use the </a:t>
            </a:r>
            <a:r>
              <a:rPr lang="fr-FR" dirty="0" err="1"/>
              <a:t>same</a:t>
            </a:r>
            <a:r>
              <a:rPr lang="fr-FR" dirty="0"/>
              <a:t> tags as </a:t>
            </a:r>
            <a:r>
              <a:rPr lang="fr-FR" dirty="0" err="1"/>
              <a:t>before</a:t>
            </a:r>
            <a:endParaRPr lang="fr-FR" dirty="0"/>
          </a:p>
          <a:p>
            <a:pPr>
              <a:lnSpc>
                <a:spcPct val="150000"/>
              </a:lnSpc>
            </a:pPr>
            <a:r>
              <a:rPr lang="fr-FR" dirty="0"/>
              <a:t>Type </a:t>
            </a:r>
            <a:r>
              <a:rPr lang="fr-FR" b="1" dirty="0" err="1">
                <a:latin typeface="Consolas" panose="020B0609020204030204" pitchFamily="49" charset="0"/>
              </a:rPr>
              <a:t>pulumi</a:t>
            </a:r>
            <a:r>
              <a:rPr lang="fr-FR" b="1" dirty="0">
                <a:latin typeface="Consolas" panose="020B0609020204030204" pitchFamily="49" charset="0"/>
              </a:rPr>
              <a:t> </a:t>
            </a:r>
            <a:r>
              <a:rPr lang="fr-FR" b="1" dirty="0" err="1">
                <a:latin typeface="Consolas" panose="020B0609020204030204" pitchFamily="49" charset="0"/>
              </a:rPr>
              <a:t>preview</a:t>
            </a:r>
            <a:r>
              <a:rPr lang="fr-FR" b="1" dirty="0">
                <a:latin typeface="Consolas" panose="020B0609020204030204" pitchFamily="49" charset="0"/>
              </a:rPr>
              <a:t> </a:t>
            </a:r>
            <a:r>
              <a:rPr lang="fr-FR" dirty="0"/>
              <a:t>to check</a:t>
            </a:r>
          </a:p>
          <a:p>
            <a:pPr>
              <a:lnSpc>
                <a:spcPct val="150000"/>
              </a:lnSpc>
            </a:pPr>
            <a:r>
              <a:rPr lang="fr-FR" dirty="0"/>
              <a:t>commit &amp; </a:t>
            </a:r>
            <a:r>
              <a:rPr lang="fr-FR" dirty="0" err="1"/>
              <a:t>then</a:t>
            </a:r>
            <a:r>
              <a:rPr lang="fr-FR" dirty="0"/>
              <a:t> </a:t>
            </a:r>
            <a:r>
              <a:rPr lang="fr-FR" dirty="0" err="1"/>
              <a:t>apply</a:t>
            </a:r>
            <a:r>
              <a:rPr lang="fr-FR" dirty="0"/>
              <a:t> the change </a:t>
            </a:r>
            <a:r>
              <a:rPr lang="fr-FR" dirty="0" err="1"/>
              <a:t>with</a:t>
            </a:r>
            <a:r>
              <a:rPr lang="fr-FR" dirty="0"/>
              <a:t> </a:t>
            </a:r>
            <a:r>
              <a:rPr lang="fr-FR" b="1" dirty="0" err="1">
                <a:latin typeface="Consolas" panose="020B0609020204030204" pitchFamily="49" charset="0"/>
              </a:rPr>
              <a:t>pulumi</a:t>
            </a:r>
            <a:r>
              <a:rPr lang="fr-FR" b="1" dirty="0">
                <a:latin typeface="Consolas" panose="020B0609020204030204" pitchFamily="49" charset="0"/>
              </a:rPr>
              <a:t> up</a:t>
            </a:r>
          </a:p>
          <a:p>
            <a:pPr>
              <a:lnSpc>
                <a:spcPct val="150000"/>
              </a:lnSpc>
            </a:pPr>
            <a:r>
              <a:rPr lang="fr-FR" dirty="0" err="1"/>
              <a:t>Get</a:t>
            </a:r>
            <a:r>
              <a:rPr lang="fr-FR" dirty="0"/>
              <a:t> the </a:t>
            </a:r>
            <a:r>
              <a:rPr lang="fr-FR" dirty="0" err="1"/>
              <a:t>generated</a:t>
            </a:r>
            <a:r>
              <a:rPr lang="fr-FR" dirty="0"/>
              <a:t> </a:t>
            </a:r>
            <a:r>
              <a:rPr lang="fr-FR" dirty="0" err="1"/>
              <a:t>connection</a:t>
            </a:r>
            <a:r>
              <a:rPr lang="fr-FR" dirty="0"/>
              <a:t> strings </a:t>
            </a:r>
            <a:r>
              <a:rPr lang="fr-FR" dirty="0" err="1"/>
              <a:t>from</a:t>
            </a:r>
            <a:r>
              <a:rPr lang="fr-FR" dirty="0"/>
              <a:t> the </a:t>
            </a:r>
            <a:r>
              <a:rPr lang="fr-FR" dirty="0" err="1"/>
              <a:t>pulumi</a:t>
            </a:r>
            <a:r>
              <a:rPr lang="fr-FR"/>
              <a:t> output</a:t>
            </a:r>
            <a:endParaRPr lang="en-GB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C2739CF6-3AC3-4A9F-7ED4-ADD435F38C6B}"/>
              </a:ext>
            </a:extLst>
          </p:cNvPr>
          <p:cNvSpPr txBox="1"/>
          <p:nvPr/>
        </p:nvSpPr>
        <p:spPr>
          <a:xfrm>
            <a:off x="999065" y="6357035"/>
            <a:ext cx="95842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https://www.pulumi.com/registry/packages/oci/api-docs/database/autonomousdatabase</a:t>
            </a:r>
          </a:p>
        </p:txBody>
      </p:sp>
    </p:spTree>
    <p:extLst>
      <p:ext uri="{BB962C8B-B14F-4D97-AF65-F5344CB8AC3E}">
        <p14:creationId xmlns:p14="http://schemas.microsoft.com/office/powerpoint/2010/main" val="191656803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52737B3D09BE24CA6704E1731033FD6" ma:contentTypeVersion="3" ma:contentTypeDescription="Crée un document." ma:contentTypeScope="" ma:versionID="b5c46fb8abb7cd7b45c605fc29fc369a">
  <xsd:schema xmlns:xsd="http://www.w3.org/2001/XMLSchema" xmlns:xs="http://www.w3.org/2001/XMLSchema" xmlns:p="http://schemas.microsoft.com/office/2006/metadata/properties" xmlns:ns2="859ef32d-54dd-4f3d-88f4-5252b60136fa" targetNamespace="http://schemas.microsoft.com/office/2006/metadata/properties" ma:root="true" ma:fieldsID="f8ae823866e9695407dc4c2ef66278e2" ns2:_="">
    <xsd:import namespace="859ef32d-54dd-4f3d-88f4-5252b60136f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59ef32d-54dd-4f3d-88f4-5252b60136f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712DCCE-3E49-4233-A17D-698880E0FE2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8CABE38-29FB-4F79-9C60-5DFC98D6F988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83CDB0B2-2764-4033-B3C3-B675F45D8EB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59ef32d-54dd-4f3d-88f4-5252b60136f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Celestial</Template>
  <TotalTime>3040</TotalTime>
  <Words>491</Words>
  <Application>Microsoft Office PowerPoint</Application>
  <PresentationFormat>Grand écran</PresentationFormat>
  <Paragraphs>91</Paragraphs>
  <Slides>9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Consolas</vt:lpstr>
      <vt:lpstr>Celestial</vt:lpstr>
      <vt:lpstr>Cloud Engineering</vt:lpstr>
      <vt:lpstr>Create AN object storage</vt:lpstr>
      <vt:lpstr>Expose A static website FROM the object storage</vt:lpstr>
      <vt:lpstr>Create a bucket as code</vt:lpstr>
      <vt:lpstr>Create a blocK volume</vt:lpstr>
      <vt:lpstr>Attaching a block volume</vt:lpstr>
      <vt:lpstr>Create AN Autonomous DB</vt:lpstr>
      <vt:lpstr>Use the Autonomous DB</vt:lpstr>
      <vt:lpstr>Create an autonomous DB as code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Cloud</dc:title>
  <dc:creator>Georges MATHIO</dc:creator>
  <cp:lastModifiedBy>Georges MATHIO</cp:lastModifiedBy>
  <cp:revision>28</cp:revision>
  <dcterms:created xsi:type="dcterms:W3CDTF">2023-10-26T12:54:23Z</dcterms:created>
  <dcterms:modified xsi:type="dcterms:W3CDTF">2024-12-11T12:10:55Z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0x010100752737B3D09BE24CA6704E1731033FD6</vt:lpwstr>
  </property>
  <property fmtid="{D5CDD505-2E9C-101B-9397-08002B2CF9AE}" pid="3" name="Order">
    <vt:r8>26200</vt:r8>
  </property>
  <property fmtid="{D5CDD505-2E9C-101B-9397-08002B2CF9AE}" pid="4" name="TriggerFlowInfo">
    <vt:lpwstr/>
  </property>
  <property fmtid="{D5CDD505-2E9C-101B-9397-08002B2CF9AE}" pid="5" name="ComplianceAssetId">
    <vt:lpwstr/>
  </property>
  <property fmtid="{D5CDD505-2E9C-101B-9397-08002B2CF9AE}" pid="6" name="_ExtendedDescription">
    <vt:lpwstr/>
  </property>
</Properties>
</file>