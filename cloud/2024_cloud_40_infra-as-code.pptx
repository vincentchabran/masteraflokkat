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65" r:id="rId8"/>
    <p:sldId id="266" r:id="rId9"/>
    <p:sldId id="267" r:id="rId10"/>
    <p:sldId id="263" r:id="rId11"/>
    <p:sldId id="268" r:id="rId12"/>
    <p:sldId id="269" r:id="rId13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9060C8-6DB1-4570-88D9-41C95ED894CC}" v="709" dt="2024-12-03T13:15:34.7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s MATHIO" userId="S::georges.mathio@estia.fr::1057b68d-d9cf-4cd5-bc4c-3fe68ec33e97" providerId="AD" clId="Web-{924963A7-0414-CE62-8997-2742A1CA60F5}"/>
    <pc:docChg chg="addSld modSld">
      <pc:chgData name="Georges MATHIO" userId="S::georges.mathio@estia.fr::1057b68d-d9cf-4cd5-bc4c-3fe68ec33e97" providerId="AD" clId="Web-{924963A7-0414-CE62-8997-2742A1CA60F5}" dt="2023-11-13T15:43:21.668" v="39"/>
      <pc:docMkLst>
        <pc:docMk/>
      </pc:docMkLst>
      <pc:sldChg chg="addSp delSp modSp add">
        <pc:chgData name="Georges MATHIO" userId="S::georges.mathio@estia.fr::1057b68d-d9cf-4cd5-bc4c-3fe68ec33e97" providerId="AD" clId="Web-{924963A7-0414-CE62-8997-2742A1CA60F5}" dt="2023-11-13T15:43:21.668" v="39"/>
        <pc:sldMkLst>
          <pc:docMk/>
          <pc:sldMk cId="3870140485" sldId="265"/>
        </pc:sldMkLst>
        <pc:spChg chg="del">
          <ac:chgData name="Georges MATHIO" userId="S::georges.mathio@estia.fr::1057b68d-d9cf-4cd5-bc4c-3fe68ec33e97" providerId="AD" clId="Web-{924963A7-0414-CE62-8997-2742A1CA60F5}" dt="2023-11-13T15:35:25.400" v="1"/>
          <ac:spMkLst>
            <pc:docMk/>
            <pc:sldMk cId="3870140485" sldId="265"/>
            <ac:spMk id="14" creationId="{7E30C4D4-D051-74FE-764D-C642BFBB0D1E}"/>
          </ac:spMkLst>
        </pc:spChg>
        <pc:picChg chg="add mod">
          <ac:chgData name="Georges MATHIO" userId="S::georges.mathio@estia.fr::1057b68d-d9cf-4cd5-bc4c-3fe68ec33e97" providerId="AD" clId="Web-{924963A7-0414-CE62-8997-2742A1CA60F5}" dt="2023-11-13T15:35:59.527" v="5" actId="1076"/>
          <ac:picMkLst>
            <pc:docMk/>
            <pc:sldMk cId="3870140485" sldId="265"/>
            <ac:picMk id="3" creationId="{06F4C4D2-9F1C-CD6B-4B73-EE49A7D3B1D3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24.489" v="24"/>
          <ac:picMkLst>
            <pc:docMk/>
            <pc:sldMk cId="3870140485" sldId="265"/>
            <ac:picMk id="4" creationId="{E1B1EE92-FEF5-B59F-FF7C-59AE3E5F636D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21.668" v="39"/>
          <ac:picMkLst>
            <pc:docMk/>
            <pc:sldMk cId="3870140485" sldId="265"/>
            <ac:picMk id="5" creationId="{6E7B4CB7-1ACC-3B8D-A2AC-67121D2D1D54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9.933" v="37" actId="14100"/>
          <ac:picMkLst>
            <pc:docMk/>
            <pc:sldMk cId="3870140485" sldId="265"/>
            <ac:picMk id="6" creationId="{AFD1BC7B-0643-7730-87DF-0B267565DBD2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38:32.001" v="23" actId="1076"/>
          <ac:picMkLst>
            <pc:docMk/>
            <pc:sldMk cId="3870140485" sldId="265"/>
            <ac:picMk id="7" creationId="{ECAA39C2-0BEB-1809-1D54-D866FF0A02B9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5.214" v="34" actId="1076"/>
          <ac:picMkLst>
            <pc:docMk/>
            <pc:sldMk cId="3870140485" sldId="265"/>
            <ac:picMk id="8" creationId="{9C7D0E36-32F1-F957-95DA-9343A920E6F0}"/>
          </ac:picMkLst>
        </pc:picChg>
        <pc:picChg chg="add del mod">
          <ac:chgData name="Georges MATHIO" userId="S::georges.mathio@estia.fr::1057b68d-d9cf-4cd5-bc4c-3fe68ec33e97" providerId="AD" clId="Web-{924963A7-0414-CE62-8997-2742A1CA60F5}" dt="2023-11-13T15:40:36.474" v="28"/>
          <ac:picMkLst>
            <pc:docMk/>
            <pc:sldMk cId="3870140485" sldId="265"/>
            <ac:picMk id="9" creationId="{43534DCF-1D89-290E-124C-78DABBA75050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6.698" v="35" actId="1076"/>
          <ac:picMkLst>
            <pc:docMk/>
            <pc:sldMk cId="3870140485" sldId="265"/>
            <ac:picMk id="10" creationId="{1D0F61AE-DBDD-6F2E-B2C2-F6D92DB5AFF5}"/>
          </ac:picMkLst>
        </pc:picChg>
        <pc:picChg chg="add mod">
          <ac:chgData name="Georges MATHIO" userId="S::georges.mathio@estia.fr::1057b68d-d9cf-4cd5-bc4c-3fe68ec33e97" providerId="AD" clId="Web-{924963A7-0414-CE62-8997-2742A1CA60F5}" dt="2023-11-13T15:43:03.292" v="33" actId="1076"/>
          <ac:picMkLst>
            <pc:docMk/>
            <pc:sldMk cId="3870140485" sldId="265"/>
            <ac:picMk id="11" creationId="{3E316FDB-D3A3-36F9-21BC-7A3D45C8C097}"/>
          </ac:picMkLst>
        </pc:picChg>
      </pc:sldChg>
    </pc:docChg>
  </pc:docChgLst>
  <pc:docChgLst>
    <pc:chgData name="Georges MATHIO" userId="S::georges.mathio@estia.fr::1057b68d-d9cf-4cd5-bc4c-3fe68ec33e97" providerId="AD" clId="Web-{E36303E1-9F5E-44C2-88B8-1C45D9147857}"/>
    <pc:docChg chg="addSld delSld modSld">
      <pc:chgData name="Georges MATHIO" userId="S::georges.mathio@estia.fr::1057b68d-d9cf-4cd5-bc4c-3fe68ec33e97" providerId="AD" clId="Web-{E36303E1-9F5E-44C2-88B8-1C45D9147857}" dt="2023-11-05T19:54:25.905" v="120" actId="20577"/>
      <pc:docMkLst>
        <pc:docMk/>
      </pc:docMkLst>
      <pc:sldChg chg="modSp">
        <pc:chgData name="Georges MATHIO" userId="S::georges.mathio@estia.fr::1057b68d-d9cf-4cd5-bc4c-3fe68ec33e97" providerId="AD" clId="Web-{E36303E1-9F5E-44C2-88B8-1C45D9147857}" dt="2023-11-05T19:48:11.848" v="11" actId="20577"/>
        <pc:sldMkLst>
          <pc:docMk/>
          <pc:sldMk cId="1018468898" sldId="261"/>
        </pc:sldMkLst>
        <pc:spChg chg="mod">
          <ac:chgData name="Georges MATHIO" userId="S::georges.mathio@estia.fr::1057b68d-d9cf-4cd5-bc4c-3fe68ec33e97" providerId="AD" clId="Web-{E36303E1-9F5E-44C2-88B8-1C45D9147857}" dt="2023-11-05T19:48:11.848" v="11" actId="20577"/>
          <ac:spMkLst>
            <pc:docMk/>
            <pc:sldMk cId="1018468898" sldId="261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E36303E1-9F5E-44C2-88B8-1C45D9147857}" dt="2023-11-05T19:46:23.220" v="5" actId="1076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E36303E1-9F5E-44C2-88B8-1C45D9147857}" dt="2023-11-05T19:46:23.220" v="5" actId="1076"/>
          <ac:spMkLst>
            <pc:docMk/>
            <pc:sldMk cId="1455700223" sldId="263"/>
            <ac:spMk id="14" creationId="{7E30C4D4-D051-74FE-764D-C642BFBB0D1E}"/>
          </ac:spMkLst>
        </pc:spChg>
      </pc:sldChg>
      <pc:sldChg chg="add del replId">
        <pc:chgData name="Georges MATHIO" userId="S::georges.mathio@estia.fr::1057b68d-d9cf-4cd5-bc4c-3fe68ec33e97" providerId="AD" clId="Web-{E36303E1-9F5E-44C2-88B8-1C45D9147857}" dt="2023-11-05T19:47:57.910" v="7"/>
        <pc:sldMkLst>
          <pc:docMk/>
          <pc:sldMk cId="3833791650" sldId="264"/>
        </pc:sldMkLst>
      </pc:sldChg>
      <pc:sldChg chg="modSp add replId">
        <pc:chgData name="Georges MATHIO" userId="S::georges.mathio@estia.fr::1057b68d-d9cf-4cd5-bc4c-3fe68ec33e97" providerId="AD" clId="Web-{E36303E1-9F5E-44C2-88B8-1C45D9147857}" dt="2023-11-05T19:54:25.905" v="120" actId="20577"/>
        <pc:sldMkLst>
          <pc:docMk/>
          <pc:sldMk cId="4167943880" sldId="264"/>
        </pc:sldMkLst>
        <pc:spChg chg="mod">
          <ac:chgData name="Georges MATHIO" userId="S::georges.mathio@estia.fr::1057b68d-d9cf-4cd5-bc4c-3fe68ec33e97" providerId="AD" clId="Web-{E36303E1-9F5E-44C2-88B8-1C45D9147857}" dt="2023-11-05T19:49:03.005" v="17" actId="20577"/>
          <ac:spMkLst>
            <pc:docMk/>
            <pc:sldMk cId="4167943880" sldId="264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E36303E1-9F5E-44C2-88B8-1C45D9147857}" dt="2023-11-05T19:54:25.905" v="120" actId="20577"/>
          <ac:spMkLst>
            <pc:docMk/>
            <pc:sldMk cId="4167943880" sldId="264"/>
            <ac:spMk id="14" creationId="{7E30C4D4-D051-74FE-764D-C642BFBB0D1E}"/>
          </ac:spMkLst>
        </pc:spChg>
      </pc:sldChg>
    </pc:docChg>
  </pc:docChgLst>
  <pc:docChgLst>
    <pc:chgData name="Georges MATHIO" userId="S::georges.mathio@estia.fr::1057b68d-d9cf-4cd5-bc4c-3fe68ec33e97" providerId="AD" clId="Web-{F53324A8-73B9-DE5A-2785-85B2E009E62C}"/>
    <pc:docChg chg="addSld modSld">
      <pc:chgData name="Georges MATHIO" userId="S::georges.mathio@estia.fr::1057b68d-d9cf-4cd5-bc4c-3fe68ec33e97" providerId="AD" clId="Web-{F53324A8-73B9-DE5A-2785-85B2E009E62C}" dt="2023-11-27T16:08:35.615" v="224" actId="1076"/>
      <pc:docMkLst>
        <pc:docMk/>
      </pc:docMkLst>
      <pc:sldChg chg="addSp modSp">
        <pc:chgData name="Georges MATHIO" userId="S::georges.mathio@estia.fr::1057b68d-d9cf-4cd5-bc4c-3fe68ec33e97" providerId="AD" clId="Web-{F53324A8-73B9-DE5A-2785-85B2E009E62C}" dt="2023-11-27T16:08:35.615" v="224" actId="1076"/>
        <pc:sldMkLst>
          <pc:docMk/>
          <pc:sldMk cId="3870140485" sldId="265"/>
        </pc:sldMkLst>
        <pc:picChg chg="add mod">
          <ac:chgData name="Georges MATHIO" userId="S::georges.mathio@estia.fr::1057b68d-d9cf-4cd5-bc4c-3fe68ec33e97" providerId="AD" clId="Web-{F53324A8-73B9-DE5A-2785-85B2E009E62C}" dt="2023-11-27T16:08:35.615" v="224" actId="1076"/>
          <ac:picMkLst>
            <pc:docMk/>
            <pc:sldMk cId="3870140485" sldId="265"/>
            <ac:picMk id="9" creationId="{658CB9B6-DEB4-E9E0-5341-E2CDB7731147}"/>
          </ac:picMkLst>
        </pc:picChg>
      </pc:sldChg>
      <pc:sldChg chg="addSp modSp add replId">
        <pc:chgData name="Georges MATHIO" userId="S::georges.mathio@estia.fr::1057b68d-d9cf-4cd5-bc4c-3fe68ec33e97" providerId="AD" clId="Web-{F53324A8-73B9-DE5A-2785-85B2E009E62C}" dt="2023-11-27T16:07:53.332" v="220" actId="20577"/>
        <pc:sldMkLst>
          <pc:docMk/>
          <pc:sldMk cId="1487403360" sldId="266"/>
        </pc:sldMkLst>
        <pc:spChg chg="mod">
          <ac:chgData name="Georges MATHIO" userId="S::georges.mathio@estia.fr::1057b68d-d9cf-4cd5-bc4c-3fe68ec33e97" providerId="AD" clId="Web-{F53324A8-73B9-DE5A-2785-85B2E009E62C}" dt="2023-11-27T16:02:12.132" v="9" actId="20577"/>
          <ac:spMkLst>
            <pc:docMk/>
            <pc:sldMk cId="1487403360" sldId="266"/>
            <ac:spMk id="2" creationId="{8AE1D70E-C040-1542-B36E-7DDF82084F61}"/>
          </ac:spMkLst>
        </pc:spChg>
        <pc:spChg chg="mod">
          <ac:chgData name="Georges MATHIO" userId="S::georges.mathio@estia.fr::1057b68d-d9cf-4cd5-bc4c-3fe68ec33e97" providerId="AD" clId="Web-{F53324A8-73B9-DE5A-2785-85B2E009E62C}" dt="2023-11-27T16:07:53.332" v="220" actId="20577"/>
          <ac:spMkLst>
            <pc:docMk/>
            <pc:sldMk cId="1487403360" sldId="266"/>
            <ac:spMk id="3" creationId="{B5620FEA-FA3C-B3F6-C2FC-F9D51C3D46CB}"/>
          </ac:spMkLst>
        </pc:spChg>
        <pc:spChg chg="add mod">
          <ac:chgData name="Georges MATHIO" userId="S::georges.mathio@estia.fr::1057b68d-d9cf-4cd5-bc4c-3fe68ec33e97" providerId="AD" clId="Web-{F53324A8-73B9-DE5A-2785-85B2E009E62C}" dt="2023-11-27T16:07:09.721" v="213" actId="20577"/>
          <ac:spMkLst>
            <pc:docMk/>
            <pc:sldMk cId="1487403360" sldId="266"/>
            <ac:spMk id="8" creationId="{2896A83E-C8E6-846E-55FB-564BB0253107}"/>
          </ac:spMkLst>
        </pc:spChg>
        <pc:picChg chg="add mod">
          <ac:chgData name="Georges MATHIO" userId="S::georges.mathio@estia.fr::1057b68d-d9cf-4cd5-bc4c-3fe68ec33e97" providerId="AD" clId="Web-{F53324A8-73B9-DE5A-2785-85B2E009E62C}" dt="2023-11-27T16:07:13.050" v="214" actId="1076"/>
          <ac:picMkLst>
            <pc:docMk/>
            <pc:sldMk cId="1487403360" sldId="266"/>
            <ac:picMk id="6" creationId="{B062D537-4C69-6E39-1142-D3403EFDB13F}"/>
          </ac:picMkLst>
        </pc:picChg>
      </pc:sldChg>
    </pc:docChg>
  </pc:docChgLst>
  <pc:docChgLst>
    <pc:chgData name="Georges MATHIO" userId="1057b68d-d9cf-4cd5-bc4c-3fe68ec33e97" providerId="ADAL" clId="{82C5487D-F4FA-479C-805C-E057908A5989}"/>
    <pc:docChg chg="undo redo custSel addSld delSld modSld sldOrd modMainMaster">
      <pc:chgData name="Georges MATHIO" userId="1057b68d-d9cf-4cd5-bc4c-3fe68ec33e97" providerId="ADAL" clId="{82C5487D-F4FA-479C-805C-E057908A5989}" dt="2024-09-23T15:06:58.848" v="5408" actId="47"/>
      <pc:docMkLst>
        <pc:docMk/>
      </pc:docMkLst>
      <pc:sldChg chg="addSp modSp mod">
        <pc:chgData name="Georges MATHIO" userId="1057b68d-d9cf-4cd5-bc4c-3fe68ec33e97" providerId="ADAL" clId="{82C5487D-F4FA-479C-805C-E057908A5989}" dt="2024-09-17T07:27:32.937" v="1598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82C5487D-F4FA-479C-805C-E057908A5989}" dt="2024-09-10T13:19:14.547" v="25" actId="122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82C5487D-F4FA-479C-805C-E057908A5989}" dt="2024-09-17T07:27:32.937" v="1598" actId="20577"/>
          <ac:spMkLst>
            <pc:docMk/>
            <pc:sldMk cId="2526593619" sldId="256"/>
            <ac:spMk id="3" creationId="{00000000-0000-0000-0000-000000000000}"/>
          </ac:spMkLst>
        </pc:spChg>
        <pc:picChg chg="add mod">
          <ac:chgData name="Georges MATHIO" userId="1057b68d-d9cf-4cd5-bc4c-3fe68ec33e97" providerId="ADAL" clId="{82C5487D-F4FA-479C-805C-E057908A5989}" dt="2024-09-10T13:19:55.227" v="30" actId="1440"/>
          <ac:picMkLst>
            <pc:docMk/>
            <pc:sldMk cId="2526593619" sldId="256"/>
            <ac:picMk id="1026" creationId="{0894DCDB-9EDC-5DED-31AC-01B7CFC04937}"/>
          </ac:picMkLst>
        </pc:picChg>
      </pc:sldChg>
      <pc:sldChg chg="addSp modSp mod">
        <pc:chgData name="Georges MATHIO" userId="1057b68d-d9cf-4cd5-bc4c-3fe68ec33e97" providerId="ADAL" clId="{82C5487D-F4FA-479C-805C-E057908A5989}" dt="2024-09-10T14:37:05.319" v="1026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82C5487D-F4FA-479C-805C-E057908A5989}" dt="2024-09-10T13:22:09.188" v="80" actId="20577"/>
          <ac:spMkLst>
            <pc:docMk/>
            <pc:sldMk cId="1554076419" sldId="258"/>
            <ac:spMk id="2" creationId="{8AE1D70E-C040-1542-B36E-7DDF82084F61}"/>
          </ac:spMkLst>
        </pc:spChg>
        <pc:spChg chg="mod">
          <ac:chgData name="Georges MATHIO" userId="1057b68d-d9cf-4cd5-bc4c-3fe68ec33e97" providerId="ADAL" clId="{82C5487D-F4FA-479C-805C-E057908A5989}" dt="2024-09-10T14:37:05.319" v="1026" actId="20577"/>
          <ac:spMkLst>
            <pc:docMk/>
            <pc:sldMk cId="1554076419" sldId="258"/>
            <ac:spMk id="3" creationId="{28C0A9F3-C74E-8D4C-12C9-FC5B0E07D0F8}"/>
          </ac:spMkLst>
        </pc:spChg>
        <pc:spChg chg="mod">
          <ac:chgData name="Georges MATHIO" userId="1057b68d-d9cf-4cd5-bc4c-3fe68ec33e97" providerId="ADAL" clId="{82C5487D-F4FA-479C-805C-E057908A5989}" dt="2024-09-10T13:22:23.428" v="103" actId="20577"/>
          <ac:spMkLst>
            <pc:docMk/>
            <pc:sldMk cId="1554076419" sldId="258"/>
            <ac:spMk id="8" creationId="{8C1BBF7E-EA70-9FE6-C90F-A1284432D1C6}"/>
          </ac:spMkLst>
        </pc:spChg>
        <pc:picChg chg="add mod">
          <ac:chgData name="Georges MATHIO" userId="1057b68d-d9cf-4cd5-bc4c-3fe68ec33e97" providerId="ADAL" clId="{82C5487D-F4FA-479C-805C-E057908A5989}" dt="2024-09-10T13:46:15.711" v="422" actId="1076"/>
          <ac:picMkLst>
            <pc:docMk/>
            <pc:sldMk cId="1554076419" sldId="258"/>
            <ac:picMk id="4" creationId="{B07562AD-13F4-78FB-2B87-3E4DA833361A}"/>
          </ac:picMkLst>
        </pc:picChg>
      </pc:sldChg>
      <pc:sldChg chg="addSp delSp modSp new mod modAnim">
        <pc:chgData name="Georges MATHIO" userId="1057b68d-d9cf-4cd5-bc4c-3fe68ec33e97" providerId="ADAL" clId="{82C5487D-F4FA-479C-805C-E057908A5989}" dt="2024-09-17T09:08:53.903" v="3065" actId="14100"/>
        <pc:sldMkLst>
          <pc:docMk/>
          <pc:sldMk cId="226811849" sldId="259"/>
        </pc:sldMkLst>
        <pc:spChg chg="mod">
          <ac:chgData name="Georges MATHIO" userId="1057b68d-d9cf-4cd5-bc4c-3fe68ec33e97" providerId="ADAL" clId="{82C5487D-F4FA-479C-805C-E057908A5989}" dt="2024-09-10T13:58:32.585" v="533" actId="20577"/>
          <ac:spMkLst>
            <pc:docMk/>
            <pc:sldMk cId="226811849" sldId="259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0T14:33:27.274" v="986" actId="20577"/>
          <ac:spMkLst>
            <pc:docMk/>
            <pc:sldMk cId="226811849" sldId="259"/>
            <ac:spMk id="3" creationId="{A8A75CFA-E18C-7FAB-3081-C2C903E0054B}"/>
          </ac:spMkLst>
        </pc:spChg>
        <pc:spChg chg="add mod">
          <ac:chgData name="Georges MATHIO" userId="1057b68d-d9cf-4cd5-bc4c-3fe68ec33e97" providerId="ADAL" clId="{82C5487D-F4FA-479C-805C-E057908A5989}" dt="2024-09-17T07:36:06.458" v="1697" actId="1035"/>
          <ac:spMkLst>
            <pc:docMk/>
            <pc:sldMk cId="226811849" sldId="259"/>
            <ac:spMk id="4" creationId="{6E13AE0A-54BA-E302-9610-D35C7B750FA2}"/>
          </ac:spMkLst>
        </pc:spChg>
        <pc:spChg chg="add mod">
          <ac:chgData name="Georges MATHIO" userId="1057b68d-d9cf-4cd5-bc4c-3fe68ec33e97" providerId="ADAL" clId="{82C5487D-F4FA-479C-805C-E057908A5989}" dt="2024-09-10T14:22:23.072" v="668" actId="1076"/>
          <ac:spMkLst>
            <pc:docMk/>
            <pc:sldMk cId="226811849" sldId="259"/>
            <ac:spMk id="9" creationId="{97903BD0-BF05-17E6-D0C7-8221CDD418EE}"/>
          </ac:spMkLst>
        </pc:spChg>
        <pc:spChg chg="add mod">
          <ac:chgData name="Georges MATHIO" userId="1057b68d-d9cf-4cd5-bc4c-3fe68ec33e97" providerId="ADAL" clId="{82C5487D-F4FA-479C-805C-E057908A5989}" dt="2024-09-10T14:22:30.250" v="685" actId="20577"/>
          <ac:spMkLst>
            <pc:docMk/>
            <pc:sldMk cId="226811849" sldId="259"/>
            <ac:spMk id="10" creationId="{D8EF6B02-2186-3F04-D957-BA8BEAA6E313}"/>
          </ac:spMkLst>
        </pc:spChg>
        <pc:spChg chg="add mod">
          <ac:chgData name="Georges MATHIO" userId="1057b68d-d9cf-4cd5-bc4c-3fe68ec33e97" providerId="ADAL" clId="{82C5487D-F4FA-479C-805C-E057908A5989}" dt="2024-09-10T14:23:04.213" v="708" actId="20577"/>
          <ac:spMkLst>
            <pc:docMk/>
            <pc:sldMk cId="226811849" sldId="259"/>
            <ac:spMk id="11" creationId="{C361A9C3-1F52-48C6-593F-CB60D9F92BFB}"/>
          </ac:spMkLst>
        </pc:spChg>
        <pc:picChg chg="add mod">
          <ac:chgData name="Georges MATHIO" userId="1057b68d-d9cf-4cd5-bc4c-3fe68ec33e97" providerId="ADAL" clId="{82C5487D-F4FA-479C-805C-E057908A5989}" dt="2024-09-17T09:08:28.634" v="3062" actId="14100"/>
          <ac:picMkLst>
            <pc:docMk/>
            <pc:sldMk cId="226811849" sldId="259"/>
            <ac:picMk id="6" creationId="{9509DC00-0B6A-7E04-A96C-BBC9B12F765A}"/>
          </ac:picMkLst>
        </pc:picChg>
        <pc:picChg chg="add mod">
          <ac:chgData name="Georges MATHIO" userId="1057b68d-d9cf-4cd5-bc4c-3fe68ec33e97" providerId="ADAL" clId="{82C5487D-F4FA-479C-805C-E057908A5989}" dt="2024-09-17T09:08:53.903" v="3065" actId="14100"/>
          <ac:picMkLst>
            <pc:docMk/>
            <pc:sldMk cId="226811849" sldId="259"/>
            <ac:picMk id="8" creationId="{2E8D30E9-B7F3-7460-5DA6-9678BA5D7DE5}"/>
          </ac:picMkLst>
        </pc:picChg>
        <pc:picChg chg="add del mod">
          <ac:chgData name="Georges MATHIO" userId="1057b68d-d9cf-4cd5-bc4c-3fe68ec33e97" providerId="ADAL" clId="{82C5487D-F4FA-479C-805C-E057908A5989}" dt="2024-09-10T14:11:52.255" v="587" actId="478"/>
          <ac:picMkLst>
            <pc:docMk/>
            <pc:sldMk cId="226811849" sldId="259"/>
            <ac:picMk id="2050" creationId="{36B550A6-6A85-8BD1-21F4-3F3C91CC6D32}"/>
          </ac:picMkLst>
        </pc:picChg>
      </pc:sldChg>
      <pc:sldChg chg="del">
        <pc:chgData name="Georges MATHIO" userId="1057b68d-d9cf-4cd5-bc4c-3fe68ec33e97" providerId="ADAL" clId="{82C5487D-F4FA-479C-805C-E057908A5989}" dt="2024-09-10T13:20:14.903" v="35" actId="47"/>
        <pc:sldMkLst>
          <pc:docMk/>
          <pc:sldMk cId="698645210" sldId="259"/>
        </pc:sldMkLst>
      </pc:sldChg>
      <pc:sldChg chg="del">
        <pc:chgData name="Georges MATHIO" userId="1057b68d-d9cf-4cd5-bc4c-3fe68ec33e97" providerId="ADAL" clId="{82C5487D-F4FA-479C-805C-E057908A5989}" dt="2024-09-10T13:20:16.297" v="36" actId="47"/>
        <pc:sldMkLst>
          <pc:docMk/>
          <pc:sldMk cId="2019018920" sldId="260"/>
        </pc:sldMkLst>
      </pc:sldChg>
      <pc:sldChg chg="addSp delSp modSp new mod ord">
        <pc:chgData name="Georges MATHIO" userId="1057b68d-d9cf-4cd5-bc4c-3fe68ec33e97" providerId="ADAL" clId="{82C5487D-F4FA-479C-805C-E057908A5989}" dt="2024-09-17T08:06:04.235" v="1974"/>
        <pc:sldMkLst>
          <pc:docMk/>
          <pc:sldMk cId="2559389067" sldId="260"/>
        </pc:sldMkLst>
        <pc:spChg chg="mod">
          <ac:chgData name="Georges MATHIO" userId="1057b68d-d9cf-4cd5-bc4c-3fe68ec33e97" providerId="ADAL" clId="{82C5487D-F4FA-479C-805C-E057908A5989}" dt="2024-09-10T14:55:40.397" v="1462" actId="20577"/>
          <ac:spMkLst>
            <pc:docMk/>
            <pc:sldMk cId="2559389067" sldId="260"/>
            <ac:spMk id="2" creationId="{F663B97E-87A1-8668-0A62-7274C06FB89D}"/>
          </ac:spMkLst>
        </pc:spChg>
        <pc:spChg chg="del mod">
          <ac:chgData name="Georges MATHIO" userId="1057b68d-d9cf-4cd5-bc4c-3fe68ec33e97" providerId="ADAL" clId="{82C5487D-F4FA-479C-805C-E057908A5989}" dt="2024-09-10T14:35:02.014" v="1003" actId="1032"/>
          <ac:spMkLst>
            <pc:docMk/>
            <pc:sldMk cId="2559389067" sldId="260"/>
            <ac:spMk id="3" creationId="{32C8C031-605E-FC62-9298-BDD823E9A290}"/>
          </ac:spMkLst>
        </pc:spChg>
        <pc:spChg chg="add del mod">
          <ac:chgData name="Georges MATHIO" userId="1057b68d-d9cf-4cd5-bc4c-3fe68ec33e97" providerId="ADAL" clId="{82C5487D-F4FA-479C-805C-E057908A5989}" dt="2024-09-10T14:46:51.693" v="1139" actId="478"/>
          <ac:spMkLst>
            <pc:docMk/>
            <pc:sldMk cId="2559389067" sldId="260"/>
            <ac:spMk id="6" creationId="{1010D7BC-3C99-3325-1469-523EE6D3D959}"/>
          </ac:spMkLst>
        </pc:spChg>
        <pc:spChg chg="add mod">
          <ac:chgData name="Georges MATHIO" userId="1057b68d-d9cf-4cd5-bc4c-3fe68ec33e97" providerId="ADAL" clId="{82C5487D-F4FA-479C-805C-E057908A5989}" dt="2024-09-10T14:55:25.758" v="1459" actId="20577"/>
          <ac:spMkLst>
            <pc:docMk/>
            <pc:sldMk cId="2559389067" sldId="260"/>
            <ac:spMk id="8" creationId="{ACC75875-167A-31F4-1356-0FFFFD9A7B60}"/>
          </ac:spMkLst>
        </pc:spChg>
        <pc:graphicFrameChg chg="add del mod modGraphic">
          <ac:chgData name="Georges MATHIO" userId="1057b68d-d9cf-4cd5-bc4c-3fe68ec33e97" providerId="ADAL" clId="{82C5487D-F4FA-479C-805C-E057908A5989}" dt="2024-09-10T14:47:12.317" v="1140" actId="478"/>
          <ac:graphicFrameMkLst>
            <pc:docMk/>
            <pc:sldMk cId="2559389067" sldId="260"/>
            <ac:graphicFrameMk id="4" creationId="{A9798C2C-4FD6-3C11-A438-5C619FC6FD87}"/>
          </ac:graphicFrameMkLst>
        </pc:graphicFrameChg>
        <pc:graphicFrameChg chg="add mod modGraphic">
          <ac:chgData name="Georges MATHIO" userId="1057b68d-d9cf-4cd5-bc4c-3fe68ec33e97" providerId="ADAL" clId="{82C5487D-F4FA-479C-805C-E057908A5989}" dt="2024-09-17T08:05:23.720" v="1972" actId="20577"/>
          <ac:graphicFrameMkLst>
            <pc:docMk/>
            <pc:sldMk cId="2559389067" sldId="260"/>
            <ac:graphicFrameMk id="9" creationId="{DDBF71B8-26D9-A5CE-E19A-FD16CFEA8844}"/>
          </ac:graphicFrameMkLst>
        </pc:graphicFrameChg>
      </pc:sldChg>
      <pc:sldChg chg="addSp delSp modSp add del mod ord delAnim modAnim">
        <pc:chgData name="Georges MATHIO" userId="1057b68d-d9cf-4cd5-bc4c-3fe68ec33e97" providerId="ADAL" clId="{82C5487D-F4FA-479C-805C-E057908A5989}" dt="2024-09-17T09:06:02.876" v="3053" actId="47"/>
        <pc:sldMkLst>
          <pc:docMk/>
          <pc:sldMk cId="1438521280" sldId="261"/>
        </pc:sldMkLst>
        <pc:spChg chg="mod">
          <ac:chgData name="Georges MATHIO" userId="1057b68d-d9cf-4cd5-bc4c-3fe68ec33e97" providerId="ADAL" clId="{82C5487D-F4FA-479C-805C-E057908A5989}" dt="2024-09-17T08:58:14.835" v="2728" actId="20577"/>
          <ac:spMkLst>
            <pc:docMk/>
            <pc:sldMk cId="1438521280" sldId="261"/>
            <ac:spMk id="2" creationId="{ADEBCA86-FC88-C76F-F85D-C56FAC8A5DAF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17T09:01:51.546" v="3039" actId="20577"/>
          <ac:spMkLst>
            <pc:docMk/>
            <pc:sldMk cId="1438521280" sldId="261"/>
            <ac:spMk id="4" creationId="{6E13AE0A-54BA-E302-9610-D35C7B750FA2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5" creationId="{A51CD53D-ED1A-59F5-088F-C27E750B9DF4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8" creationId="{8552457F-CA42-CAD5-1D50-0F5F46546509}"/>
          </ac:spMkLst>
        </pc:spChg>
        <pc:spChg chg="del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9" creationId="{97903BD0-BF05-17E6-D0C7-8221CDD418EE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0" creationId="{D8EF6B02-2186-3F04-D957-BA8BEAA6E313}"/>
          </ac:spMkLst>
        </pc:spChg>
        <pc:spChg chg="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1" creationId="{C361A9C3-1F52-48C6-593F-CB60D9F92BFB}"/>
          </ac:spMkLst>
        </pc:spChg>
        <pc:spChg chg="add del mod">
          <ac:chgData name="Georges MATHIO" userId="1057b68d-d9cf-4cd5-bc4c-3fe68ec33e97" providerId="ADAL" clId="{82C5487D-F4FA-479C-805C-E057908A5989}" dt="2024-09-17T09:02:01.296" v="3040" actId="478"/>
          <ac:spMkLst>
            <pc:docMk/>
            <pc:sldMk cId="1438521280" sldId="261"/>
            <ac:spMk id="12" creationId="{09355B55-B4F6-D4B9-0F73-7E2BA3C41B63}"/>
          </ac:spMkLst>
        </pc:spChg>
        <pc:spChg chg="add del mod">
          <ac:chgData name="Georges MATHIO" userId="1057b68d-d9cf-4cd5-bc4c-3fe68ec33e97" providerId="ADAL" clId="{82C5487D-F4FA-479C-805C-E057908A5989}" dt="2024-09-17T09:02:07.557" v="3041" actId="478"/>
          <ac:spMkLst>
            <pc:docMk/>
            <pc:sldMk cId="1438521280" sldId="261"/>
            <ac:spMk id="14" creationId="{2962C1C5-B21F-95A6-841E-5EA140747AF2}"/>
          </ac:spMkLst>
        </pc:spChg>
        <pc:picChg chg="del mod">
          <ac:chgData name="Georges MATHIO" userId="1057b68d-d9cf-4cd5-bc4c-3fe68ec33e97" providerId="ADAL" clId="{82C5487D-F4FA-479C-805C-E057908A5989}" dt="2024-09-17T09:02:01.296" v="3040" actId="478"/>
          <ac:picMkLst>
            <pc:docMk/>
            <pc:sldMk cId="1438521280" sldId="261"/>
            <ac:picMk id="6" creationId="{9509DC00-0B6A-7E04-A96C-BBC9B12F765A}"/>
          </ac:picMkLst>
        </pc:picChg>
        <pc:picChg chg="add del mod">
          <ac:chgData name="Georges MATHIO" userId="1057b68d-d9cf-4cd5-bc4c-3fe68ec33e97" providerId="ADAL" clId="{82C5487D-F4FA-479C-805C-E057908A5989}" dt="2024-09-17T09:02:01.296" v="3040" actId="478"/>
          <ac:picMkLst>
            <pc:docMk/>
            <pc:sldMk cId="1438521280" sldId="261"/>
            <ac:picMk id="7" creationId="{FCB679A2-5E4F-7966-43BD-CF1E51893504}"/>
          </ac:picMkLst>
        </pc:picChg>
        <pc:picChg chg="del">
          <ac:chgData name="Georges MATHIO" userId="1057b68d-d9cf-4cd5-bc4c-3fe68ec33e97" providerId="ADAL" clId="{82C5487D-F4FA-479C-805C-E057908A5989}" dt="2024-09-10T14:56:02.849" v="1486" actId="478"/>
          <ac:picMkLst>
            <pc:docMk/>
            <pc:sldMk cId="1438521280" sldId="261"/>
            <ac:picMk id="8" creationId="{2E8D30E9-B7F3-7460-5DA6-9678BA5D7DE5}"/>
          </ac:picMkLst>
        </pc:picChg>
      </pc:sldChg>
      <pc:sldChg chg="del">
        <pc:chgData name="Georges MATHIO" userId="1057b68d-d9cf-4cd5-bc4c-3fe68ec33e97" providerId="ADAL" clId="{82C5487D-F4FA-479C-805C-E057908A5989}" dt="2024-09-10T13:20:16.647" v="37" actId="47"/>
        <pc:sldMkLst>
          <pc:docMk/>
          <pc:sldMk cId="4161449416" sldId="261"/>
        </pc:sldMkLst>
      </pc:sldChg>
      <pc:sldChg chg="addSp delSp modSp new mod ord">
        <pc:chgData name="Georges MATHIO" userId="1057b68d-d9cf-4cd5-bc4c-3fe68ec33e97" providerId="ADAL" clId="{82C5487D-F4FA-479C-805C-E057908A5989}" dt="2024-09-23T15:02:22.301" v="5275"/>
        <pc:sldMkLst>
          <pc:docMk/>
          <pc:sldMk cId="2390649631" sldId="262"/>
        </pc:sldMkLst>
        <pc:spChg chg="mod">
          <ac:chgData name="Georges MATHIO" userId="1057b68d-d9cf-4cd5-bc4c-3fe68ec33e97" providerId="ADAL" clId="{82C5487D-F4FA-479C-805C-E057908A5989}" dt="2024-09-23T14:41:15.692" v="4748" actId="20577"/>
          <ac:spMkLst>
            <pc:docMk/>
            <pc:sldMk cId="2390649631" sldId="262"/>
            <ac:spMk id="2" creationId="{3A83B63E-8695-A261-2D66-4BFE1CECFE25}"/>
          </ac:spMkLst>
        </pc:spChg>
        <pc:spChg chg="del mod">
          <ac:chgData name="Georges MATHIO" userId="1057b68d-d9cf-4cd5-bc4c-3fe68ec33e97" providerId="ADAL" clId="{82C5487D-F4FA-479C-805C-E057908A5989}" dt="2024-09-23T14:41:42.197" v="4750" actId="478"/>
          <ac:spMkLst>
            <pc:docMk/>
            <pc:sldMk cId="2390649631" sldId="262"/>
            <ac:spMk id="3" creationId="{E7B1851B-891E-7219-903C-44C4234BD6E6}"/>
          </ac:spMkLst>
        </pc:spChg>
        <pc:spChg chg="add del mod">
          <ac:chgData name="Georges MATHIO" userId="1057b68d-d9cf-4cd5-bc4c-3fe68ec33e97" providerId="ADAL" clId="{82C5487D-F4FA-479C-805C-E057908A5989}" dt="2024-09-17T08:04:08.972" v="1911"/>
          <ac:spMkLst>
            <pc:docMk/>
            <pc:sldMk cId="2390649631" sldId="262"/>
            <ac:spMk id="4" creationId="{2849EFA2-3B11-6ECE-14A3-A69D87FD19F4}"/>
          </ac:spMkLst>
        </pc:spChg>
        <pc:spChg chg="add del mod">
          <ac:chgData name="Georges MATHIO" userId="1057b68d-d9cf-4cd5-bc4c-3fe68ec33e97" providerId="ADAL" clId="{82C5487D-F4FA-479C-805C-E057908A5989}" dt="2024-09-23T14:41:19.848" v="4749" actId="478"/>
          <ac:spMkLst>
            <pc:docMk/>
            <pc:sldMk cId="2390649631" sldId="262"/>
            <ac:spMk id="5" creationId="{FE12536D-6ED0-DC03-08CC-8D761524D1FF}"/>
          </ac:spMkLst>
        </pc:spChg>
        <pc:spChg chg="add del mod">
          <ac:chgData name="Georges MATHIO" userId="1057b68d-d9cf-4cd5-bc4c-3fe68ec33e97" providerId="ADAL" clId="{82C5487D-F4FA-479C-805C-E057908A5989}" dt="2024-09-23T14:41:53.678" v="4752" actId="478"/>
          <ac:spMkLst>
            <pc:docMk/>
            <pc:sldMk cId="2390649631" sldId="262"/>
            <ac:spMk id="6" creationId="{153F91A9-730B-CD7A-FE6F-857BC50475EF}"/>
          </ac:spMkLst>
        </pc:spChg>
        <pc:spChg chg="add mod">
          <ac:chgData name="Georges MATHIO" userId="1057b68d-d9cf-4cd5-bc4c-3fe68ec33e97" providerId="ADAL" clId="{82C5487D-F4FA-479C-805C-E057908A5989}" dt="2024-09-23T14:46:38.445" v="5103" actId="403"/>
          <ac:spMkLst>
            <pc:docMk/>
            <pc:sldMk cId="2390649631" sldId="262"/>
            <ac:spMk id="7" creationId="{F730F81E-FE15-036B-799E-4164065F9994}"/>
          </ac:spMkLst>
        </pc:spChg>
      </pc:sldChg>
      <pc:sldChg chg="del">
        <pc:chgData name="Georges MATHIO" userId="1057b68d-d9cf-4cd5-bc4c-3fe68ec33e97" providerId="ADAL" clId="{82C5487D-F4FA-479C-805C-E057908A5989}" dt="2024-09-10T13:20:16.849" v="38" actId="47"/>
        <pc:sldMkLst>
          <pc:docMk/>
          <pc:sldMk cId="3587356529" sldId="262"/>
        </pc:sldMkLst>
      </pc:sldChg>
      <pc:sldChg chg="del">
        <pc:chgData name="Georges MATHIO" userId="1057b68d-d9cf-4cd5-bc4c-3fe68ec33e97" providerId="ADAL" clId="{82C5487D-F4FA-479C-805C-E057908A5989}" dt="2024-09-10T13:20:17.030" v="39" actId="47"/>
        <pc:sldMkLst>
          <pc:docMk/>
          <pc:sldMk cId="631768457" sldId="263"/>
        </pc:sldMkLst>
      </pc:sldChg>
      <pc:sldChg chg="delSp modSp add mod delAnim">
        <pc:chgData name="Georges MATHIO" userId="1057b68d-d9cf-4cd5-bc4c-3fe68ec33e97" providerId="ADAL" clId="{82C5487D-F4FA-479C-805C-E057908A5989}" dt="2024-09-17T07:58:35.453" v="1811" actId="20577"/>
        <pc:sldMkLst>
          <pc:docMk/>
          <pc:sldMk cId="2462972198" sldId="263"/>
        </pc:sldMkLst>
        <pc:spChg chg="mod">
          <ac:chgData name="Georges MATHIO" userId="1057b68d-d9cf-4cd5-bc4c-3fe68ec33e97" providerId="ADAL" clId="{82C5487D-F4FA-479C-805C-E057908A5989}" dt="2024-09-17T07:35:29.456" v="1644"/>
          <ac:spMkLst>
            <pc:docMk/>
            <pc:sldMk cId="2462972198" sldId="263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7T07:58:35.453" v="1811" actId="20577"/>
          <ac:spMkLst>
            <pc:docMk/>
            <pc:sldMk cId="2462972198" sldId="263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17T07:36:01.280" v="1686" actId="1035"/>
          <ac:spMkLst>
            <pc:docMk/>
            <pc:sldMk cId="2462972198" sldId="263"/>
            <ac:spMk id="4" creationId="{6E13AE0A-54BA-E302-9610-D35C7B750FA2}"/>
          </ac:spMkLst>
        </pc:spChg>
        <pc:spChg chg="del">
          <ac:chgData name="Georges MATHIO" userId="1057b68d-d9cf-4cd5-bc4c-3fe68ec33e97" providerId="ADAL" clId="{82C5487D-F4FA-479C-805C-E057908A5989}" dt="2024-09-17T07:46:49.207" v="1725" actId="478"/>
          <ac:spMkLst>
            <pc:docMk/>
            <pc:sldMk cId="2462972198" sldId="263"/>
            <ac:spMk id="9" creationId="{97903BD0-BF05-17E6-D0C7-8221CDD418EE}"/>
          </ac:spMkLst>
        </pc:spChg>
        <pc:spChg chg="del">
          <ac:chgData name="Georges MATHIO" userId="1057b68d-d9cf-4cd5-bc4c-3fe68ec33e97" providerId="ADAL" clId="{82C5487D-F4FA-479C-805C-E057908A5989}" dt="2024-09-17T07:35:37.113" v="1646" actId="478"/>
          <ac:spMkLst>
            <pc:docMk/>
            <pc:sldMk cId="2462972198" sldId="263"/>
            <ac:spMk id="10" creationId="{D8EF6B02-2186-3F04-D957-BA8BEAA6E313}"/>
          </ac:spMkLst>
        </pc:spChg>
        <pc:spChg chg="del">
          <ac:chgData name="Georges MATHIO" userId="1057b68d-d9cf-4cd5-bc4c-3fe68ec33e97" providerId="ADAL" clId="{82C5487D-F4FA-479C-805C-E057908A5989}" dt="2024-09-17T07:46:45.123" v="1724" actId="478"/>
          <ac:spMkLst>
            <pc:docMk/>
            <pc:sldMk cId="2462972198" sldId="263"/>
            <ac:spMk id="11" creationId="{C361A9C3-1F52-48C6-593F-CB60D9F92BFB}"/>
          </ac:spMkLst>
        </pc:spChg>
        <pc:picChg chg="del">
          <ac:chgData name="Georges MATHIO" userId="1057b68d-d9cf-4cd5-bc4c-3fe68ec33e97" providerId="ADAL" clId="{82C5487D-F4FA-479C-805C-E057908A5989}" dt="2024-09-17T07:35:33.974" v="1645" actId="478"/>
          <ac:picMkLst>
            <pc:docMk/>
            <pc:sldMk cId="2462972198" sldId="263"/>
            <ac:picMk id="6" creationId="{9509DC00-0B6A-7E04-A96C-BBC9B12F765A}"/>
          </ac:picMkLst>
        </pc:picChg>
        <pc:picChg chg="del">
          <ac:chgData name="Georges MATHIO" userId="1057b68d-d9cf-4cd5-bc4c-3fe68ec33e97" providerId="ADAL" clId="{82C5487D-F4FA-479C-805C-E057908A5989}" dt="2024-09-17T07:35:33.974" v="1645" actId="478"/>
          <ac:picMkLst>
            <pc:docMk/>
            <pc:sldMk cId="2462972198" sldId="263"/>
            <ac:picMk id="8" creationId="{2E8D30E9-B7F3-7460-5DA6-9678BA5D7DE5}"/>
          </ac:picMkLst>
        </pc:picChg>
      </pc:sldChg>
      <pc:sldChg chg="addSp delSp modSp new mod ord">
        <pc:chgData name="Georges MATHIO" userId="1057b68d-d9cf-4cd5-bc4c-3fe68ec33e97" providerId="ADAL" clId="{82C5487D-F4FA-479C-805C-E057908A5989}" dt="2024-09-17T08:56:16.987" v="2709" actId="1076"/>
        <pc:sldMkLst>
          <pc:docMk/>
          <pc:sldMk cId="3235624482" sldId="264"/>
        </pc:sldMkLst>
        <pc:spChg chg="mod">
          <ac:chgData name="Georges MATHIO" userId="1057b68d-d9cf-4cd5-bc4c-3fe68ec33e97" providerId="ADAL" clId="{82C5487D-F4FA-479C-805C-E057908A5989}" dt="2024-09-17T08:20:42.761" v="2031" actId="14100"/>
          <ac:spMkLst>
            <pc:docMk/>
            <pc:sldMk cId="3235624482" sldId="264"/>
            <ac:spMk id="2" creationId="{CB737089-8812-04A5-7B93-1AB5EDC6C0EC}"/>
          </ac:spMkLst>
        </pc:spChg>
        <pc:spChg chg="del mod">
          <ac:chgData name="Georges MATHIO" userId="1057b68d-d9cf-4cd5-bc4c-3fe68ec33e97" providerId="ADAL" clId="{82C5487D-F4FA-479C-805C-E057908A5989}" dt="2024-09-17T08:20:29.883" v="2027"/>
          <ac:spMkLst>
            <pc:docMk/>
            <pc:sldMk cId="3235624482" sldId="264"/>
            <ac:spMk id="3" creationId="{84A9451D-6DCF-61D1-2ADE-A94781D7C8A3}"/>
          </ac:spMkLst>
        </pc:spChg>
        <pc:spChg chg="add del mod">
          <ac:chgData name="Georges MATHIO" userId="1057b68d-d9cf-4cd5-bc4c-3fe68ec33e97" providerId="ADAL" clId="{82C5487D-F4FA-479C-805C-E057908A5989}" dt="2024-09-17T08:21:42.991" v="2036" actId="478"/>
          <ac:spMkLst>
            <pc:docMk/>
            <pc:sldMk cId="3235624482" sldId="264"/>
            <ac:spMk id="9" creationId="{3DAAC72B-75E5-20FF-13A6-CAAC54632501}"/>
          </ac:spMkLst>
        </pc:spChg>
        <pc:spChg chg="add mod ord">
          <ac:chgData name="Georges MATHIO" userId="1057b68d-d9cf-4cd5-bc4c-3fe68ec33e97" providerId="ADAL" clId="{82C5487D-F4FA-479C-805C-E057908A5989}" dt="2024-09-17T08:28:20.554" v="2510" actId="1076"/>
          <ac:spMkLst>
            <pc:docMk/>
            <pc:sldMk cId="3235624482" sldId="264"/>
            <ac:spMk id="14" creationId="{18A743E6-2E5B-7BB2-938A-EADF43D9DA53}"/>
          </ac:spMkLst>
        </pc:spChg>
        <pc:spChg chg="add mod ord">
          <ac:chgData name="Georges MATHIO" userId="1057b68d-d9cf-4cd5-bc4c-3fe68ec33e97" providerId="ADAL" clId="{82C5487D-F4FA-479C-805C-E057908A5989}" dt="2024-09-17T08:29:14.763" v="2524" actId="14861"/>
          <ac:spMkLst>
            <pc:docMk/>
            <pc:sldMk cId="3235624482" sldId="264"/>
            <ac:spMk id="17" creationId="{08FBC12F-337E-E89E-55FA-399221144F12}"/>
          </ac:spMkLst>
        </pc:spChg>
        <pc:spChg chg="add mod ord">
          <ac:chgData name="Georges MATHIO" userId="1057b68d-d9cf-4cd5-bc4c-3fe68ec33e97" providerId="ADAL" clId="{82C5487D-F4FA-479C-805C-E057908A5989}" dt="2024-09-17T08:29:04.608" v="2522" actId="167"/>
          <ac:spMkLst>
            <pc:docMk/>
            <pc:sldMk cId="3235624482" sldId="264"/>
            <ac:spMk id="18" creationId="{776D6E20-3491-2DBC-081A-F6F4AA18D872}"/>
          </ac:spMkLst>
        </pc:spChg>
        <pc:spChg chg="add mod">
          <ac:chgData name="Georges MATHIO" userId="1057b68d-d9cf-4cd5-bc4c-3fe68ec33e97" providerId="ADAL" clId="{82C5487D-F4FA-479C-805C-E057908A5989}" dt="2024-09-17T08:56:16.987" v="2709" actId="1076"/>
          <ac:spMkLst>
            <pc:docMk/>
            <pc:sldMk cId="3235624482" sldId="264"/>
            <ac:spMk id="19" creationId="{FC05DE6C-0B46-E626-BF36-F3DE11496887}"/>
          </ac:spMkLst>
        </pc:spChg>
        <pc:spChg chg="add mod">
          <ac:chgData name="Georges MATHIO" userId="1057b68d-d9cf-4cd5-bc4c-3fe68ec33e97" providerId="ADAL" clId="{82C5487D-F4FA-479C-805C-E057908A5989}" dt="2024-09-17T08:56:09.665" v="2708" actId="20577"/>
          <ac:spMkLst>
            <pc:docMk/>
            <pc:sldMk cId="3235624482" sldId="264"/>
            <ac:spMk id="20" creationId="{364FFAB6-3B2B-94EE-7B53-08EA73C3479C}"/>
          </ac:spMkLst>
        </pc:spChg>
        <pc:spChg chg="add mod">
          <ac:chgData name="Georges MATHIO" userId="1057b68d-d9cf-4cd5-bc4c-3fe68ec33e97" providerId="ADAL" clId="{82C5487D-F4FA-479C-805C-E057908A5989}" dt="2024-09-17T08:56:00.712" v="2692"/>
          <ac:spMkLst>
            <pc:docMk/>
            <pc:sldMk cId="3235624482" sldId="264"/>
            <ac:spMk id="21" creationId="{0B1D064C-D614-8D39-D338-FF3DA04CEC49}"/>
          </ac:spMkLst>
        </pc:spChg>
        <pc:picChg chg="add del mod">
          <ac:chgData name="Georges MATHIO" userId="1057b68d-d9cf-4cd5-bc4c-3fe68ec33e97" providerId="ADAL" clId="{82C5487D-F4FA-479C-805C-E057908A5989}" dt="2024-09-17T08:21:38.026" v="2035" actId="478"/>
          <ac:picMkLst>
            <pc:docMk/>
            <pc:sldMk cId="3235624482" sldId="264"/>
            <ac:picMk id="5" creationId="{B61758AC-C4E4-ACAF-2219-6CF88CC8E397}"/>
          </ac:picMkLst>
        </pc:picChg>
        <pc:picChg chg="add del mod">
          <ac:chgData name="Georges MATHIO" userId="1057b68d-d9cf-4cd5-bc4c-3fe68ec33e97" providerId="ADAL" clId="{82C5487D-F4FA-479C-805C-E057908A5989}" dt="2024-09-17T08:29:35.017" v="2546" actId="478"/>
          <ac:picMkLst>
            <pc:docMk/>
            <pc:sldMk cId="3235624482" sldId="264"/>
            <ac:picMk id="7" creationId="{FF0CB90B-16E0-921F-0B60-2493DB3ABDF1}"/>
          </ac:picMkLst>
        </pc:picChg>
        <pc:picChg chg="add mod">
          <ac:chgData name="Georges MATHIO" userId="1057b68d-d9cf-4cd5-bc4c-3fe68ec33e97" providerId="ADAL" clId="{82C5487D-F4FA-479C-805C-E057908A5989}" dt="2024-09-17T08:49:40.032" v="2593" actId="14861"/>
          <ac:picMkLst>
            <pc:docMk/>
            <pc:sldMk cId="3235624482" sldId="264"/>
            <ac:picMk id="11" creationId="{4C6F3A78-E144-15DD-B7FD-4BB3C5912799}"/>
          </ac:picMkLst>
        </pc:picChg>
        <pc:picChg chg="add mod">
          <ac:chgData name="Georges MATHIO" userId="1057b68d-d9cf-4cd5-bc4c-3fe68ec33e97" providerId="ADAL" clId="{82C5487D-F4FA-479C-805C-E057908A5989}" dt="2024-09-17T08:29:31.399" v="2545" actId="1035"/>
          <ac:picMkLst>
            <pc:docMk/>
            <pc:sldMk cId="3235624482" sldId="264"/>
            <ac:picMk id="13" creationId="{5DCACF9F-D521-647F-F91C-5CDCBB6CE316}"/>
          </ac:picMkLst>
        </pc:picChg>
        <pc:picChg chg="add mod">
          <ac:chgData name="Georges MATHIO" userId="1057b68d-d9cf-4cd5-bc4c-3fe68ec33e97" providerId="ADAL" clId="{82C5487D-F4FA-479C-805C-E057908A5989}" dt="2024-09-17T08:28:51.683" v="2516" actId="14100"/>
          <ac:picMkLst>
            <pc:docMk/>
            <pc:sldMk cId="3235624482" sldId="264"/>
            <ac:picMk id="16" creationId="{DCF59688-78C3-4A9D-07BC-80A8491DDC70}"/>
          </ac:picMkLst>
        </pc:picChg>
      </pc:sldChg>
      <pc:sldChg chg="del">
        <pc:chgData name="Georges MATHIO" userId="1057b68d-d9cf-4cd5-bc4c-3fe68ec33e97" providerId="ADAL" clId="{82C5487D-F4FA-479C-805C-E057908A5989}" dt="2024-09-10T13:20:17.203" v="40" actId="47"/>
        <pc:sldMkLst>
          <pc:docMk/>
          <pc:sldMk cId="3585669407" sldId="264"/>
        </pc:sldMkLst>
      </pc:sldChg>
      <pc:sldChg chg="del">
        <pc:chgData name="Georges MATHIO" userId="1057b68d-d9cf-4cd5-bc4c-3fe68ec33e97" providerId="ADAL" clId="{82C5487D-F4FA-479C-805C-E057908A5989}" dt="2024-09-10T13:20:17.382" v="41" actId="47"/>
        <pc:sldMkLst>
          <pc:docMk/>
          <pc:sldMk cId="2440634833" sldId="265"/>
        </pc:sldMkLst>
      </pc:sldChg>
      <pc:sldChg chg="modSp add mod ord">
        <pc:chgData name="Georges MATHIO" userId="1057b68d-d9cf-4cd5-bc4c-3fe68ec33e97" providerId="ADAL" clId="{82C5487D-F4FA-479C-805C-E057908A5989}" dt="2024-09-23T15:04:02.169" v="5362" actId="20577"/>
        <pc:sldMkLst>
          <pc:docMk/>
          <pc:sldMk cId="2843119897" sldId="265"/>
        </pc:sldMkLst>
        <pc:spChg chg="mod">
          <ac:chgData name="Georges MATHIO" userId="1057b68d-d9cf-4cd5-bc4c-3fe68ec33e97" providerId="ADAL" clId="{82C5487D-F4FA-479C-805C-E057908A5989}" dt="2024-09-23T14:13:04.905" v="3988" actId="20577"/>
          <ac:spMkLst>
            <pc:docMk/>
            <pc:sldMk cId="2843119897" sldId="265"/>
            <ac:spMk id="2" creationId="{CB737089-8812-04A5-7B93-1AB5EDC6C0EC}"/>
          </ac:spMkLst>
        </pc:spChg>
        <pc:spChg chg="mod">
          <ac:chgData name="Georges MATHIO" userId="1057b68d-d9cf-4cd5-bc4c-3fe68ec33e97" providerId="ADAL" clId="{82C5487D-F4FA-479C-805C-E057908A5989}" dt="2024-09-23T15:01:45.217" v="5255" actId="6549"/>
          <ac:spMkLst>
            <pc:docMk/>
            <pc:sldMk cId="2843119897" sldId="265"/>
            <ac:spMk id="19" creationId="{FC05DE6C-0B46-E626-BF36-F3DE11496887}"/>
          </ac:spMkLst>
        </pc:spChg>
        <pc:spChg chg="mod">
          <ac:chgData name="Georges MATHIO" userId="1057b68d-d9cf-4cd5-bc4c-3fe68ec33e97" providerId="ADAL" clId="{82C5487D-F4FA-479C-805C-E057908A5989}" dt="2024-09-23T15:03:58.675" v="5361" actId="6549"/>
          <ac:spMkLst>
            <pc:docMk/>
            <pc:sldMk cId="2843119897" sldId="265"/>
            <ac:spMk id="20" creationId="{364FFAB6-3B2B-94EE-7B53-08EA73C3479C}"/>
          </ac:spMkLst>
        </pc:spChg>
        <pc:spChg chg="mod">
          <ac:chgData name="Georges MATHIO" userId="1057b68d-d9cf-4cd5-bc4c-3fe68ec33e97" providerId="ADAL" clId="{82C5487D-F4FA-479C-805C-E057908A5989}" dt="2024-09-23T15:04:02.169" v="5362" actId="20577"/>
          <ac:spMkLst>
            <pc:docMk/>
            <pc:sldMk cId="2843119897" sldId="265"/>
            <ac:spMk id="21" creationId="{0B1D064C-D614-8D39-D338-FF3DA04CEC49}"/>
          </ac:spMkLst>
        </pc:spChg>
      </pc:sldChg>
      <pc:sldChg chg="del">
        <pc:chgData name="Georges MATHIO" userId="1057b68d-d9cf-4cd5-bc4c-3fe68ec33e97" providerId="ADAL" clId="{82C5487D-F4FA-479C-805C-E057908A5989}" dt="2024-09-10T13:20:17.567" v="42" actId="47"/>
        <pc:sldMkLst>
          <pc:docMk/>
          <pc:sldMk cId="1447089258" sldId="266"/>
        </pc:sldMkLst>
      </pc:sldChg>
      <pc:sldChg chg="modSp add mod">
        <pc:chgData name="Georges MATHIO" userId="1057b68d-d9cf-4cd5-bc4c-3fe68ec33e97" providerId="ADAL" clId="{82C5487D-F4FA-479C-805C-E057908A5989}" dt="2024-09-23T14:15:03.993" v="4013" actId="20577"/>
        <pc:sldMkLst>
          <pc:docMk/>
          <pc:sldMk cId="2284228860" sldId="266"/>
        </pc:sldMkLst>
        <pc:spChg chg="mod">
          <ac:chgData name="Georges MATHIO" userId="1057b68d-d9cf-4cd5-bc4c-3fe68ec33e97" providerId="ADAL" clId="{82C5487D-F4FA-479C-805C-E057908A5989}" dt="2024-09-23T14:15:03.993" v="4013" actId="20577"/>
          <ac:spMkLst>
            <pc:docMk/>
            <pc:sldMk cId="2284228860" sldId="266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17T09:12:50.368" v="3234" actId="20577"/>
          <ac:spMkLst>
            <pc:docMk/>
            <pc:sldMk cId="2284228860" sldId="266"/>
            <ac:spMk id="3" creationId="{A8A75CFA-E18C-7FAB-3081-C2C903E0054B}"/>
          </ac:spMkLst>
        </pc:spChg>
        <pc:picChg chg="mod">
          <ac:chgData name="Georges MATHIO" userId="1057b68d-d9cf-4cd5-bc4c-3fe68ec33e97" providerId="ADAL" clId="{82C5487D-F4FA-479C-805C-E057908A5989}" dt="2024-09-17T09:09:08.318" v="3068" actId="14100"/>
          <ac:picMkLst>
            <pc:docMk/>
            <pc:sldMk cId="2284228860" sldId="266"/>
            <ac:picMk id="6" creationId="{9509DC00-0B6A-7E04-A96C-BBC9B12F765A}"/>
          </ac:picMkLst>
        </pc:picChg>
        <pc:picChg chg="mod">
          <ac:chgData name="Georges MATHIO" userId="1057b68d-d9cf-4cd5-bc4c-3fe68ec33e97" providerId="ADAL" clId="{82C5487D-F4FA-479C-805C-E057908A5989}" dt="2024-09-17T09:09:18.611" v="3071" actId="14100"/>
          <ac:picMkLst>
            <pc:docMk/>
            <pc:sldMk cId="2284228860" sldId="266"/>
            <ac:picMk id="7" creationId="{FCB679A2-5E4F-7966-43BD-CF1E51893504}"/>
          </ac:picMkLst>
        </pc:picChg>
      </pc:sldChg>
      <pc:sldChg chg="add del">
        <pc:chgData name="Georges MATHIO" userId="1057b68d-d9cf-4cd5-bc4c-3fe68ec33e97" providerId="ADAL" clId="{82C5487D-F4FA-479C-805C-E057908A5989}" dt="2024-09-17T09:01:30.006" v="3007"/>
        <pc:sldMkLst>
          <pc:docMk/>
          <pc:sldMk cId="3457630585" sldId="266"/>
        </pc:sldMkLst>
      </pc:sldChg>
      <pc:sldChg chg="addSp modSp add mod">
        <pc:chgData name="Georges MATHIO" userId="1057b68d-d9cf-4cd5-bc4c-3fe68ec33e97" providerId="ADAL" clId="{82C5487D-F4FA-479C-805C-E057908A5989}" dt="2024-09-17T09:09:57.290" v="3074" actId="1076"/>
        <pc:sldMkLst>
          <pc:docMk/>
          <pc:sldMk cId="1104381753" sldId="267"/>
        </pc:sldMkLst>
        <pc:spChg chg="mod">
          <ac:chgData name="Georges MATHIO" userId="1057b68d-d9cf-4cd5-bc4c-3fe68ec33e97" providerId="ADAL" clId="{82C5487D-F4FA-479C-805C-E057908A5989}" dt="2024-09-17T09:05:53.079" v="3051" actId="14100"/>
          <ac:spMkLst>
            <pc:docMk/>
            <pc:sldMk cId="1104381753" sldId="267"/>
            <ac:spMk id="2" creationId="{8AE1D70E-C040-1542-B36E-7DDF82084F61}"/>
          </ac:spMkLst>
        </pc:spChg>
        <pc:spChg chg="mod">
          <ac:chgData name="Georges MATHIO" userId="1057b68d-d9cf-4cd5-bc4c-3fe68ec33e97" providerId="ADAL" clId="{82C5487D-F4FA-479C-805C-E057908A5989}" dt="2024-09-17T09:05:44.812" v="3050" actId="1076"/>
          <ac:spMkLst>
            <pc:docMk/>
            <pc:sldMk cId="1104381753" sldId="267"/>
            <ac:spMk id="3" creationId="{B5620FEA-FA3C-B3F6-C2FC-F9D51C3D46CB}"/>
          </ac:spMkLst>
        </pc:spChg>
        <pc:spChg chg="add mod">
          <ac:chgData name="Georges MATHIO" userId="1057b68d-d9cf-4cd5-bc4c-3fe68ec33e97" providerId="ADAL" clId="{82C5487D-F4FA-479C-805C-E057908A5989}" dt="2024-09-17T09:06:26" v="3056" actId="14100"/>
          <ac:spMkLst>
            <pc:docMk/>
            <pc:sldMk cId="1104381753" sldId="267"/>
            <ac:spMk id="4" creationId="{089C4E9D-634C-9062-D838-8016789FD6FB}"/>
          </ac:spMkLst>
        </pc:spChg>
        <pc:spChg chg="add mod">
          <ac:chgData name="Georges MATHIO" userId="1057b68d-d9cf-4cd5-bc4c-3fe68ec33e97" providerId="ADAL" clId="{82C5487D-F4FA-479C-805C-E057908A5989}" dt="2024-09-17T09:09:57.290" v="3074" actId="1076"/>
          <ac:spMkLst>
            <pc:docMk/>
            <pc:sldMk cId="1104381753" sldId="267"/>
            <ac:spMk id="7" creationId="{D113416F-82CC-2D57-D1DA-0756867D8554}"/>
          </ac:spMkLst>
        </pc:spChg>
        <pc:picChg chg="add mod">
          <ac:chgData name="Georges MATHIO" userId="1057b68d-d9cf-4cd5-bc4c-3fe68ec33e97" providerId="ADAL" clId="{82C5487D-F4FA-479C-805C-E057908A5989}" dt="2024-09-17T09:06:26" v="3056" actId="14100"/>
          <ac:picMkLst>
            <pc:docMk/>
            <pc:sldMk cId="1104381753" sldId="267"/>
            <ac:picMk id="6" creationId="{9A2A43BD-3538-AB7F-38C4-7F5BE6730D99}"/>
          </ac:picMkLst>
        </pc:picChg>
      </pc:sldChg>
      <pc:sldChg chg="del">
        <pc:chgData name="Georges MATHIO" userId="1057b68d-d9cf-4cd5-bc4c-3fe68ec33e97" providerId="ADAL" clId="{82C5487D-F4FA-479C-805C-E057908A5989}" dt="2024-09-10T13:20:18.549" v="43" actId="47"/>
        <pc:sldMkLst>
          <pc:docMk/>
          <pc:sldMk cId="3988114519" sldId="267"/>
        </pc:sldMkLst>
      </pc:sldChg>
      <pc:sldChg chg="addSp modSp add setBg">
        <pc:chgData name="Georges MATHIO" userId="1057b68d-d9cf-4cd5-bc4c-3fe68ec33e97" providerId="ADAL" clId="{82C5487D-F4FA-479C-805C-E057908A5989}" dt="2024-09-17T09:10:00.130" v="3075"/>
        <pc:sldMkLst>
          <pc:docMk/>
          <pc:sldMk cId="313480732" sldId="271"/>
        </pc:sldMkLst>
        <pc:spChg chg="add mod">
          <ac:chgData name="Georges MATHIO" userId="1057b68d-d9cf-4cd5-bc4c-3fe68ec33e97" providerId="ADAL" clId="{82C5487D-F4FA-479C-805C-E057908A5989}" dt="2024-09-17T09:06:30.777" v="3057"/>
          <ac:spMkLst>
            <pc:docMk/>
            <pc:sldMk cId="313480732" sldId="271"/>
            <ac:spMk id="3" creationId="{32D088E4-3A9F-CEFB-969E-F1A6DD238C2F}"/>
          </ac:spMkLst>
        </pc:spChg>
        <pc:spChg chg="add mod">
          <ac:chgData name="Georges MATHIO" userId="1057b68d-d9cf-4cd5-bc4c-3fe68ec33e97" providerId="ADAL" clId="{82C5487D-F4FA-479C-805C-E057908A5989}" dt="2024-09-17T09:10:00.130" v="3075"/>
          <ac:spMkLst>
            <pc:docMk/>
            <pc:sldMk cId="313480732" sldId="271"/>
            <ac:spMk id="6" creationId="{CAF4ADA7-4850-9713-2F8F-F82CE0FD74F0}"/>
          </ac:spMkLst>
        </pc:spChg>
        <pc:picChg chg="add mod">
          <ac:chgData name="Georges MATHIO" userId="1057b68d-d9cf-4cd5-bc4c-3fe68ec33e97" providerId="ADAL" clId="{82C5487D-F4FA-479C-805C-E057908A5989}" dt="2024-09-17T09:06:30.777" v="3057"/>
          <ac:picMkLst>
            <pc:docMk/>
            <pc:sldMk cId="313480732" sldId="271"/>
            <ac:picMk id="5" creationId="{119558D0-27D7-0D84-2FFD-693241084B08}"/>
          </ac:picMkLst>
        </pc:picChg>
      </pc:sldChg>
      <pc:sldChg chg="addSp delSp modSp new mod modAnim">
        <pc:chgData name="Georges MATHIO" userId="1057b68d-d9cf-4cd5-bc4c-3fe68ec33e97" providerId="ADAL" clId="{82C5487D-F4FA-479C-805C-E057908A5989}" dt="2024-09-23T14:38:57.835" v="4618" actId="1076"/>
        <pc:sldMkLst>
          <pc:docMk/>
          <pc:sldMk cId="3284553537" sldId="272"/>
        </pc:sldMkLst>
        <pc:spChg chg="del">
          <ac:chgData name="Georges MATHIO" userId="1057b68d-d9cf-4cd5-bc4c-3fe68ec33e97" providerId="ADAL" clId="{82C5487D-F4FA-479C-805C-E057908A5989}" dt="2024-09-17T09:13:08.093" v="3236" actId="478"/>
          <ac:spMkLst>
            <pc:docMk/>
            <pc:sldMk cId="3284553537" sldId="272"/>
            <ac:spMk id="2" creationId="{87A7064D-87BA-C620-3428-C9EB78335E3A}"/>
          </ac:spMkLst>
        </pc:spChg>
        <pc:spChg chg="del">
          <ac:chgData name="Georges MATHIO" userId="1057b68d-d9cf-4cd5-bc4c-3fe68ec33e97" providerId="ADAL" clId="{82C5487D-F4FA-479C-805C-E057908A5989}" dt="2024-09-17T09:13:08.093" v="3236" actId="478"/>
          <ac:spMkLst>
            <pc:docMk/>
            <pc:sldMk cId="3284553537" sldId="272"/>
            <ac:spMk id="3" creationId="{BA40F325-39D6-AA3C-31C7-8DAC3FEB061A}"/>
          </ac:spMkLst>
        </pc:spChg>
        <pc:spChg chg="add mod">
          <ac:chgData name="Georges MATHIO" userId="1057b68d-d9cf-4cd5-bc4c-3fe68ec33e97" providerId="ADAL" clId="{82C5487D-F4FA-479C-805C-E057908A5989}" dt="2024-09-17T09:13:21.880" v="3275" actId="20577"/>
          <ac:spMkLst>
            <pc:docMk/>
            <pc:sldMk cId="3284553537" sldId="272"/>
            <ac:spMk id="4" creationId="{5CE1FB7D-CCF0-5D12-682D-D7A6712F3ABE}"/>
          </ac:spMkLst>
        </pc:spChg>
        <pc:spChg chg="add mod">
          <ac:chgData name="Georges MATHIO" userId="1057b68d-d9cf-4cd5-bc4c-3fe68ec33e97" providerId="ADAL" clId="{82C5487D-F4FA-479C-805C-E057908A5989}" dt="2024-09-17T09:13:32.240" v="3299" actId="20577"/>
          <ac:spMkLst>
            <pc:docMk/>
            <pc:sldMk cId="3284553537" sldId="272"/>
            <ac:spMk id="5" creationId="{B5C9B273-D4B2-F320-AAAF-495D4135E644}"/>
          </ac:spMkLst>
        </pc:spChg>
        <pc:spChg chg="add mod">
          <ac:chgData name="Georges MATHIO" userId="1057b68d-d9cf-4cd5-bc4c-3fe68ec33e97" providerId="ADAL" clId="{82C5487D-F4FA-479C-805C-E057908A5989}" dt="2024-09-17T13:19:36.155" v="3446" actId="1076"/>
          <ac:spMkLst>
            <pc:docMk/>
            <pc:sldMk cId="3284553537" sldId="272"/>
            <ac:spMk id="6" creationId="{9E6598BB-4486-25BD-8F41-86C880BC6434}"/>
          </ac:spMkLst>
        </pc:spChg>
        <pc:spChg chg="add del">
          <ac:chgData name="Georges MATHIO" userId="1057b68d-d9cf-4cd5-bc4c-3fe68ec33e97" providerId="ADAL" clId="{82C5487D-F4FA-479C-805C-E057908A5989}" dt="2024-09-17T09:25:36.522" v="3382" actId="22"/>
          <ac:spMkLst>
            <pc:docMk/>
            <pc:sldMk cId="3284553537" sldId="272"/>
            <ac:spMk id="11" creationId="{5FFE723E-B215-1280-DA94-58AAC1362076}"/>
          </ac:spMkLst>
        </pc:spChg>
        <pc:spChg chg="add mod ord">
          <ac:chgData name="Georges MATHIO" userId="1057b68d-d9cf-4cd5-bc4c-3fe68ec33e97" providerId="ADAL" clId="{82C5487D-F4FA-479C-805C-E057908A5989}" dt="2024-09-17T13:54:15.495" v="3961" actId="20577"/>
          <ac:spMkLst>
            <pc:docMk/>
            <pc:sldMk cId="3284553537" sldId="272"/>
            <ac:spMk id="12" creationId="{0CC4A2EF-3019-580C-C1F6-3E98C5DC530C}"/>
          </ac:spMkLst>
        </pc:spChg>
        <pc:spChg chg="add mod">
          <ac:chgData name="Georges MATHIO" userId="1057b68d-d9cf-4cd5-bc4c-3fe68ec33e97" providerId="ADAL" clId="{82C5487D-F4FA-479C-805C-E057908A5989}" dt="2024-09-17T13:21:01.318" v="3462" actId="14100"/>
          <ac:spMkLst>
            <pc:docMk/>
            <pc:sldMk cId="3284553537" sldId="272"/>
            <ac:spMk id="14" creationId="{70551459-0A08-6393-3088-B15A31E96FA6}"/>
          </ac:spMkLst>
        </pc:spChg>
        <pc:spChg chg="add">
          <ac:chgData name="Georges MATHIO" userId="1057b68d-d9cf-4cd5-bc4c-3fe68ec33e97" providerId="ADAL" clId="{82C5487D-F4FA-479C-805C-E057908A5989}" dt="2024-09-17T13:21:13.280" v="3463"/>
          <ac:spMkLst>
            <pc:docMk/>
            <pc:sldMk cId="3284553537" sldId="272"/>
            <ac:spMk id="15" creationId="{ABF765E5-382D-CE27-BC4E-4A8F1FEE50E2}"/>
          </ac:spMkLst>
        </pc:spChg>
        <pc:spChg chg="add mod ord">
          <ac:chgData name="Georges MATHIO" userId="1057b68d-d9cf-4cd5-bc4c-3fe68ec33e97" providerId="ADAL" clId="{82C5487D-F4FA-479C-805C-E057908A5989}" dt="2024-09-17T13:54:45.738" v="3972" actId="20577"/>
          <ac:spMkLst>
            <pc:docMk/>
            <pc:sldMk cId="3284553537" sldId="272"/>
            <ac:spMk id="18" creationId="{EBF717F5-AE9A-AFA6-EFAE-EB4B2BE8D2CB}"/>
          </ac:spMkLst>
        </pc:spChg>
        <pc:grpChg chg="add mod">
          <ac:chgData name="Georges MATHIO" userId="1057b68d-d9cf-4cd5-bc4c-3fe68ec33e97" providerId="ADAL" clId="{82C5487D-F4FA-479C-805C-E057908A5989}" dt="2024-09-17T13:26:41.323" v="3749" actId="1076"/>
          <ac:grpSpMkLst>
            <pc:docMk/>
            <pc:sldMk cId="3284553537" sldId="272"/>
            <ac:grpSpMk id="13" creationId="{CE94E23D-2A0A-8CC8-0C81-DFB1ED3F4433}"/>
          </ac:grpSpMkLst>
        </pc:grpChg>
        <pc:picChg chg="add mod">
          <ac:chgData name="Georges MATHIO" userId="1057b68d-d9cf-4cd5-bc4c-3fe68ec33e97" providerId="ADAL" clId="{82C5487D-F4FA-479C-805C-E057908A5989}" dt="2024-09-17T13:19:32.225" v="3445" actId="1076"/>
          <ac:picMkLst>
            <pc:docMk/>
            <pc:sldMk cId="3284553537" sldId="272"/>
            <ac:picMk id="7" creationId="{78826873-F077-2EF4-AF82-061ABC5B9BE5}"/>
          </ac:picMkLst>
        </pc:picChg>
        <pc:picChg chg="add mod modCrop">
          <ac:chgData name="Georges MATHIO" userId="1057b68d-d9cf-4cd5-bc4c-3fe68ec33e97" providerId="ADAL" clId="{82C5487D-F4FA-479C-805C-E057908A5989}" dt="2024-09-17T13:34:39.876" v="3906" actId="688"/>
          <ac:picMkLst>
            <pc:docMk/>
            <pc:sldMk cId="3284553537" sldId="272"/>
            <ac:picMk id="9" creationId="{3D1A6911-B183-BEBB-3B6C-4FCAF59758DD}"/>
          </ac:picMkLst>
        </pc:picChg>
        <pc:picChg chg="add mod modCrop">
          <ac:chgData name="Georges MATHIO" userId="1057b68d-d9cf-4cd5-bc4c-3fe68ec33e97" providerId="ADAL" clId="{82C5487D-F4FA-479C-805C-E057908A5989}" dt="2024-09-17T13:54:00.329" v="3957" actId="1076"/>
          <ac:picMkLst>
            <pc:docMk/>
            <pc:sldMk cId="3284553537" sldId="272"/>
            <ac:picMk id="17" creationId="{6FBA7079-628A-AA51-5E5E-9AE2CCC7EEF3}"/>
          </ac:picMkLst>
        </pc:picChg>
        <pc:picChg chg="add del mod">
          <ac:chgData name="Georges MATHIO" userId="1057b68d-d9cf-4cd5-bc4c-3fe68ec33e97" providerId="ADAL" clId="{82C5487D-F4FA-479C-805C-E057908A5989}" dt="2024-09-17T13:31:58.757" v="3882" actId="478"/>
          <ac:picMkLst>
            <pc:docMk/>
            <pc:sldMk cId="3284553537" sldId="272"/>
            <ac:picMk id="20" creationId="{535C99BF-07CE-0896-51D9-75DCD7A6607A}"/>
          </ac:picMkLst>
        </pc:picChg>
        <pc:picChg chg="add mod">
          <ac:chgData name="Georges MATHIO" userId="1057b68d-d9cf-4cd5-bc4c-3fe68ec33e97" providerId="ADAL" clId="{82C5487D-F4FA-479C-805C-E057908A5989}" dt="2024-09-17T13:53:57.561" v="3956" actId="1076"/>
          <ac:picMkLst>
            <pc:docMk/>
            <pc:sldMk cId="3284553537" sldId="272"/>
            <ac:picMk id="22" creationId="{C0692924-CE60-6F0C-7EAA-293DD9164A46}"/>
          </ac:picMkLst>
        </pc:picChg>
        <pc:picChg chg="add mod">
          <ac:chgData name="Georges MATHIO" userId="1057b68d-d9cf-4cd5-bc4c-3fe68ec33e97" providerId="ADAL" clId="{82C5487D-F4FA-479C-805C-E057908A5989}" dt="2024-09-17T13:50:55.499" v="3918" actId="14100"/>
          <ac:picMkLst>
            <pc:docMk/>
            <pc:sldMk cId="3284553537" sldId="272"/>
            <ac:picMk id="24" creationId="{0F130DEA-14B9-8D96-C66A-A341DF5A873D}"/>
          </ac:picMkLst>
        </pc:picChg>
        <pc:picChg chg="add mod">
          <ac:chgData name="Georges MATHIO" userId="1057b68d-d9cf-4cd5-bc4c-3fe68ec33e97" providerId="ADAL" clId="{82C5487D-F4FA-479C-805C-E057908A5989}" dt="2024-09-17T13:53:39.345" v="3949"/>
          <ac:picMkLst>
            <pc:docMk/>
            <pc:sldMk cId="3284553537" sldId="272"/>
            <ac:picMk id="35" creationId="{7406BF29-3589-7102-136C-E47207408A04}"/>
          </ac:picMkLst>
        </pc:picChg>
        <pc:picChg chg="add mod">
          <ac:chgData name="Georges MATHIO" userId="1057b68d-d9cf-4cd5-bc4c-3fe68ec33e97" providerId="ADAL" clId="{82C5487D-F4FA-479C-805C-E057908A5989}" dt="2024-09-17T13:54:03.149" v="3958" actId="1076"/>
          <ac:picMkLst>
            <pc:docMk/>
            <pc:sldMk cId="3284553537" sldId="272"/>
            <ac:picMk id="37" creationId="{91F05E49-8EA3-E32D-6759-D1B5629AAE7A}"/>
          </ac:picMkLst>
        </pc:picChg>
        <pc:picChg chg="add del mod">
          <ac:chgData name="Georges MATHIO" userId="1057b68d-d9cf-4cd5-bc4c-3fe68ec33e97" providerId="ADAL" clId="{82C5487D-F4FA-479C-805C-E057908A5989}" dt="2024-09-17T12:49:31.237" v="3427" actId="478"/>
          <ac:picMkLst>
            <pc:docMk/>
            <pc:sldMk cId="3284553537" sldId="272"/>
            <ac:picMk id="1026" creationId="{69D53D86-2CD8-CAC1-A89B-D2FA8CB640FD}"/>
          </ac:picMkLst>
        </pc:picChg>
        <pc:picChg chg="add mod">
          <ac:chgData name="Georges MATHIO" userId="1057b68d-d9cf-4cd5-bc4c-3fe68ec33e97" providerId="ADAL" clId="{82C5487D-F4FA-479C-805C-E057908A5989}" dt="2024-09-17T13:28:23.565" v="3845" actId="14100"/>
          <ac:picMkLst>
            <pc:docMk/>
            <pc:sldMk cId="3284553537" sldId="272"/>
            <ac:picMk id="1028" creationId="{19458559-5A03-E6C1-433C-9FF20E1E9E4D}"/>
          </ac:picMkLst>
        </pc:picChg>
        <pc:picChg chg="add mod">
          <ac:chgData name="Georges MATHIO" userId="1057b68d-d9cf-4cd5-bc4c-3fe68ec33e97" providerId="ADAL" clId="{82C5487D-F4FA-479C-805C-E057908A5989}" dt="2024-09-17T13:19:48.943" v="3452" actId="1076"/>
          <ac:picMkLst>
            <pc:docMk/>
            <pc:sldMk cId="3284553537" sldId="272"/>
            <ac:picMk id="1030" creationId="{01BF65AD-E071-E671-A32E-C90BA02BE779}"/>
          </ac:picMkLst>
        </pc:picChg>
        <pc:picChg chg="add mod">
          <ac:chgData name="Georges MATHIO" userId="1057b68d-d9cf-4cd5-bc4c-3fe68ec33e97" providerId="ADAL" clId="{82C5487D-F4FA-479C-805C-E057908A5989}" dt="2024-09-17T13:27:20.133" v="3790" actId="1076"/>
          <ac:picMkLst>
            <pc:docMk/>
            <pc:sldMk cId="3284553537" sldId="272"/>
            <ac:picMk id="1032" creationId="{1D60E3FB-44DB-7EF2-34CE-323EEA95B6D2}"/>
          </ac:picMkLst>
        </pc:picChg>
        <pc:picChg chg="add mod">
          <ac:chgData name="Georges MATHIO" userId="1057b68d-d9cf-4cd5-bc4c-3fe68ec33e97" providerId="ADAL" clId="{82C5487D-F4FA-479C-805C-E057908A5989}" dt="2024-09-23T14:38:57.835" v="4618" actId="1076"/>
          <ac:picMkLst>
            <pc:docMk/>
            <pc:sldMk cId="3284553537" sldId="272"/>
            <ac:picMk id="1038" creationId="{B1E46DD6-FA36-5519-5508-A456DD869862}"/>
          </ac:picMkLst>
        </pc:picChg>
        <pc:cxnChg chg="add mod">
          <ac:chgData name="Georges MATHIO" userId="1057b68d-d9cf-4cd5-bc4c-3fe68ec33e97" providerId="ADAL" clId="{82C5487D-F4FA-479C-805C-E057908A5989}" dt="2024-09-17T13:54:32.648" v="3964" actId="14100"/>
          <ac:cxnSpMkLst>
            <pc:docMk/>
            <pc:sldMk cId="3284553537" sldId="272"/>
            <ac:cxnSpMk id="26" creationId="{D7D211AA-5032-2C21-F4F3-9A6E7896E795}"/>
          </ac:cxnSpMkLst>
        </pc:cxnChg>
        <pc:cxnChg chg="add mod">
          <ac:chgData name="Georges MATHIO" userId="1057b68d-d9cf-4cd5-bc4c-3fe68ec33e97" providerId="ADAL" clId="{82C5487D-F4FA-479C-805C-E057908A5989}" dt="2024-09-17T13:54:26.684" v="3963" actId="14100"/>
          <ac:cxnSpMkLst>
            <pc:docMk/>
            <pc:sldMk cId="3284553537" sldId="272"/>
            <ac:cxnSpMk id="28" creationId="{4FF37A1A-BDE2-5A59-8078-0F0C77E5BC75}"/>
          </ac:cxnSpMkLst>
        </pc:cxnChg>
        <pc:cxnChg chg="add mod">
          <ac:chgData name="Georges MATHIO" userId="1057b68d-d9cf-4cd5-bc4c-3fe68ec33e97" providerId="ADAL" clId="{82C5487D-F4FA-479C-805C-E057908A5989}" dt="2024-09-17T13:54:22.110" v="3962" actId="14100"/>
          <ac:cxnSpMkLst>
            <pc:docMk/>
            <pc:sldMk cId="3284553537" sldId="272"/>
            <ac:cxnSpMk id="30" creationId="{3F97389E-21E8-F9B7-84D3-2260BA650E4C}"/>
          </ac:cxnSpMkLst>
        </pc:cxnChg>
        <pc:cxnChg chg="add mod">
          <ac:chgData name="Georges MATHIO" userId="1057b68d-d9cf-4cd5-bc4c-3fe68ec33e97" providerId="ADAL" clId="{82C5487D-F4FA-479C-805C-E057908A5989}" dt="2024-09-17T13:52:19.777" v="3937" actId="1076"/>
          <ac:cxnSpMkLst>
            <pc:docMk/>
            <pc:sldMk cId="3284553537" sldId="272"/>
            <ac:cxnSpMk id="32" creationId="{9BE58CFE-4A58-1A60-18E5-E7F5D3F4C4F0}"/>
          </ac:cxnSpMkLst>
        </pc:cxnChg>
      </pc:sldChg>
      <pc:sldChg chg="addSp delSp modSp add mod delAnim">
        <pc:chgData name="Georges MATHIO" userId="1057b68d-d9cf-4cd5-bc4c-3fe68ec33e97" providerId="ADAL" clId="{82C5487D-F4FA-479C-805C-E057908A5989}" dt="2024-09-23T14:39:36.284" v="4670" actId="20577"/>
        <pc:sldMkLst>
          <pc:docMk/>
          <pc:sldMk cId="3300471138" sldId="273"/>
        </pc:sldMkLst>
        <pc:spChg chg="mod">
          <ac:chgData name="Georges MATHIO" userId="1057b68d-d9cf-4cd5-bc4c-3fe68ec33e97" providerId="ADAL" clId="{82C5487D-F4FA-479C-805C-E057908A5989}" dt="2024-09-23T14:14:59.310" v="4011" actId="20577"/>
          <ac:spMkLst>
            <pc:docMk/>
            <pc:sldMk cId="3300471138" sldId="273"/>
            <ac:spMk id="2" creationId="{ADEBCA86-FC88-C76F-F85D-C56FAC8A5DAF}"/>
          </ac:spMkLst>
        </pc:spChg>
        <pc:spChg chg="mod">
          <ac:chgData name="Georges MATHIO" userId="1057b68d-d9cf-4cd5-bc4c-3fe68ec33e97" providerId="ADAL" clId="{82C5487D-F4FA-479C-805C-E057908A5989}" dt="2024-09-23T14:39:36.284" v="4670" actId="20577"/>
          <ac:spMkLst>
            <pc:docMk/>
            <pc:sldMk cId="3300471138" sldId="273"/>
            <ac:spMk id="3" creationId="{A8A75CFA-E18C-7FAB-3081-C2C903E0054B}"/>
          </ac:spMkLst>
        </pc:spChg>
        <pc:spChg chg="mod">
          <ac:chgData name="Georges MATHIO" userId="1057b68d-d9cf-4cd5-bc4c-3fe68ec33e97" providerId="ADAL" clId="{82C5487D-F4FA-479C-805C-E057908A5989}" dt="2024-09-23T14:18:50.748" v="4079" actId="20577"/>
          <ac:spMkLst>
            <pc:docMk/>
            <pc:sldMk cId="3300471138" sldId="273"/>
            <ac:spMk id="4" creationId="{6E13AE0A-54BA-E302-9610-D35C7B750FA2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5" creationId="{A51CD53D-ED1A-59F5-088F-C27E750B9DF4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8" creationId="{8552457F-CA42-CAD5-1D50-0F5F46546509}"/>
          </ac:spMkLst>
        </pc:spChg>
        <pc:spChg chg="del">
          <ac:chgData name="Georges MATHIO" userId="1057b68d-d9cf-4cd5-bc4c-3fe68ec33e97" providerId="ADAL" clId="{82C5487D-F4FA-479C-805C-E057908A5989}" dt="2024-09-23T14:14:46.034" v="3994" actId="478"/>
          <ac:spMkLst>
            <pc:docMk/>
            <pc:sldMk cId="3300471138" sldId="273"/>
            <ac:spMk id="9" creationId="{97903BD0-BF05-17E6-D0C7-8221CDD418EE}"/>
          </ac:spMkLst>
        </pc:spChg>
        <pc:spChg chg="del">
          <ac:chgData name="Georges MATHIO" userId="1057b68d-d9cf-4cd5-bc4c-3fe68ec33e97" providerId="ADAL" clId="{82C5487D-F4FA-479C-805C-E057908A5989}" dt="2024-09-23T14:14:43.808" v="3993" actId="478"/>
          <ac:spMkLst>
            <pc:docMk/>
            <pc:sldMk cId="3300471138" sldId="273"/>
            <ac:spMk id="10" creationId="{D8EF6B02-2186-3F04-D957-BA8BEAA6E313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11" creationId="{C361A9C3-1F52-48C6-593F-CB60D9F92BFB}"/>
          </ac:spMkLst>
        </pc:spChg>
        <pc:spChg chg="del">
          <ac:chgData name="Georges MATHIO" userId="1057b68d-d9cf-4cd5-bc4c-3fe68ec33e97" providerId="ADAL" clId="{82C5487D-F4FA-479C-805C-E057908A5989}" dt="2024-09-23T14:14:41.671" v="3992" actId="478"/>
          <ac:spMkLst>
            <pc:docMk/>
            <pc:sldMk cId="3300471138" sldId="273"/>
            <ac:spMk id="12" creationId="{09355B55-B4F6-D4B9-0F73-7E2BA3C41B63}"/>
          </ac:spMkLst>
        </pc:spChg>
        <pc:spChg chg="add del">
          <ac:chgData name="Georges MATHIO" userId="1057b68d-d9cf-4cd5-bc4c-3fe68ec33e97" providerId="ADAL" clId="{82C5487D-F4FA-479C-805C-E057908A5989}" dt="2024-09-23T14:25:23.452" v="4331" actId="22"/>
          <ac:spMkLst>
            <pc:docMk/>
            <pc:sldMk cId="3300471138" sldId="273"/>
            <ac:spMk id="16" creationId="{B8B06D99-BE6F-5A48-015B-94FB9717F111}"/>
          </ac:spMkLst>
        </pc:spChg>
        <pc:picChg chg="del">
          <ac:chgData name="Georges MATHIO" userId="1057b68d-d9cf-4cd5-bc4c-3fe68ec33e97" providerId="ADAL" clId="{82C5487D-F4FA-479C-805C-E057908A5989}" dt="2024-09-23T14:14:38.108" v="3991" actId="478"/>
          <ac:picMkLst>
            <pc:docMk/>
            <pc:sldMk cId="3300471138" sldId="273"/>
            <ac:picMk id="6" creationId="{9509DC00-0B6A-7E04-A96C-BBC9B12F765A}"/>
          </ac:picMkLst>
        </pc:picChg>
        <pc:picChg chg="del">
          <ac:chgData name="Georges MATHIO" userId="1057b68d-d9cf-4cd5-bc4c-3fe68ec33e97" providerId="ADAL" clId="{82C5487D-F4FA-479C-805C-E057908A5989}" dt="2024-09-23T14:14:41.671" v="3992" actId="478"/>
          <ac:picMkLst>
            <pc:docMk/>
            <pc:sldMk cId="3300471138" sldId="273"/>
            <ac:picMk id="7" creationId="{FCB679A2-5E4F-7966-43BD-CF1E51893504}"/>
          </ac:picMkLst>
        </pc:picChg>
        <pc:picChg chg="add mod">
          <ac:chgData name="Georges MATHIO" userId="1057b68d-d9cf-4cd5-bc4c-3fe68ec33e97" providerId="ADAL" clId="{82C5487D-F4FA-479C-805C-E057908A5989}" dt="2024-09-23T14:19:34.786" v="4089" actId="1440"/>
          <ac:picMkLst>
            <pc:docMk/>
            <pc:sldMk cId="3300471138" sldId="273"/>
            <ac:picMk id="14" creationId="{A0470E6D-8EAD-B63F-49E9-512A2FBBDC0E}"/>
          </ac:picMkLst>
        </pc:picChg>
      </pc:sldChg>
      <pc:sldChg chg="addSp delSp modSp new mod setBg setClrOvrMap">
        <pc:chgData name="Georges MATHIO" userId="1057b68d-d9cf-4cd5-bc4c-3fe68ec33e97" providerId="ADAL" clId="{82C5487D-F4FA-479C-805C-E057908A5989}" dt="2024-09-23T14:17:41.141" v="4063" actId="403"/>
        <pc:sldMkLst>
          <pc:docMk/>
          <pc:sldMk cId="4205069961" sldId="274"/>
        </pc:sldMkLst>
        <pc:spChg chg="mod">
          <ac:chgData name="Georges MATHIO" userId="1057b68d-d9cf-4cd5-bc4c-3fe68ec33e97" providerId="ADAL" clId="{82C5487D-F4FA-479C-805C-E057908A5989}" dt="2024-09-23T14:17:41.141" v="4063" actId="403"/>
          <ac:spMkLst>
            <pc:docMk/>
            <pc:sldMk cId="4205069961" sldId="274"/>
            <ac:spMk id="2" creationId="{18B86DF7-7DA9-32A0-F92E-11F46962454E}"/>
          </ac:spMkLst>
        </pc:spChg>
        <pc:spChg chg="add del">
          <ac:chgData name="Georges MATHIO" userId="1057b68d-d9cf-4cd5-bc4c-3fe68ec33e97" providerId="ADAL" clId="{82C5487D-F4FA-479C-805C-E057908A5989}" dt="2024-09-23T14:16:02.478" v="4016" actId="26606"/>
          <ac:spMkLst>
            <pc:docMk/>
            <pc:sldMk cId="4205069961" sldId="274"/>
            <ac:spMk id="9" creationId="{9939D5DF-647B-465D-9883-4CF390177B22}"/>
          </ac:spMkLst>
        </pc:spChg>
        <pc:spChg chg="add del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6" creationId="{1BE7BD64-C268-4BE6-8D67-F5DD171F0154}"/>
          </ac:spMkLst>
        </pc:spChg>
        <pc:spChg chg="add del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7" creationId="{57E6F9A8-1B4B-4FEF-942A-15CA97ECE0BA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25" creationId="{09C946AC-2072-4946-A2B8-39F09D0944EE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29" creationId="{559FD8B5-8CC4-4CFE-BD2A-1216B1F2C3DB}"/>
          </ac:spMkLst>
        </pc:spChg>
        <pc:spChg chg="add del">
          <ac:chgData name="Georges MATHIO" userId="1057b68d-d9cf-4cd5-bc4c-3fe68ec33e97" providerId="ADAL" clId="{82C5487D-F4FA-479C-805C-E057908A5989}" dt="2024-09-23T14:16:27.640" v="4022" actId="26606"/>
          <ac:spMkLst>
            <pc:docMk/>
            <pc:sldMk cId="4205069961" sldId="274"/>
            <ac:spMk id="31" creationId="{9ECF13F4-3D2A-4F2E-9BBD-3038670D21ED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4" creationId="{1F94DC1C-47D1-41D7-8B1B-9A036D614027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6" creationId="{AC12A592-C02D-46EF-8E1F-9335DB8D71DF}"/>
          </ac:spMkLst>
        </pc:spChg>
        <pc:spChg chg="add">
          <ac:chgData name="Georges MATHIO" userId="1057b68d-d9cf-4cd5-bc4c-3fe68ec33e97" providerId="ADAL" clId="{82C5487D-F4FA-479C-805C-E057908A5989}" dt="2024-09-23T14:16:27.704" v="4023" actId="26606"/>
          <ac:spMkLst>
            <pc:docMk/>
            <pc:sldMk cId="4205069961" sldId="274"/>
            <ac:spMk id="117" creationId="{24005816-5BCA-4665-8A58-5580F8E9C84A}"/>
          </ac:spMkLst>
        </pc:spChg>
        <pc:grpChg chg="add del">
          <ac:chgData name="Georges MATHIO" userId="1057b68d-d9cf-4cd5-bc4c-3fe68ec33e97" providerId="ADAL" clId="{82C5487D-F4FA-479C-805C-E057908A5989}" dt="2024-09-23T14:16:27.640" v="4022" actId="26606"/>
          <ac:grpSpMkLst>
            <pc:docMk/>
            <pc:sldMk cId="4205069961" sldId="274"/>
            <ac:grpSpMk id="33" creationId="{19660E16-DCC0-4B6C-8E84-4C292580059F}"/>
          </ac:grpSpMkLst>
        </pc:grpChg>
        <pc:grpChg chg="add">
          <ac:chgData name="Georges MATHIO" userId="1057b68d-d9cf-4cd5-bc4c-3fe68ec33e97" providerId="ADAL" clId="{82C5487D-F4FA-479C-805C-E057908A5989}" dt="2024-09-23T14:16:27.704" v="4023" actId="26606"/>
          <ac:grpSpMkLst>
            <pc:docMk/>
            <pc:sldMk cId="4205069961" sldId="274"/>
            <ac:grpSpMk id="118" creationId="{BF07F359-8CA3-4854-91E7-EE6004020511}"/>
          </ac:grpSpMkLst>
        </pc:grpChg>
        <pc:picChg chg="add mo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3" creationId="{D55D7212-76CD-AAF0-0AB7-84B39527D9A6}"/>
          </ac:picMkLst>
        </pc:picChg>
        <pc:picChg chg="add del">
          <ac:chgData name="Georges MATHIO" userId="1057b68d-d9cf-4cd5-bc4c-3fe68ec33e97" providerId="ADAL" clId="{82C5487D-F4FA-479C-805C-E057908A5989}" dt="2024-09-23T14:16:02.478" v="4016" actId="26606"/>
          <ac:picMkLst>
            <pc:docMk/>
            <pc:sldMk cId="4205069961" sldId="274"/>
            <ac:picMk id="7" creationId="{18BD78ED-75E1-4879-B369-BC61F7C45E22}"/>
          </ac:picMkLst>
        </pc:picChg>
        <pc:picChg chg="add del">
          <ac:chgData name="Georges MATHIO" userId="1057b68d-d9cf-4cd5-bc4c-3fe68ec33e97" providerId="ADAL" clId="{82C5487D-F4FA-479C-805C-E057908A5989}" dt="2024-09-23T14:16:02.478" v="4016" actId="26606"/>
          <ac:picMkLst>
            <pc:docMk/>
            <pc:sldMk cId="4205069961" sldId="274"/>
            <ac:picMk id="11" creationId="{795511D0-C969-4FB4-9670-3DF7F1B2A7BC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3" creationId="{94164FB2-EFB1-4531-A8F4-DD77A03E2CCB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4" creationId="{18BD78ED-75E1-4879-B369-BC61F7C45E22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5" creationId="{0E6BC652-4BE1-478A-BFA7-47149E82F2F1}"/>
          </ac:picMkLst>
        </pc:picChg>
        <pc:picChg chg="add del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8" creationId="{7D6C6E9A-567D-4054-B920-2E1BAF6D2426}"/>
          </ac:picMkLst>
        </pc:picChg>
        <pc:picChg chg="add del">
          <ac:chgData name="Georges MATHIO" userId="1057b68d-d9cf-4cd5-bc4c-3fe68ec33e97" providerId="ADAL" clId="{82C5487D-F4FA-479C-805C-E057908A5989}" dt="2024-09-23T14:16:25.452" v="4020" actId="26606"/>
          <ac:picMkLst>
            <pc:docMk/>
            <pc:sldMk cId="4205069961" sldId="274"/>
            <ac:picMk id="23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4:16:27.640" v="4022" actId="26606"/>
          <ac:picMkLst>
            <pc:docMk/>
            <pc:sldMk cId="4205069961" sldId="274"/>
            <ac:picMk id="26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4:16:27.640" v="4022" actId="26606"/>
          <ac:picMkLst>
            <pc:docMk/>
            <pc:sldMk cId="4205069961" sldId="274"/>
            <ac:picMk id="27" creationId="{A748C8C8-F348-4D00-852A-26DD9EBCC24C}"/>
          </ac:picMkLst>
        </pc:picChg>
        <pc:picChg chg="ad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13" creationId="{6AF6706C-CF07-43A1-BCC4-CBA5D33820DA}"/>
          </ac:picMkLst>
        </pc:picChg>
        <pc:picChg chg="add">
          <ac:chgData name="Georges MATHIO" userId="1057b68d-d9cf-4cd5-bc4c-3fe68ec33e97" providerId="ADAL" clId="{82C5487D-F4FA-479C-805C-E057908A5989}" dt="2024-09-23T14:16:27.704" v="4023" actId="26606"/>
          <ac:picMkLst>
            <pc:docMk/>
            <pc:sldMk cId="4205069961" sldId="274"/>
            <ac:picMk id="115" creationId="{811383CE-CE86-4E1C-B289-798EB9E6E0E5}"/>
          </ac:picMkLst>
        </pc:picChg>
      </pc:sldChg>
      <pc:sldChg chg="modSp add mod">
        <pc:chgData name="Georges MATHIO" userId="1057b68d-d9cf-4cd5-bc4c-3fe68ec33e97" providerId="ADAL" clId="{82C5487D-F4FA-479C-805C-E057908A5989}" dt="2024-09-23T14:40:29.914" v="4737" actId="20577"/>
        <pc:sldMkLst>
          <pc:docMk/>
          <pc:sldMk cId="1236964428" sldId="275"/>
        </pc:sldMkLst>
        <pc:spChg chg="mod">
          <ac:chgData name="Georges MATHIO" userId="1057b68d-d9cf-4cd5-bc4c-3fe68ec33e97" providerId="ADAL" clId="{82C5487D-F4FA-479C-805C-E057908A5989}" dt="2024-09-23T14:40:29.914" v="4737" actId="20577"/>
          <ac:spMkLst>
            <pc:docMk/>
            <pc:sldMk cId="1236964428" sldId="275"/>
            <ac:spMk id="2" creationId="{3A83B63E-8695-A261-2D66-4BFE1CECFE25}"/>
          </ac:spMkLst>
        </pc:spChg>
        <pc:spChg chg="mod">
          <ac:chgData name="Georges MATHIO" userId="1057b68d-d9cf-4cd5-bc4c-3fe68ec33e97" providerId="ADAL" clId="{82C5487D-F4FA-479C-805C-E057908A5989}" dt="2024-09-23T14:40:01.748" v="4696" actId="20577"/>
          <ac:spMkLst>
            <pc:docMk/>
            <pc:sldMk cId="1236964428" sldId="275"/>
            <ac:spMk id="3" creationId="{E7B1851B-891E-7219-903C-44C4234BD6E6}"/>
          </ac:spMkLst>
        </pc:spChg>
        <pc:spChg chg="mod">
          <ac:chgData name="Georges MATHIO" userId="1057b68d-d9cf-4cd5-bc4c-3fe68ec33e97" providerId="ADAL" clId="{82C5487D-F4FA-479C-805C-E057908A5989}" dt="2024-09-23T14:40:14.117" v="4718" actId="20577"/>
          <ac:spMkLst>
            <pc:docMk/>
            <pc:sldMk cId="1236964428" sldId="275"/>
            <ac:spMk id="5" creationId="{FE12536D-6ED0-DC03-08CC-8D761524D1FF}"/>
          </ac:spMkLst>
        </pc:spChg>
      </pc:sldChg>
      <pc:sldChg chg="add ord">
        <pc:chgData name="Georges MATHIO" userId="1057b68d-d9cf-4cd5-bc4c-3fe68ec33e97" providerId="ADAL" clId="{82C5487D-F4FA-479C-805C-E057908A5989}" dt="2024-09-23T14:46:57.866" v="5105"/>
        <pc:sldMkLst>
          <pc:docMk/>
          <pc:sldMk cId="1244614476" sldId="276"/>
        </pc:sldMkLst>
      </pc:sldChg>
      <pc:sldChg chg="modSp add mod">
        <pc:chgData name="Georges MATHIO" userId="1057b68d-d9cf-4cd5-bc4c-3fe68ec33e97" providerId="ADAL" clId="{82C5487D-F4FA-479C-805C-E057908A5989}" dt="2024-09-23T15:03:11.112" v="5352" actId="20577"/>
        <pc:sldMkLst>
          <pc:docMk/>
          <pc:sldMk cId="2793604676" sldId="277"/>
        </pc:sldMkLst>
        <pc:spChg chg="mod">
          <ac:chgData name="Georges MATHIO" userId="1057b68d-d9cf-4cd5-bc4c-3fe68ec33e97" providerId="ADAL" clId="{82C5487D-F4FA-479C-805C-E057908A5989}" dt="2024-09-23T15:02:30.709" v="5291" actId="20577"/>
          <ac:spMkLst>
            <pc:docMk/>
            <pc:sldMk cId="2793604676" sldId="277"/>
            <ac:spMk id="2" creationId="{3A83B63E-8695-A261-2D66-4BFE1CECFE25}"/>
          </ac:spMkLst>
        </pc:spChg>
        <pc:spChg chg="mod">
          <ac:chgData name="Georges MATHIO" userId="1057b68d-d9cf-4cd5-bc4c-3fe68ec33e97" providerId="ADAL" clId="{82C5487D-F4FA-479C-805C-E057908A5989}" dt="2024-09-23T15:03:11.112" v="5352" actId="20577"/>
          <ac:spMkLst>
            <pc:docMk/>
            <pc:sldMk cId="2793604676" sldId="277"/>
            <ac:spMk id="7" creationId="{F730F81E-FE15-036B-799E-4164065F9994}"/>
          </ac:spMkLst>
        </pc:spChg>
      </pc:sldChg>
      <pc:sldChg chg="new ord">
        <pc:chgData name="Georges MATHIO" userId="1057b68d-d9cf-4cd5-bc4c-3fe68ec33e97" providerId="ADAL" clId="{82C5487D-F4FA-479C-805C-E057908A5989}" dt="2024-09-23T15:04:49.550" v="5369"/>
        <pc:sldMkLst>
          <pc:docMk/>
          <pc:sldMk cId="2511482636" sldId="278"/>
        </pc:sldMkLst>
      </pc:sldChg>
      <pc:sldChg chg="addSp delSp modSp add del mod ord setBg setClrOvrMap delDesignElem">
        <pc:chgData name="Georges MATHIO" userId="1057b68d-d9cf-4cd5-bc4c-3fe68ec33e97" providerId="ADAL" clId="{82C5487D-F4FA-479C-805C-E057908A5989}" dt="2024-09-23T15:06:58.848" v="5408" actId="47"/>
        <pc:sldMkLst>
          <pc:docMk/>
          <pc:sldMk cId="3189954247" sldId="279"/>
        </pc:sldMkLst>
        <pc:spChg chg="mod">
          <ac:chgData name="Georges MATHIO" userId="1057b68d-d9cf-4cd5-bc4c-3fe68ec33e97" providerId="ADAL" clId="{82C5487D-F4FA-479C-805C-E057908A5989}" dt="2024-09-23T15:05:43.943" v="5388" actId="962"/>
          <ac:spMkLst>
            <pc:docMk/>
            <pc:sldMk cId="3189954247" sldId="279"/>
            <ac:spMk id="2" creationId="{18B86DF7-7DA9-32A0-F92E-11F46962454E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1" creationId="{1F94DC1C-47D1-41D7-8B1B-9A036D614027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5" creationId="{AC12A592-C02D-46EF-8E1F-9335DB8D71DF}"/>
          </ac:spMkLst>
        </pc:spChg>
        <pc:spChg chg="add">
          <ac:chgData name="Georges MATHIO" userId="1057b68d-d9cf-4cd5-bc4c-3fe68ec33e97" providerId="ADAL" clId="{82C5487D-F4FA-479C-805C-E057908A5989}" dt="2024-09-23T15:05:35.289" v="5384" actId="26606"/>
          <ac:spMkLst>
            <pc:docMk/>
            <pc:sldMk cId="3189954247" sldId="279"/>
            <ac:spMk id="17" creationId="{24005816-5BCA-4665-8A58-5580F8E9C84A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4" creationId="{1F94DC1C-47D1-41D7-8B1B-9A036D614027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6" creationId="{AC12A592-C02D-46EF-8E1F-9335DB8D71DF}"/>
          </ac:spMkLst>
        </pc:spChg>
        <pc:spChg chg="del">
          <ac:chgData name="Georges MATHIO" userId="1057b68d-d9cf-4cd5-bc4c-3fe68ec33e97" providerId="ADAL" clId="{82C5487D-F4FA-479C-805C-E057908A5989}" dt="2024-09-23T15:04:44.543" v="5365"/>
          <ac:spMkLst>
            <pc:docMk/>
            <pc:sldMk cId="3189954247" sldId="279"/>
            <ac:spMk id="117" creationId="{24005816-5BCA-4665-8A58-5580F8E9C84A}"/>
          </ac:spMkLst>
        </pc:spChg>
        <pc:grpChg chg="add">
          <ac:chgData name="Georges MATHIO" userId="1057b68d-d9cf-4cd5-bc4c-3fe68ec33e97" providerId="ADAL" clId="{82C5487D-F4FA-479C-805C-E057908A5989}" dt="2024-09-23T15:05:35.289" v="5384" actId="26606"/>
          <ac:grpSpMkLst>
            <pc:docMk/>
            <pc:sldMk cId="3189954247" sldId="279"/>
            <ac:grpSpMk id="19" creationId="{BF07F359-8CA3-4854-91E7-EE6004020511}"/>
          </ac:grpSpMkLst>
        </pc:grpChg>
        <pc:grpChg chg="del">
          <ac:chgData name="Georges MATHIO" userId="1057b68d-d9cf-4cd5-bc4c-3fe68ec33e97" providerId="ADAL" clId="{82C5487D-F4FA-479C-805C-E057908A5989}" dt="2024-09-23T15:04:44.543" v="5365"/>
          <ac:grpSpMkLst>
            <pc:docMk/>
            <pc:sldMk cId="3189954247" sldId="279"/>
            <ac:grpSpMk id="118" creationId="{BF07F359-8CA3-4854-91E7-EE6004020511}"/>
          </ac:grpSpMkLst>
        </pc:grpChg>
        <pc:picChg chg="del">
          <ac:chgData name="Georges MATHIO" userId="1057b68d-d9cf-4cd5-bc4c-3fe68ec33e97" providerId="ADAL" clId="{82C5487D-F4FA-479C-805C-E057908A5989}" dt="2024-09-23T15:05:00.862" v="5381" actId="478"/>
          <ac:picMkLst>
            <pc:docMk/>
            <pc:sldMk cId="3189954247" sldId="279"/>
            <ac:picMk id="3" creationId="{D55D7212-76CD-AAF0-0AB7-84B39527D9A6}"/>
          </ac:picMkLst>
        </pc:picChg>
        <pc:picChg chg="add mod">
          <ac:chgData name="Georges MATHIO" userId="1057b68d-d9cf-4cd5-bc4c-3fe68ec33e97" providerId="ADAL" clId="{82C5487D-F4FA-479C-805C-E057908A5989}" dt="2024-09-23T15:05:45.999" v="5389" actId="1076"/>
          <ac:picMkLst>
            <pc:docMk/>
            <pc:sldMk cId="3189954247" sldId="279"/>
            <ac:picMk id="4" creationId="{F47E0E0C-B8B0-82F6-DC93-2846404F2A97}"/>
          </ac:picMkLst>
        </pc:picChg>
        <pc:picChg chg="add">
          <ac:chgData name="Georges MATHIO" userId="1057b68d-d9cf-4cd5-bc4c-3fe68ec33e97" providerId="ADAL" clId="{82C5487D-F4FA-479C-805C-E057908A5989}" dt="2024-09-23T15:05:35.289" v="5384" actId="26606"/>
          <ac:picMkLst>
            <pc:docMk/>
            <pc:sldMk cId="3189954247" sldId="279"/>
            <ac:picMk id="9" creationId="{6AF6706C-CF07-43A1-BCC4-CBA5D33820DA}"/>
          </ac:picMkLst>
        </pc:picChg>
        <pc:picChg chg="add">
          <ac:chgData name="Georges MATHIO" userId="1057b68d-d9cf-4cd5-bc4c-3fe68ec33e97" providerId="ADAL" clId="{82C5487D-F4FA-479C-805C-E057908A5989}" dt="2024-09-23T15:05:35.289" v="5384" actId="26606"/>
          <ac:picMkLst>
            <pc:docMk/>
            <pc:sldMk cId="3189954247" sldId="279"/>
            <ac:picMk id="13" creationId="{811383CE-CE86-4E1C-B289-798EB9E6E0E5}"/>
          </ac:picMkLst>
        </pc:picChg>
        <pc:picChg chg="del">
          <ac:chgData name="Georges MATHIO" userId="1057b68d-d9cf-4cd5-bc4c-3fe68ec33e97" providerId="ADAL" clId="{82C5487D-F4FA-479C-805C-E057908A5989}" dt="2024-09-23T15:04:44.543" v="5365"/>
          <ac:picMkLst>
            <pc:docMk/>
            <pc:sldMk cId="3189954247" sldId="279"/>
            <ac:picMk id="113" creationId="{6AF6706C-CF07-43A1-BCC4-CBA5D33820DA}"/>
          </ac:picMkLst>
        </pc:picChg>
        <pc:picChg chg="del">
          <ac:chgData name="Georges MATHIO" userId="1057b68d-d9cf-4cd5-bc4c-3fe68ec33e97" providerId="ADAL" clId="{82C5487D-F4FA-479C-805C-E057908A5989}" dt="2024-09-23T15:04:44.543" v="5365"/>
          <ac:picMkLst>
            <pc:docMk/>
            <pc:sldMk cId="3189954247" sldId="279"/>
            <ac:picMk id="115" creationId="{811383CE-CE86-4E1C-B289-798EB9E6E0E5}"/>
          </ac:picMkLst>
        </pc:picChg>
      </pc:sldChg>
      <pc:sldChg chg="addSp delSp modSp add mod ord">
        <pc:chgData name="Georges MATHIO" userId="1057b68d-d9cf-4cd5-bc4c-3fe68ec33e97" providerId="ADAL" clId="{82C5487D-F4FA-479C-805C-E057908A5989}" dt="2024-09-23T15:06:54.714" v="5407" actId="1440"/>
        <pc:sldMkLst>
          <pc:docMk/>
          <pc:sldMk cId="1744596131" sldId="280"/>
        </pc:sldMkLst>
        <pc:spChg chg="mod">
          <ac:chgData name="Georges MATHIO" userId="1057b68d-d9cf-4cd5-bc4c-3fe68ec33e97" providerId="ADAL" clId="{82C5487D-F4FA-479C-805C-E057908A5989}" dt="2024-09-23T15:06:25.669" v="5404" actId="113"/>
          <ac:spMkLst>
            <pc:docMk/>
            <pc:sldMk cId="1744596131" sldId="280"/>
            <ac:spMk id="2" creationId="{18B86DF7-7DA9-32A0-F92E-11F46962454E}"/>
          </ac:spMkLst>
        </pc:spChg>
        <pc:picChg chg="del">
          <ac:chgData name="Georges MATHIO" userId="1057b68d-d9cf-4cd5-bc4c-3fe68ec33e97" providerId="ADAL" clId="{82C5487D-F4FA-479C-805C-E057908A5989}" dt="2024-09-23T15:06:31.040" v="5405" actId="478"/>
          <ac:picMkLst>
            <pc:docMk/>
            <pc:sldMk cId="1744596131" sldId="280"/>
            <ac:picMk id="3" creationId="{D55D7212-76CD-AAF0-0AB7-84B39527D9A6}"/>
          </ac:picMkLst>
        </pc:picChg>
        <pc:picChg chg="add mod">
          <ac:chgData name="Georges MATHIO" userId="1057b68d-d9cf-4cd5-bc4c-3fe68ec33e97" providerId="ADAL" clId="{82C5487D-F4FA-479C-805C-E057908A5989}" dt="2024-09-23T15:06:54.714" v="5407" actId="1440"/>
          <ac:picMkLst>
            <pc:docMk/>
            <pc:sldMk cId="1744596131" sldId="280"/>
            <ac:picMk id="4" creationId="{7A3482A5-D921-DF9C-6485-2355D9A50BC9}"/>
          </ac:picMkLst>
        </pc:picChg>
      </pc:sldChg>
      <pc:sldChg chg="addSp delSp add del setBg delDesignElem">
        <pc:chgData name="Georges MATHIO" userId="1057b68d-d9cf-4cd5-bc4c-3fe68ec33e97" providerId="ADAL" clId="{82C5487D-F4FA-479C-805C-E057908A5989}" dt="2024-09-23T15:06:04.794" v="5392"/>
        <pc:sldMkLst>
          <pc:docMk/>
          <pc:sldMk cId="2407784976" sldId="280"/>
        </pc:sldMkLst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4" creationId="{1F94DC1C-47D1-41D7-8B1B-9A036D614027}"/>
          </ac:spMkLst>
        </pc:spChg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6" creationId="{AC12A592-C02D-46EF-8E1F-9335DB8D71DF}"/>
          </ac:spMkLst>
        </pc:spChg>
        <pc:spChg chg="add del">
          <ac:chgData name="Georges MATHIO" userId="1057b68d-d9cf-4cd5-bc4c-3fe68ec33e97" providerId="ADAL" clId="{82C5487D-F4FA-479C-805C-E057908A5989}" dt="2024-09-23T15:06:04.794" v="5392"/>
          <ac:spMkLst>
            <pc:docMk/>
            <pc:sldMk cId="2407784976" sldId="280"/>
            <ac:spMk id="117" creationId="{24005816-5BCA-4665-8A58-5580F8E9C84A}"/>
          </ac:spMkLst>
        </pc:spChg>
        <pc:grpChg chg="add del">
          <ac:chgData name="Georges MATHIO" userId="1057b68d-d9cf-4cd5-bc4c-3fe68ec33e97" providerId="ADAL" clId="{82C5487D-F4FA-479C-805C-E057908A5989}" dt="2024-09-23T15:06:04.794" v="5392"/>
          <ac:grpSpMkLst>
            <pc:docMk/>
            <pc:sldMk cId="2407784976" sldId="280"/>
            <ac:grpSpMk id="118" creationId="{BF07F359-8CA3-4854-91E7-EE6004020511}"/>
          </ac:grpSpMkLst>
        </pc:grpChg>
        <pc:picChg chg="add del">
          <ac:chgData name="Georges MATHIO" userId="1057b68d-d9cf-4cd5-bc4c-3fe68ec33e97" providerId="ADAL" clId="{82C5487D-F4FA-479C-805C-E057908A5989}" dt="2024-09-23T15:06:04.794" v="5392"/>
          <ac:picMkLst>
            <pc:docMk/>
            <pc:sldMk cId="2407784976" sldId="280"/>
            <ac:picMk id="113" creationId="{6AF6706C-CF07-43A1-BCC4-CBA5D33820DA}"/>
          </ac:picMkLst>
        </pc:picChg>
        <pc:picChg chg="add del">
          <ac:chgData name="Georges MATHIO" userId="1057b68d-d9cf-4cd5-bc4c-3fe68ec33e97" providerId="ADAL" clId="{82C5487D-F4FA-479C-805C-E057908A5989}" dt="2024-09-23T15:06:04.794" v="5392"/>
          <ac:picMkLst>
            <pc:docMk/>
            <pc:sldMk cId="2407784976" sldId="280"/>
            <ac:picMk id="115" creationId="{811383CE-CE86-4E1C-B289-798EB9E6E0E5}"/>
          </ac:picMkLst>
        </pc:picChg>
      </pc:sldChg>
      <pc:sldMasterChg chg="modSp mod">
        <pc:chgData name="Georges MATHIO" userId="1057b68d-d9cf-4cd5-bc4c-3fe68ec33e97" providerId="ADAL" clId="{82C5487D-F4FA-479C-805C-E057908A5989}" dt="2024-09-10T14:00:03.743" v="575" actId="242"/>
        <pc:sldMasterMkLst>
          <pc:docMk/>
          <pc:sldMasterMk cId="0" sldId="2147483648"/>
        </pc:sldMasterMkLst>
        <pc:spChg chg="mod">
          <ac:chgData name="Georges MATHIO" userId="1057b68d-d9cf-4cd5-bc4c-3fe68ec33e97" providerId="ADAL" clId="{82C5487D-F4FA-479C-805C-E057908A5989}" dt="2024-09-10T14:00:03.743" v="575" actId="242"/>
          <ac:spMkLst>
            <pc:docMk/>
            <pc:sldMasterMk cId="0" sldId="2147483648"/>
            <ac:spMk id="3" creationId="{00000000-0000-0000-0000-000000000000}"/>
          </ac:spMkLst>
        </pc:spChg>
      </pc:sldMasterChg>
    </pc:docChg>
  </pc:docChgLst>
  <pc:docChgLst>
    <pc:chgData name="Georges MATHIO" userId="1057b68d-d9cf-4cd5-bc4c-3fe68ec33e97" providerId="ADAL" clId="{8BCAAD47-39EC-4A39-A166-8E9777C12AD5}"/>
    <pc:docChg chg="modSld">
      <pc:chgData name="Georges MATHIO" userId="1057b68d-d9cf-4cd5-bc4c-3fe68ec33e97" providerId="ADAL" clId="{8BCAAD47-39EC-4A39-A166-8E9777C12AD5}" dt="2024-07-21T21:01:57.905" v="2" actId="20577"/>
      <pc:docMkLst>
        <pc:docMk/>
      </pc:docMkLst>
      <pc:sldChg chg="modSp mod">
        <pc:chgData name="Georges MATHIO" userId="1057b68d-d9cf-4cd5-bc4c-3fe68ec33e97" providerId="ADAL" clId="{8BCAAD47-39EC-4A39-A166-8E9777C12AD5}" dt="2024-07-21T21:01:45.889" v="0" actId="6549"/>
        <pc:sldMkLst>
          <pc:docMk/>
          <pc:sldMk cId="1554076419" sldId="258"/>
        </pc:sldMkLst>
        <pc:spChg chg="mod">
          <ac:chgData name="Georges MATHIO" userId="1057b68d-d9cf-4cd5-bc4c-3fe68ec33e97" providerId="ADAL" clId="{8BCAAD47-39EC-4A39-A166-8E9777C12AD5}" dt="2024-07-21T21:01:45.889" v="0" actId="6549"/>
          <ac:spMkLst>
            <pc:docMk/>
            <pc:sldMk cId="1554076419" sldId="258"/>
            <ac:spMk id="7" creationId="{D0A8403C-5777-28EF-83D9-19F6822459A6}"/>
          </ac:spMkLst>
        </pc:spChg>
      </pc:sldChg>
      <pc:sldChg chg="modSp mod">
        <pc:chgData name="Georges MATHIO" userId="1057b68d-d9cf-4cd5-bc4c-3fe68ec33e97" providerId="ADAL" clId="{8BCAAD47-39EC-4A39-A166-8E9777C12AD5}" dt="2024-07-21T21:01:57.905" v="2" actId="20577"/>
        <pc:sldMkLst>
          <pc:docMk/>
          <pc:sldMk cId="319033476" sldId="260"/>
        </pc:sldMkLst>
        <pc:spChg chg="mod">
          <ac:chgData name="Georges MATHIO" userId="1057b68d-d9cf-4cd5-bc4c-3fe68ec33e97" providerId="ADAL" clId="{8BCAAD47-39EC-4A39-A166-8E9777C12AD5}" dt="2024-07-21T21:01:57.905" v="2" actId="20577"/>
          <ac:spMkLst>
            <pc:docMk/>
            <pc:sldMk cId="319033476" sldId="260"/>
            <ac:spMk id="11" creationId="{3538C984-96B3-4E9A-E4F7-3FC99AFA0885}"/>
          </ac:spMkLst>
        </pc:spChg>
      </pc:sldChg>
    </pc:docChg>
  </pc:docChgLst>
  <pc:docChgLst>
    <pc:chgData name="Georges MATHIO" userId="S::georges.mathio@estia.fr::1057b68d-d9cf-4cd5-bc4c-3fe68ec33e97" providerId="AD" clId="Web-{D188567B-FEA3-3AFD-7A3D-A0834D404585}"/>
    <pc:docChg chg="modSld">
      <pc:chgData name="Georges MATHIO" userId="S::georges.mathio@estia.fr::1057b68d-d9cf-4cd5-bc4c-3fe68ec33e97" providerId="AD" clId="Web-{D188567B-FEA3-3AFD-7A3D-A0834D404585}" dt="2024-07-18T11:45:28.694" v="5" actId="20577"/>
      <pc:docMkLst>
        <pc:docMk/>
      </pc:docMkLst>
      <pc:sldChg chg="modSp">
        <pc:chgData name="Georges MATHIO" userId="S::georges.mathio@estia.fr::1057b68d-d9cf-4cd5-bc4c-3fe68ec33e97" providerId="AD" clId="Web-{D188567B-FEA3-3AFD-7A3D-A0834D404585}" dt="2024-07-18T11:43:39.533" v="3" actId="1076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D188567B-FEA3-3AFD-7A3D-A0834D404585}" dt="2024-07-18T11:43:39.533" v="3" actId="1076"/>
          <ac:spMkLst>
            <pc:docMk/>
            <pc:sldMk cId="2482283123" sldId="259"/>
            <ac:spMk id="3" creationId="{B5620FEA-FA3C-B3F6-C2FC-F9D51C3D46CB}"/>
          </ac:spMkLst>
        </pc:spChg>
      </pc:sldChg>
      <pc:sldChg chg="modSp">
        <pc:chgData name="Georges MATHIO" userId="S::georges.mathio@estia.fr::1057b68d-d9cf-4cd5-bc4c-3fe68ec33e97" providerId="AD" clId="Web-{D188567B-FEA3-3AFD-7A3D-A0834D404585}" dt="2024-07-18T11:45:28.694" v="5" actId="20577"/>
        <pc:sldMkLst>
          <pc:docMk/>
          <pc:sldMk cId="1455700223" sldId="263"/>
        </pc:sldMkLst>
        <pc:spChg chg="mod">
          <ac:chgData name="Georges MATHIO" userId="S::georges.mathio@estia.fr::1057b68d-d9cf-4cd5-bc4c-3fe68ec33e97" providerId="AD" clId="Web-{D188567B-FEA3-3AFD-7A3D-A0834D404585}" dt="2024-07-18T11:45:28.694" v="5" actId="20577"/>
          <ac:spMkLst>
            <pc:docMk/>
            <pc:sldMk cId="1455700223" sldId="263"/>
            <ac:spMk id="14" creationId="{7E30C4D4-D051-74FE-764D-C642BFBB0D1E}"/>
          </ac:spMkLst>
        </pc:spChg>
      </pc:sldChg>
    </pc:docChg>
  </pc:docChgLst>
  <pc:docChgLst>
    <pc:chgData name="Georges MATHIO" userId="1057b68d-d9cf-4cd5-bc4c-3fe68ec33e97" providerId="ADAL" clId="{82B82AAD-A176-4F9A-88D1-A56861D01535}"/>
    <pc:docChg chg="undo custSel modSld">
      <pc:chgData name="Georges MATHIO" userId="1057b68d-d9cf-4cd5-bc4c-3fe68ec33e97" providerId="ADAL" clId="{82B82AAD-A176-4F9A-88D1-A56861D01535}" dt="2023-11-27T16:09:30.504" v="795" actId="14861"/>
      <pc:docMkLst>
        <pc:docMk/>
      </pc:docMkLst>
      <pc:sldChg chg="addSp delSp modSp mod">
        <pc:chgData name="Georges MATHIO" userId="1057b68d-d9cf-4cd5-bc4c-3fe68ec33e97" providerId="ADAL" clId="{82B82AAD-A176-4F9A-88D1-A56861D01535}" dt="2023-11-27T16:09:30.504" v="795" actId="14861"/>
        <pc:sldMkLst>
          <pc:docMk/>
          <pc:sldMk cId="3870140485" sldId="265"/>
        </pc:sldMkLst>
        <pc:grpChg chg="add mod">
          <ac:chgData name="Georges MATHIO" userId="1057b68d-d9cf-4cd5-bc4c-3fe68ec33e97" providerId="ADAL" clId="{82B82AAD-A176-4F9A-88D1-A56861D01535}" dt="2023-11-13T15:48:14.552" v="447" actId="1076"/>
          <ac:grpSpMkLst>
            <pc:docMk/>
            <pc:sldMk cId="3870140485" sldId="265"/>
            <ac:grpSpMk id="4" creationId="{899778FC-AAC1-FD58-AAC2-EC50C861657E}"/>
          </ac:grpSpMkLst>
        </pc:grp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3" creationId="{06F4C4D2-9F1C-CD6B-4B73-EE49A7D3B1D3}"/>
          </ac:picMkLst>
        </pc:picChg>
        <pc:picChg chg="mod">
          <ac:chgData name="Georges MATHIO" userId="1057b68d-d9cf-4cd5-bc4c-3fe68ec33e97" providerId="ADAL" clId="{82B82AAD-A176-4F9A-88D1-A56861D01535}" dt="2023-11-20T12:28:06.621" v="585" actId="14861"/>
          <ac:picMkLst>
            <pc:docMk/>
            <pc:sldMk cId="3870140485" sldId="265"/>
            <ac:picMk id="5" creationId="{6E7B4CB7-1ACC-3B8D-A2AC-67121D2D1D54}"/>
          </ac:picMkLst>
        </pc:picChg>
        <pc:picChg chg="mod">
          <ac:chgData name="Georges MATHIO" userId="1057b68d-d9cf-4cd5-bc4c-3fe68ec33e97" providerId="ADAL" clId="{82B82AAD-A176-4F9A-88D1-A56861D01535}" dt="2023-11-20T12:28:16.900" v="609" actId="14861"/>
          <ac:picMkLst>
            <pc:docMk/>
            <pc:sldMk cId="3870140485" sldId="265"/>
            <ac:picMk id="6" creationId="{AFD1BC7B-0643-7730-87DF-0B267565DBD2}"/>
          </ac:picMkLst>
        </pc:picChg>
        <pc:picChg chg="mod">
          <ac:chgData name="Georges MATHIO" userId="1057b68d-d9cf-4cd5-bc4c-3fe68ec33e97" providerId="ADAL" clId="{82B82AAD-A176-4F9A-88D1-A56861D01535}" dt="2023-11-13T15:45:11.247" v="399" actId="164"/>
          <ac:picMkLst>
            <pc:docMk/>
            <pc:sldMk cId="3870140485" sldId="265"/>
            <ac:picMk id="7" creationId="{ECAA39C2-0BEB-1809-1D54-D866FF0A02B9}"/>
          </ac:picMkLst>
        </pc:picChg>
        <pc:picChg chg="mod">
          <ac:chgData name="Georges MATHIO" userId="1057b68d-d9cf-4cd5-bc4c-3fe68ec33e97" providerId="ADAL" clId="{82B82AAD-A176-4F9A-88D1-A56861D01535}" dt="2023-11-13T15:50:27.134" v="499" actId="1076"/>
          <ac:picMkLst>
            <pc:docMk/>
            <pc:sldMk cId="3870140485" sldId="265"/>
            <ac:picMk id="8" creationId="{9C7D0E36-32F1-F957-95DA-9343A920E6F0}"/>
          </ac:picMkLst>
        </pc:picChg>
        <pc:picChg chg="mod">
          <ac:chgData name="Georges MATHIO" userId="1057b68d-d9cf-4cd5-bc4c-3fe68ec33e97" providerId="ADAL" clId="{82B82AAD-A176-4F9A-88D1-A56861D01535}" dt="2023-11-27T16:09:30.504" v="795" actId="14861"/>
          <ac:picMkLst>
            <pc:docMk/>
            <pc:sldMk cId="3870140485" sldId="265"/>
            <ac:picMk id="9" creationId="{658CB9B6-DEB4-E9E0-5341-E2CDB7731147}"/>
          </ac:picMkLst>
        </pc:picChg>
        <pc:picChg chg="mod">
          <ac:chgData name="Georges MATHIO" userId="1057b68d-d9cf-4cd5-bc4c-3fe68ec33e97" providerId="ADAL" clId="{82B82AAD-A176-4F9A-88D1-A56861D01535}" dt="2023-11-13T15:50:16.549" v="495" actId="1076"/>
          <ac:picMkLst>
            <pc:docMk/>
            <pc:sldMk cId="3870140485" sldId="265"/>
            <ac:picMk id="10" creationId="{1D0F61AE-DBDD-6F2E-B2C2-F6D92DB5AFF5}"/>
          </ac:picMkLst>
        </pc:picChg>
        <pc:picChg chg="mod">
          <ac:chgData name="Georges MATHIO" userId="1057b68d-d9cf-4cd5-bc4c-3fe68ec33e97" providerId="ADAL" clId="{82B82AAD-A176-4F9A-88D1-A56861D01535}" dt="2023-11-13T15:45:01.004" v="398" actId="1440"/>
          <ac:picMkLst>
            <pc:docMk/>
            <pc:sldMk cId="3870140485" sldId="265"/>
            <ac:picMk id="11" creationId="{3E316FDB-D3A3-36F9-21BC-7A3D45C8C097}"/>
          </ac:picMkLst>
        </pc:picChg>
        <pc:picChg chg="add del mod">
          <ac:chgData name="Georges MATHIO" userId="1057b68d-d9cf-4cd5-bc4c-3fe68ec33e97" providerId="ADAL" clId="{82B82AAD-A176-4F9A-88D1-A56861D01535}" dt="2023-11-13T15:46:27.408" v="431"/>
          <ac:picMkLst>
            <pc:docMk/>
            <pc:sldMk cId="3870140485" sldId="265"/>
            <ac:picMk id="12" creationId="{720EEAD9-416F-2F55-286F-394FA280AC9C}"/>
          </ac:picMkLst>
        </pc:picChg>
        <pc:picChg chg="add mod">
          <ac:chgData name="Georges MATHIO" userId="1057b68d-d9cf-4cd5-bc4c-3fe68ec33e97" providerId="ADAL" clId="{82B82AAD-A176-4F9A-88D1-A56861D01535}" dt="2023-11-13T15:50:05.580" v="491" actId="1076"/>
          <ac:picMkLst>
            <pc:docMk/>
            <pc:sldMk cId="3870140485" sldId="265"/>
            <ac:picMk id="14" creationId="{FB23B469-3A5C-FB39-6A03-2461C6CC9EA3}"/>
          </ac:picMkLst>
        </pc:picChg>
        <pc:picChg chg="add mod">
          <ac:chgData name="Georges MATHIO" userId="1057b68d-d9cf-4cd5-bc4c-3fe68ec33e97" providerId="ADAL" clId="{82B82AAD-A176-4F9A-88D1-A56861D01535}" dt="2023-11-13T15:50:29.818" v="500" actId="1076"/>
          <ac:picMkLst>
            <pc:docMk/>
            <pc:sldMk cId="3870140485" sldId="265"/>
            <ac:picMk id="16" creationId="{7A31B893-5213-8984-13B7-F1DA243904C8}"/>
          </ac:picMkLst>
        </pc:picChg>
        <pc:picChg chg="add del mod">
          <ac:chgData name="Georges MATHIO" userId="1057b68d-d9cf-4cd5-bc4c-3fe68ec33e97" providerId="ADAL" clId="{82B82AAD-A176-4F9A-88D1-A56861D01535}" dt="2023-11-13T15:49:51.633" v="483"/>
          <ac:picMkLst>
            <pc:docMk/>
            <pc:sldMk cId="3870140485" sldId="265"/>
            <ac:picMk id="18" creationId="{50A60511-D9C2-DAF0-E96D-6DBD6373C7B7}"/>
          </ac:picMkLst>
        </pc:picChg>
        <pc:picChg chg="add mod">
          <ac:chgData name="Georges MATHIO" userId="1057b68d-d9cf-4cd5-bc4c-3fe68ec33e97" providerId="ADAL" clId="{82B82AAD-A176-4F9A-88D1-A56861D01535}" dt="2023-11-13T15:50:37.357" v="501" actId="1076"/>
          <ac:picMkLst>
            <pc:docMk/>
            <pc:sldMk cId="3870140485" sldId="265"/>
            <ac:picMk id="20" creationId="{37E546AF-B41D-4472-1647-46B7FAC2932A}"/>
          </ac:picMkLst>
        </pc:picChg>
        <pc:picChg chg="add mod">
          <ac:chgData name="Georges MATHIO" userId="1057b68d-d9cf-4cd5-bc4c-3fe68ec33e97" providerId="ADAL" clId="{82B82AAD-A176-4F9A-88D1-A56861D01535}" dt="2023-11-20T12:27:54.868" v="567" actId="14861"/>
          <ac:picMkLst>
            <pc:docMk/>
            <pc:sldMk cId="3870140485" sldId="265"/>
            <ac:picMk id="1026" creationId="{410E1A72-1BF0-FBAC-7E2C-D3E17A67B227}"/>
          </ac:picMkLst>
        </pc:picChg>
      </pc:sldChg>
    </pc:docChg>
  </pc:docChgLst>
  <pc:docChgLst>
    <pc:chgData name="Georges MATHIO" userId="1057b68d-d9cf-4cd5-bc4c-3fe68ec33e97" providerId="ADAL" clId="{C4F20E0D-2BB1-4FFB-A1E5-62428237D7FB}"/>
    <pc:docChg chg="custSel addSld delSld modSld sldOrd">
      <pc:chgData name="Georges MATHIO" userId="1057b68d-d9cf-4cd5-bc4c-3fe68ec33e97" providerId="ADAL" clId="{C4F20E0D-2BB1-4FFB-A1E5-62428237D7FB}" dt="2024-09-26T10:07:52.778" v="261" actId="20577"/>
      <pc:docMkLst>
        <pc:docMk/>
      </pc:docMkLst>
      <pc:sldChg chg="modSp mod">
        <pc:chgData name="Georges MATHIO" userId="1057b68d-d9cf-4cd5-bc4c-3fe68ec33e97" providerId="ADAL" clId="{C4F20E0D-2BB1-4FFB-A1E5-62428237D7FB}" dt="2024-09-26T09:56:39.587" v="23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C4F20E0D-2BB1-4FFB-A1E5-62428237D7FB}" dt="2024-09-26T09:56:39.587" v="23" actId="20577"/>
          <ac:spMkLst>
            <pc:docMk/>
            <pc:sldMk cId="2526593619" sldId="256"/>
            <ac:spMk id="3" creationId="{00000000-0000-0000-0000-000000000000}"/>
          </ac:spMkLst>
        </pc:spChg>
      </pc:sldChg>
      <pc:sldChg chg="addSp modSp mod">
        <pc:chgData name="Georges MATHIO" userId="1057b68d-d9cf-4cd5-bc4c-3fe68ec33e97" providerId="ADAL" clId="{C4F20E0D-2BB1-4FFB-A1E5-62428237D7FB}" dt="2024-09-26T10:00:17.282" v="203" actId="20577"/>
        <pc:sldMkLst>
          <pc:docMk/>
          <pc:sldMk cId="1824297136" sldId="257"/>
        </pc:sldMkLst>
        <pc:spChg chg="mod">
          <ac:chgData name="Georges MATHIO" userId="1057b68d-d9cf-4cd5-bc4c-3fe68ec33e97" providerId="ADAL" clId="{C4F20E0D-2BB1-4FFB-A1E5-62428237D7FB}" dt="2024-09-26T10:00:17.282" v="203" actId="20577"/>
          <ac:spMkLst>
            <pc:docMk/>
            <pc:sldMk cId="1824297136" sldId="257"/>
            <ac:spMk id="3" creationId="{F877468A-C6BD-DFB1-948A-75293497D502}"/>
          </ac:spMkLst>
        </pc:spChg>
        <pc:spChg chg="add mod">
          <ac:chgData name="Georges MATHIO" userId="1057b68d-d9cf-4cd5-bc4c-3fe68ec33e97" providerId="ADAL" clId="{C4F20E0D-2BB1-4FFB-A1E5-62428237D7FB}" dt="2024-09-26T09:56:49.202" v="25" actId="1076"/>
          <ac:spMkLst>
            <pc:docMk/>
            <pc:sldMk cId="1824297136" sldId="257"/>
            <ac:spMk id="4" creationId="{279A6B06-12BF-FCC1-2101-B0F5F7F2818D}"/>
          </ac:spMkLst>
        </pc:spChg>
        <pc:spChg chg="add mod">
          <ac:chgData name="Georges MATHIO" userId="1057b68d-d9cf-4cd5-bc4c-3fe68ec33e97" providerId="ADAL" clId="{C4F20E0D-2BB1-4FFB-A1E5-62428237D7FB}" dt="2024-09-26T09:57:03.419" v="30" actId="1076"/>
          <ac:spMkLst>
            <pc:docMk/>
            <pc:sldMk cId="1824297136" sldId="257"/>
            <ac:spMk id="5" creationId="{CE27A112-7FC1-A1B5-6D89-D81AB3205368}"/>
          </ac:spMkLst>
        </pc:spChg>
        <pc:spChg chg="mod">
          <ac:chgData name="Georges MATHIO" userId="1057b68d-d9cf-4cd5-bc4c-3fe68ec33e97" providerId="ADAL" clId="{C4F20E0D-2BB1-4FFB-A1E5-62428237D7FB}" dt="2024-09-26T09:56:59.985" v="28" actId="1076"/>
          <ac:spMkLst>
            <pc:docMk/>
            <pc:sldMk cId="1824297136" sldId="257"/>
            <ac:spMk id="10" creationId="{9743D097-CC0D-F6F7-BA08-3BDBD61FA7C8}"/>
          </ac:spMkLst>
        </pc:spChg>
      </pc:sldChg>
      <pc:sldChg chg="del">
        <pc:chgData name="Georges MATHIO" userId="1057b68d-d9cf-4cd5-bc4c-3fe68ec33e97" providerId="ADAL" clId="{C4F20E0D-2BB1-4FFB-A1E5-62428237D7FB}" dt="2024-09-26T09:56:28.519" v="1" actId="47"/>
        <pc:sldMkLst>
          <pc:docMk/>
          <pc:sldMk cId="2846849086" sldId="258"/>
        </pc:sldMkLst>
      </pc:sldChg>
      <pc:sldChg chg="del">
        <pc:chgData name="Georges MATHIO" userId="1057b68d-d9cf-4cd5-bc4c-3fe68ec33e97" providerId="ADAL" clId="{C4F20E0D-2BB1-4FFB-A1E5-62428237D7FB}" dt="2024-09-26T09:56:26.743" v="0" actId="47"/>
        <pc:sldMkLst>
          <pc:docMk/>
          <pc:sldMk cId="283063719" sldId="259"/>
        </pc:sldMkLst>
      </pc:sldChg>
      <pc:sldChg chg="modSp mod">
        <pc:chgData name="Georges MATHIO" userId="1057b68d-d9cf-4cd5-bc4c-3fe68ec33e97" providerId="ADAL" clId="{C4F20E0D-2BB1-4FFB-A1E5-62428237D7FB}" dt="2024-09-26T10:07:21.753" v="246" actId="20577"/>
        <pc:sldMkLst>
          <pc:docMk/>
          <pc:sldMk cId="2592200161" sldId="264"/>
        </pc:sldMkLst>
        <pc:spChg chg="mod">
          <ac:chgData name="Georges MATHIO" userId="1057b68d-d9cf-4cd5-bc4c-3fe68ec33e97" providerId="ADAL" clId="{C4F20E0D-2BB1-4FFB-A1E5-62428237D7FB}" dt="2024-09-26T10:06:41.451" v="204" actId="20577"/>
          <ac:spMkLst>
            <pc:docMk/>
            <pc:sldMk cId="2592200161" sldId="264"/>
            <ac:spMk id="2" creationId="{8AE1D70E-C040-1542-B36E-7DDF82084F61}"/>
          </ac:spMkLst>
        </pc:spChg>
        <pc:spChg chg="mod">
          <ac:chgData name="Georges MATHIO" userId="1057b68d-d9cf-4cd5-bc4c-3fe68ec33e97" providerId="ADAL" clId="{C4F20E0D-2BB1-4FFB-A1E5-62428237D7FB}" dt="2024-09-26T10:07:21.753" v="246" actId="20577"/>
          <ac:spMkLst>
            <pc:docMk/>
            <pc:sldMk cId="2592200161" sldId="264"/>
            <ac:spMk id="6" creationId="{37E68E50-1F8D-C6EF-3F0A-17CAC14C946D}"/>
          </ac:spMkLst>
        </pc:spChg>
      </pc:sldChg>
      <pc:sldChg chg="modSp mod ord">
        <pc:chgData name="Georges MATHIO" userId="1057b68d-d9cf-4cd5-bc4c-3fe68ec33e97" providerId="ADAL" clId="{C4F20E0D-2BB1-4FFB-A1E5-62428237D7FB}" dt="2024-09-26T10:07:52.778" v="261" actId="20577"/>
        <pc:sldMkLst>
          <pc:docMk/>
          <pc:sldMk cId="2843119897" sldId="265"/>
        </pc:sldMkLst>
        <pc:spChg chg="mod">
          <ac:chgData name="Georges MATHIO" userId="1057b68d-d9cf-4cd5-bc4c-3fe68ec33e97" providerId="ADAL" clId="{C4F20E0D-2BB1-4FFB-A1E5-62428237D7FB}" dt="2024-09-26T10:07:52.778" v="261" actId="20577"/>
          <ac:spMkLst>
            <pc:docMk/>
            <pc:sldMk cId="2843119897" sldId="265"/>
            <ac:spMk id="19" creationId="{FC05DE6C-0B46-E626-BF36-F3DE11496887}"/>
          </ac:spMkLst>
        </pc:spChg>
      </pc:sldChg>
      <pc:sldChg chg="new">
        <pc:chgData name="Georges MATHIO" userId="1057b68d-d9cf-4cd5-bc4c-3fe68ec33e97" providerId="ADAL" clId="{C4F20E0D-2BB1-4FFB-A1E5-62428237D7FB}" dt="2024-09-26T09:57:15.980" v="31" actId="680"/>
        <pc:sldMkLst>
          <pc:docMk/>
          <pc:sldMk cId="2592076184" sldId="266"/>
        </pc:sldMkLst>
      </pc:sldChg>
      <pc:sldChg chg="modSp new mod ord">
        <pc:chgData name="Georges MATHIO" userId="1057b68d-d9cf-4cd5-bc4c-3fe68ec33e97" providerId="ADAL" clId="{C4F20E0D-2BB1-4FFB-A1E5-62428237D7FB}" dt="2024-09-26T09:59:56.892" v="185" actId="20577"/>
        <pc:sldMkLst>
          <pc:docMk/>
          <pc:sldMk cId="821531331" sldId="267"/>
        </pc:sldMkLst>
        <pc:spChg chg="mod">
          <ac:chgData name="Georges MATHIO" userId="1057b68d-d9cf-4cd5-bc4c-3fe68ec33e97" providerId="ADAL" clId="{C4F20E0D-2BB1-4FFB-A1E5-62428237D7FB}" dt="2024-09-26T09:59:38.109" v="146" actId="20577"/>
          <ac:spMkLst>
            <pc:docMk/>
            <pc:sldMk cId="821531331" sldId="267"/>
            <ac:spMk id="2" creationId="{BF6AEF50-33CA-A849-5F4C-03B6819882F7}"/>
          </ac:spMkLst>
        </pc:spChg>
        <pc:spChg chg="mod">
          <ac:chgData name="Georges MATHIO" userId="1057b68d-d9cf-4cd5-bc4c-3fe68ec33e97" providerId="ADAL" clId="{C4F20E0D-2BB1-4FFB-A1E5-62428237D7FB}" dt="2024-09-26T09:59:56.892" v="185" actId="20577"/>
          <ac:spMkLst>
            <pc:docMk/>
            <pc:sldMk cId="821531331" sldId="267"/>
            <ac:spMk id="3" creationId="{DF6805A2-C862-D56C-CDDA-CCB60B9A21FF}"/>
          </ac:spMkLst>
        </pc:spChg>
      </pc:sldChg>
    </pc:docChg>
  </pc:docChgLst>
  <pc:docChgLst>
    <pc:chgData name="Georges MATHIO" userId="1057b68d-d9cf-4cd5-bc4c-3fe68ec33e97" providerId="ADAL" clId="{7AAA15A0-340B-49C7-AFBC-B0ACA4018A2F}"/>
    <pc:docChg chg="undo redo custSel addSld delSld modSld">
      <pc:chgData name="Georges MATHIO" userId="1057b68d-d9cf-4cd5-bc4c-3fe68ec33e97" providerId="ADAL" clId="{7AAA15A0-340B-49C7-AFBC-B0ACA4018A2F}" dt="2024-09-26T09:55:16.647" v="312" actId="6549"/>
      <pc:docMkLst>
        <pc:docMk/>
      </pc:docMkLst>
      <pc:sldChg chg="delSp modSp mod">
        <pc:chgData name="Georges MATHIO" userId="1057b68d-d9cf-4cd5-bc4c-3fe68ec33e97" providerId="ADAL" clId="{7AAA15A0-340B-49C7-AFBC-B0ACA4018A2F}" dt="2024-09-26T08:46:12.897" v="8" actId="20577"/>
        <pc:sldMkLst>
          <pc:docMk/>
          <pc:sldMk cId="2526593619" sldId="256"/>
        </pc:sldMkLst>
        <pc:spChg chg="mod">
          <ac:chgData name="Georges MATHIO" userId="1057b68d-d9cf-4cd5-bc4c-3fe68ec33e97" providerId="ADAL" clId="{7AAA15A0-340B-49C7-AFBC-B0ACA4018A2F}" dt="2024-09-26T08:46:12.897" v="8" actId="20577"/>
          <ac:spMkLst>
            <pc:docMk/>
            <pc:sldMk cId="2526593619" sldId="256"/>
            <ac:spMk id="3" creationId="{00000000-0000-0000-0000-000000000000}"/>
          </ac:spMkLst>
        </pc:spChg>
        <pc:picChg chg="del">
          <ac:chgData name="Georges MATHIO" userId="1057b68d-d9cf-4cd5-bc4c-3fe68ec33e97" providerId="ADAL" clId="{7AAA15A0-340B-49C7-AFBC-B0ACA4018A2F}" dt="2024-09-26T08:46:09.138" v="1" actId="478"/>
          <ac:picMkLst>
            <pc:docMk/>
            <pc:sldMk cId="2526593619" sldId="256"/>
            <ac:picMk id="1026" creationId="{0894DCDB-9EDC-5DED-31AC-01B7CFC04937}"/>
          </ac:picMkLst>
        </pc:picChg>
      </pc:sldChg>
      <pc:sldChg chg="addSp delSp modSp new mod">
        <pc:chgData name="Georges MATHIO" userId="1057b68d-d9cf-4cd5-bc4c-3fe68ec33e97" providerId="ADAL" clId="{7AAA15A0-340B-49C7-AFBC-B0ACA4018A2F}" dt="2024-09-26T09:55:16.647" v="312" actId="6549"/>
        <pc:sldMkLst>
          <pc:docMk/>
          <pc:sldMk cId="1824297136" sldId="257"/>
        </pc:sldMkLst>
        <pc:spChg chg="mod">
          <ac:chgData name="Georges MATHIO" userId="1057b68d-d9cf-4cd5-bc4c-3fe68ec33e97" providerId="ADAL" clId="{7AAA15A0-340B-49C7-AFBC-B0ACA4018A2F}" dt="2024-09-26T09:55:09.401" v="308" actId="20577"/>
          <ac:spMkLst>
            <pc:docMk/>
            <pc:sldMk cId="1824297136" sldId="257"/>
            <ac:spMk id="2" creationId="{33E5B4A0-32B4-A6AE-6210-CF9464C80564}"/>
          </ac:spMkLst>
        </pc:spChg>
        <pc:spChg chg="add mod">
          <ac:chgData name="Georges MATHIO" userId="1057b68d-d9cf-4cd5-bc4c-3fe68ec33e97" providerId="ADAL" clId="{7AAA15A0-340B-49C7-AFBC-B0ACA4018A2F}" dt="2024-09-26T09:55:16.647" v="312" actId="6549"/>
          <ac:spMkLst>
            <pc:docMk/>
            <pc:sldMk cId="1824297136" sldId="257"/>
            <ac:spMk id="3" creationId="{F877468A-C6BD-DFB1-948A-75293497D502}"/>
          </ac:spMkLst>
        </pc:spChg>
        <pc:spChg chg="add mod">
          <ac:chgData name="Georges MATHIO" userId="1057b68d-d9cf-4cd5-bc4c-3fe68ec33e97" providerId="ADAL" clId="{7AAA15A0-340B-49C7-AFBC-B0ACA4018A2F}" dt="2024-09-26T09:06:28.512" v="65" actId="14100"/>
          <ac:spMkLst>
            <pc:docMk/>
            <pc:sldMk cId="1824297136" sldId="257"/>
            <ac:spMk id="10" creationId="{9743D097-CC0D-F6F7-BA08-3BDBD61FA7C8}"/>
          </ac:spMkLst>
        </pc:spChg>
        <pc:picChg chg="add del mod">
          <ac:chgData name="Georges MATHIO" userId="1057b68d-d9cf-4cd5-bc4c-3fe68ec33e97" providerId="ADAL" clId="{7AAA15A0-340B-49C7-AFBC-B0ACA4018A2F}" dt="2024-09-26T08:55:23.641" v="55" actId="478"/>
          <ac:picMkLst>
            <pc:docMk/>
            <pc:sldMk cId="1824297136" sldId="257"/>
            <ac:picMk id="5" creationId="{FE735D51-E85C-E8FD-9627-31C6C8AA9A28}"/>
          </ac:picMkLst>
        </pc:picChg>
        <pc:picChg chg="add mod">
          <ac:chgData name="Georges MATHIO" userId="1057b68d-d9cf-4cd5-bc4c-3fe68ec33e97" providerId="ADAL" clId="{7AAA15A0-340B-49C7-AFBC-B0ACA4018A2F}" dt="2024-09-26T08:55:47.487" v="58" actId="1076"/>
          <ac:picMkLst>
            <pc:docMk/>
            <pc:sldMk cId="1824297136" sldId="257"/>
            <ac:picMk id="7" creationId="{C7D81A7E-7B33-5937-6838-D7CC8AD6CA2B}"/>
          </ac:picMkLst>
        </pc:picChg>
        <pc:picChg chg="add mod">
          <ac:chgData name="Georges MATHIO" userId="1057b68d-d9cf-4cd5-bc4c-3fe68ec33e97" providerId="ADAL" clId="{7AAA15A0-340B-49C7-AFBC-B0ACA4018A2F}" dt="2024-09-26T09:04:00.448" v="62" actId="1076"/>
          <ac:picMkLst>
            <pc:docMk/>
            <pc:sldMk cId="1824297136" sldId="257"/>
            <ac:picMk id="9" creationId="{59CADDEB-7579-FE28-281D-0238BE80DCD4}"/>
          </ac:picMkLst>
        </pc:pic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554076419" sldId="258"/>
        </pc:sldMkLst>
      </pc:sldChg>
      <pc:sldChg chg="addSp modSp new mod">
        <pc:chgData name="Georges MATHIO" userId="1057b68d-d9cf-4cd5-bc4c-3fe68ec33e97" providerId="ADAL" clId="{7AAA15A0-340B-49C7-AFBC-B0ACA4018A2F}" dt="2024-09-26T09:19:47.289" v="128"/>
        <pc:sldMkLst>
          <pc:docMk/>
          <pc:sldMk cId="2846849086" sldId="258"/>
        </pc:sldMkLst>
        <pc:spChg chg="add mod">
          <ac:chgData name="Georges MATHIO" userId="1057b68d-d9cf-4cd5-bc4c-3fe68ec33e97" providerId="ADAL" clId="{7AAA15A0-340B-49C7-AFBC-B0ACA4018A2F}" dt="2024-09-26T09:19:47.289" v="128"/>
          <ac:spMkLst>
            <pc:docMk/>
            <pc:sldMk cId="2846849086" sldId="258"/>
            <ac:spMk id="3" creationId="{589CD09B-464B-F46A-E68B-6D148F6FC0FD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26811849" sldId="259"/>
        </pc:sldMkLst>
      </pc:sldChg>
      <pc:sldChg chg="addSp modSp new mod">
        <pc:chgData name="Georges MATHIO" userId="1057b68d-d9cf-4cd5-bc4c-3fe68ec33e97" providerId="ADAL" clId="{7AAA15A0-340B-49C7-AFBC-B0ACA4018A2F}" dt="2024-09-26T09:24:06.340" v="158"/>
        <pc:sldMkLst>
          <pc:docMk/>
          <pc:sldMk cId="283063719" sldId="259"/>
        </pc:sldMkLst>
        <pc:spChg chg="mod">
          <ac:chgData name="Georges MATHIO" userId="1057b68d-d9cf-4cd5-bc4c-3fe68ec33e97" providerId="ADAL" clId="{7AAA15A0-340B-49C7-AFBC-B0ACA4018A2F}" dt="2024-09-26T09:23:56.549" v="156" actId="20577"/>
          <ac:spMkLst>
            <pc:docMk/>
            <pc:sldMk cId="283063719" sldId="259"/>
            <ac:spMk id="2" creationId="{152FE92A-A634-DACF-7636-D1B81B10EC73}"/>
          </ac:spMkLst>
        </pc:spChg>
        <pc:spChg chg="add mod">
          <ac:chgData name="Georges MATHIO" userId="1057b68d-d9cf-4cd5-bc4c-3fe68ec33e97" providerId="ADAL" clId="{7AAA15A0-340B-49C7-AFBC-B0ACA4018A2F}" dt="2024-09-26T09:24:06.340" v="158"/>
          <ac:spMkLst>
            <pc:docMk/>
            <pc:sldMk cId="283063719" sldId="259"/>
            <ac:spMk id="3" creationId="{19A65D58-BFCF-E801-1825-C2357BBE48AE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559389067" sldId="260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390649631" sldId="262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462972198" sldId="263"/>
        </pc:sldMkLst>
      </pc:sldChg>
      <pc:sldChg chg="modSp add mod">
        <pc:chgData name="Georges MATHIO" userId="1057b68d-d9cf-4cd5-bc4c-3fe68ec33e97" providerId="ADAL" clId="{7AAA15A0-340B-49C7-AFBC-B0ACA4018A2F}" dt="2024-09-26T09:27:15.774" v="271" actId="20577"/>
        <pc:sldMkLst>
          <pc:docMk/>
          <pc:sldMk cId="2592200161" sldId="264"/>
        </pc:sldMkLst>
        <pc:spChg chg="mod">
          <ac:chgData name="Georges MATHIO" userId="1057b68d-d9cf-4cd5-bc4c-3fe68ec33e97" providerId="ADAL" clId="{7AAA15A0-340B-49C7-AFBC-B0ACA4018A2F}" dt="2024-09-26T09:26:36.686" v="181" actId="20577"/>
          <ac:spMkLst>
            <pc:docMk/>
            <pc:sldMk cId="2592200161" sldId="264"/>
            <ac:spMk id="2" creationId="{8AE1D70E-C040-1542-B36E-7DDF82084F61}"/>
          </ac:spMkLst>
        </pc:spChg>
        <pc:spChg chg="mod">
          <ac:chgData name="Georges MATHIO" userId="1057b68d-d9cf-4cd5-bc4c-3fe68ec33e97" providerId="ADAL" clId="{7AAA15A0-340B-49C7-AFBC-B0ACA4018A2F}" dt="2024-09-26T09:27:15.774" v="271" actId="20577"/>
          <ac:spMkLst>
            <pc:docMk/>
            <pc:sldMk cId="2592200161" sldId="264"/>
            <ac:spMk id="6" creationId="{37E68E50-1F8D-C6EF-3F0A-17CAC14C946D}"/>
          </ac:spMkLst>
        </pc:spChg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235624482" sldId="264"/>
        </pc:sldMkLst>
      </pc:sldChg>
      <pc:sldChg chg="modSp add del mod">
        <pc:chgData name="Georges MATHIO" userId="1057b68d-d9cf-4cd5-bc4c-3fe68ec33e97" providerId="ADAL" clId="{7AAA15A0-340B-49C7-AFBC-B0ACA4018A2F}" dt="2024-09-26T09:20:40.644" v="134" actId="20577"/>
        <pc:sldMkLst>
          <pc:docMk/>
          <pc:sldMk cId="2843119897" sldId="265"/>
        </pc:sldMkLst>
        <pc:spChg chg="mod">
          <ac:chgData name="Georges MATHIO" userId="1057b68d-d9cf-4cd5-bc4c-3fe68ec33e97" providerId="ADAL" clId="{7AAA15A0-340B-49C7-AFBC-B0ACA4018A2F}" dt="2024-09-26T09:20:27.625" v="132"/>
          <ac:spMkLst>
            <pc:docMk/>
            <pc:sldMk cId="2843119897" sldId="265"/>
            <ac:spMk id="19" creationId="{FC05DE6C-0B46-E626-BF36-F3DE11496887}"/>
          </ac:spMkLst>
        </pc:spChg>
        <pc:spChg chg="mod">
          <ac:chgData name="Georges MATHIO" userId="1057b68d-d9cf-4cd5-bc4c-3fe68ec33e97" providerId="ADAL" clId="{7AAA15A0-340B-49C7-AFBC-B0ACA4018A2F}" dt="2024-09-26T09:20:40.644" v="134" actId="20577"/>
          <ac:spMkLst>
            <pc:docMk/>
            <pc:sldMk cId="2843119897" sldId="265"/>
            <ac:spMk id="20" creationId="{364FFAB6-3B2B-94EE-7B53-08EA73C3479C}"/>
          </ac:spMkLst>
        </pc:spChg>
        <pc:spChg chg="mod">
          <ac:chgData name="Georges MATHIO" userId="1057b68d-d9cf-4cd5-bc4c-3fe68ec33e97" providerId="ADAL" clId="{7AAA15A0-340B-49C7-AFBC-B0ACA4018A2F}" dt="2024-09-26T09:20:38.286" v="133" actId="20577"/>
          <ac:spMkLst>
            <pc:docMk/>
            <pc:sldMk cId="2843119897" sldId="265"/>
            <ac:spMk id="21" creationId="{0B1D064C-D614-8D39-D338-FF3DA04CEC49}"/>
          </ac:spMkLst>
        </pc:spChg>
      </pc:sldChg>
      <pc:sldChg chg="add del">
        <pc:chgData name="Georges MATHIO" userId="1057b68d-d9cf-4cd5-bc4c-3fe68ec33e97" providerId="ADAL" clId="{7AAA15A0-340B-49C7-AFBC-B0ACA4018A2F}" dt="2024-09-26T09:20:21.491" v="131"/>
        <pc:sldMkLst>
          <pc:docMk/>
          <pc:sldMk cId="1583129312" sldId="26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284228860" sldId="26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104381753" sldId="267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13480732" sldId="271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284553537" sldId="272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3300471138" sldId="273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4205069961" sldId="274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236964428" sldId="275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244614476" sldId="276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793604676" sldId="277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2511482636" sldId="278"/>
        </pc:sldMkLst>
      </pc:sldChg>
      <pc:sldChg chg="del">
        <pc:chgData name="Georges MATHIO" userId="1057b68d-d9cf-4cd5-bc4c-3fe68ec33e97" providerId="ADAL" clId="{7AAA15A0-340B-49C7-AFBC-B0ACA4018A2F}" dt="2024-09-26T08:46:07.147" v="0" actId="47"/>
        <pc:sldMkLst>
          <pc:docMk/>
          <pc:sldMk cId="1744596131" sldId="280"/>
        </pc:sldMkLst>
      </pc:sldChg>
    </pc:docChg>
  </pc:docChgLst>
  <pc:docChgLst>
    <pc:chgData name="Georges MATHIO" userId="1057b68d-d9cf-4cd5-bc4c-3fe68ec33e97" providerId="ADAL" clId="{424CC4A3-94C0-43E4-A801-8F92997663E9}"/>
    <pc:docChg chg="undo redo custSel addSld delSld modSld modMainMaster">
      <pc:chgData name="Georges MATHIO" userId="1057b68d-d9cf-4cd5-bc4c-3fe68ec33e97" providerId="ADAL" clId="{424CC4A3-94C0-43E4-A801-8F92997663E9}" dt="2024-08-27T07:03:38.654" v="2504" actId="20577"/>
      <pc:docMkLst>
        <pc:docMk/>
      </pc:docMkLst>
      <pc:sldChg chg="modSp mod">
        <pc:chgData name="Georges MATHIO" userId="1057b68d-d9cf-4cd5-bc4c-3fe68ec33e97" providerId="ADAL" clId="{424CC4A3-94C0-43E4-A801-8F92997663E9}" dt="2024-08-23T08:57:08.107" v="241" actId="14100"/>
        <pc:sldMkLst>
          <pc:docMk/>
          <pc:sldMk cId="2526593619" sldId="256"/>
        </pc:sldMkLst>
        <pc:spChg chg="mod">
          <ac:chgData name="Georges MATHIO" userId="1057b68d-d9cf-4cd5-bc4c-3fe68ec33e97" providerId="ADAL" clId="{424CC4A3-94C0-43E4-A801-8F92997663E9}" dt="2024-08-23T08:46:41.980" v="40" actId="20577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424CC4A3-94C0-43E4-A801-8F92997663E9}" dt="2024-08-23T08:57:08.107" v="241" actId="14100"/>
          <ac:spMkLst>
            <pc:docMk/>
            <pc:sldMk cId="2526593619" sldId="256"/>
            <ac:spMk id="3" creationId="{00000000-0000-0000-0000-000000000000}"/>
          </ac:spMkLst>
        </pc:spChg>
      </pc:sldChg>
      <pc:sldChg chg="addSp delSp modSp mod">
        <pc:chgData name="Georges MATHIO" userId="1057b68d-d9cf-4cd5-bc4c-3fe68ec33e97" providerId="ADAL" clId="{424CC4A3-94C0-43E4-A801-8F92997663E9}" dt="2024-08-26T14:55:14.249" v="1701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424CC4A3-94C0-43E4-A801-8F92997663E9}" dt="2024-08-26T13:27:37.973" v="256" actId="20577"/>
          <ac:spMkLst>
            <pc:docMk/>
            <pc:sldMk cId="1554076419" sldId="258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8-26T14:54:46.291" v="1629"/>
          <ac:spMkLst>
            <pc:docMk/>
            <pc:sldMk cId="1554076419" sldId="258"/>
            <ac:spMk id="3" creationId="{28C0A9F3-C74E-8D4C-12C9-FC5B0E07D0F8}"/>
          </ac:spMkLst>
        </pc:spChg>
        <pc:spChg chg="del">
          <ac:chgData name="Georges MATHIO" userId="1057b68d-d9cf-4cd5-bc4c-3fe68ec33e97" providerId="ADAL" clId="{424CC4A3-94C0-43E4-A801-8F92997663E9}" dt="2024-08-23T08:45:57.784" v="1" actId="478"/>
          <ac:spMkLst>
            <pc:docMk/>
            <pc:sldMk cId="1554076419" sldId="258"/>
            <ac:spMk id="4" creationId="{5185E7B7-BF77-8FA5-F450-22EF6CADB3AF}"/>
          </ac:spMkLst>
        </pc:spChg>
        <pc:spChg chg="del">
          <ac:chgData name="Georges MATHIO" userId="1057b68d-d9cf-4cd5-bc4c-3fe68ec33e97" providerId="ADAL" clId="{424CC4A3-94C0-43E4-A801-8F92997663E9}" dt="2024-08-23T08:46:06.806" v="8" actId="478"/>
          <ac:spMkLst>
            <pc:docMk/>
            <pc:sldMk cId="1554076419" sldId="258"/>
            <ac:spMk id="5" creationId="{EBC66D41-2824-5251-9360-B8C227F88DA6}"/>
          </ac:spMkLst>
        </pc:spChg>
        <pc:spChg chg="del">
          <ac:chgData name="Georges MATHIO" userId="1057b68d-d9cf-4cd5-bc4c-3fe68ec33e97" providerId="ADAL" clId="{424CC4A3-94C0-43E4-A801-8F92997663E9}" dt="2024-08-23T08:46:03.881" v="6" actId="478"/>
          <ac:spMkLst>
            <pc:docMk/>
            <pc:sldMk cId="1554076419" sldId="258"/>
            <ac:spMk id="6" creationId="{35FC96DA-A44D-A097-BC28-168510AB2271}"/>
          </ac:spMkLst>
        </pc:spChg>
        <pc:spChg chg="del">
          <ac:chgData name="Georges MATHIO" userId="1057b68d-d9cf-4cd5-bc4c-3fe68ec33e97" providerId="ADAL" clId="{424CC4A3-94C0-43E4-A801-8F92997663E9}" dt="2024-08-23T08:46:05.568" v="7" actId="478"/>
          <ac:spMkLst>
            <pc:docMk/>
            <pc:sldMk cId="1554076419" sldId="258"/>
            <ac:spMk id="7" creationId="{D0A8403C-5777-28EF-83D9-19F6822459A6}"/>
          </ac:spMkLst>
        </pc:spChg>
        <pc:spChg chg="mod">
          <ac:chgData name="Georges MATHIO" userId="1057b68d-d9cf-4cd5-bc4c-3fe68ec33e97" providerId="ADAL" clId="{424CC4A3-94C0-43E4-A801-8F92997663E9}" dt="2024-08-26T14:55:14.249" v="1701" actId="20577"/>
          <ac:spMkLst>
            <pc:docMk/>
            <pc:sldMk cId="1554076419" sldId="258"/>
            <ac:spMk id="8" creationId="{8C1BBF7E-EA70-9FE6-C90F-A1284432D1C6}"/>
          </ac:spMkLst>
        </pc:spChg>
        <pc:spChg chg="del">
          <ac:chgData name="Georges MATHIO" userId="1057b68d-d9cf-4cd5-bc4c-3fe68ec33e97" providerId="ADAL" clId="{424CC4A3-94C0-43E4-A801-8F92997663E9}" dt="2024-08-23T08:46:13.219" v="10" actId="478"/>
          <ac:spMkLst>
            <pc:docMk/>
            <pc:sldMk cId="1554076419" sldId="258"/>
            <ac:spMk id="11" creationId="{3538C984-96B3-4E9A-E4F7-3FC99AFA0885}"/>
          </ac:spMkLst>
        </pc:spChg>
        <pc:spChg chg="del mod">
          <ac:chgData name="Georges MATHIO" userId="1057b68d-d9cf-4cd5-bc4c-3fe68ec33e97" providerId="ADAL" clId="{424CC4A3-94C0-43E4-A801-8F92997663E9}" dt="2024-08-23T08:46:02.352" v="5" actId="478"/>
          <ac:spMkLst>
            <pc:docMk/>
            <pc:sldMk cId="1554076419" sldId="258"/>
            <ac:spMk id="15" creationId="{1685C597-34CB-D272-A180-F815DAC2AE2C}"/>
          </ac:spMkLst>
        </pc:spChg>
        <pc:spChg chg="del">
          <ac:chgData name="Georges MATHIO" userId="1057b68d-d9cf-4cd5-bc4c-3fe68ec33e97" providerId="ADAL" clId="{424CC4A3-94C0-43E4-A801-8F92997663E9}" dt="2024-08-23T08:46:11.891" v="9" actId="478"/>
          <ac:spMkLst>
            <pc:docMk/>
            <pc:sldMk cId="1554076419" sldId="258"/>
            <ac:spMk id="20" creationId="{39F9D3FD-D936-8011-4FE9-236D6D545DC8}"/>
          </ac:spMkLst>
        </pc:spChg>
        <pc:picChg chg="del">
          <ac:chgData name="Georges MATHIO" userId="1057b68d-d9cf-4cd5-bc4c-3fe68ec33e97" providerId="ADAL" clId="{424CC4A3-94C0-43E4-A801-8F92997663E9}" dt="2024-08-23T08:46:00.910" v="3" actId="478"/>
          <ac:picMkLst>
            <pc:docMk/>
            <pc:sldMk cId="1554076419" sldId="258"/>
            <ac:picMk id="14" creationId="{DCF32F33-6E31-C54F-B79D-7B935267ADE7}"/>
          </ac:picMkLst>
        </pc:picChg>
        <pc:picChg chg="del">
          <ac:chgData name="Georges MATHIO" userId="1057b68d-d9cf-4cd5-bc4c-3fe68ec33e97" providerId="ADAL" clId="{424CC4A3-94C0-43E4-A801-8F92997663E9}" dt="2024-08-23T08:45:58.392" v="2" actId="478"/>
          <ac:picMkLst>
            <pc:docMk/>
            <pc:sldMk cId="1554076419" sldId="258"/>
            <ac:picMk id="19" creationId="{532C8E65-911C-75A2-6761-FDED691BB28F}"/>
          </ac:picMkLst>
        </pc:picChg>
      </pc:sldChg>
      <pc:sldChg chg="modSp add mod">
        <pc:chgData name="Georges MATHIO" userId="1057b68d-d9cf-4cd5-bc4c-3fe68ec33e97" providerId="ADAL" clId="{424CC4A3-94C0-43E4-A801-8F92997663E9}" dt="2024-08-26T13:28:11.160" v="288" actId="20577"/>
        <pc:sldMkLst>
          <pc:docMk/>
          <pc:sldMk cId="698645210" sldId="259"/>
        </pc:sldMkLst>
        <pc:spChg chg="mod">
          <ac:chgData name="Georges MATHIO" userId="1057b68d-d9cf-4cd5-bc4c-3fe68ec33e97" providerId="ADAL" clId="{424CC4A3-94C0-43E4-A801-8F92997663E9}" dt="2024-08-26T13:28:11.160" v="288" actId="20577"/>
          <ac:spMkLst>
            <pc:docMk/>
            <pc:sldMk cId="698645210" sldId="259"/>
            <ac:spMk id="2" creationId="{8AE1D70E-C040-1542-B36E-7DDF82084F61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2482283123" sldId="259"/>
        </pc:sldMkLst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19033476" sldId="260"/>
        </pc:sldMkLst>
      </pc:sldChg>
      <pc:sldChg chg="add del">
        <pc:chgData name="Georges MATHIO" userId="1057b68d-d9cf-4cd5-bc4c-3fe68ec33e97" providerId="ADAL" clId="{424CC4A3-94C0-43E4-A801-8F92997663E9}" dt="2024-08-26T13:28:20.346" v="290"/>
        <pc:sldMkLst>
          <pc:docMk/>
          <pc:sldMk cId="1988650519" sldId="260"/>
        </pc:sldMkLst>
      </pc:sldChg>
      <pc:sldChg chg="addSp modSp add mod">
        <pc:chgData name="Georges MATHIO" userId="1057b68d-d9cf-4cd5-bc4c-3fe68ec33e97" providerId="ADAL" clId="{424CC4A3-94C0-43E4-A801-8F92997663E9}" dt="2024-08-26T14:43:27.977" v="1001" actId="404"/>
        <pc:sldMkLst>
          <pc:docMk/>
          <pc:sldMk cId="2019018920" sldId="260"/>
        </pc:sldMkLst>
        <pc:spChg chg="mod">
          <ac:chgData name="Georges MATHIO" userId="1057b68d-d9cf-4cd5-bc4c-3fe68ec33e97" providerId="ADAL" clId="{424CC4A3-94C0-43E4-A801-8F92997663E9}" dt="2024-08-26T13:28:38.706" v="305" actId="20577"/>
          <ac:spMkLst>
            <pc:docMk/>
            <pc:sldMk cId="2019018920" sldId="260"/>
            <ac:spMk id="2" creationId="{8AE1D70E-C040-1542-B36E-7DDF82084F61}"/>
          </ac:spMkLst>
        </pc:spChg>
        <pc:spChg chg="add mod">
          <ac:chgData name="Georges MATHIO" userId="1057b68d-d9cf-4cd5-bc4c-3fe68ec33e97" providerId="ADAL" clId="{424CC4A3-94C0-43E4-A801-8F92997663E9}" dt="2024-08-26T14:43:27.977" v="1001" actId="404"/>
          <ac:spMkLst>
            <pc:docMk/>
            <pc:sldMk cId="2019018920" sldId="260"/>
            <ac:spMk id="4" creationId="{1B592B4A-DDE3-D9B2-8B96-0E6FC72E6FB2}"/>
          </ac:spMkLst>
        </pc:spChg>
        <pc:spChg chg="mod">
          <ac:chgData name="Georges MATHIO" userId="1057b68d-d9cf-4cd5-bc4c-3fe68ec33e97" providerId="ADAL" clId="{424CC4A3-94C0-43E4-A801-8F92997663E9}" dt="2024-08-26T13:47:33.411" v="513" actId="20577"/>
          <ac:spMkLst>
            <pc:docMk/>
            <pc:sldMk cId="2019018920" sldId="260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018468898" sldId="261"/>
        </pc:sldMkLst>
      </pc:sldChg>
      <pc:sldChg chg="modSp add mod">
        <pc:chgData name="Georges MATHIO" userId="1057b68d-d9cf-4cd5-bc4c-3fe68ec33e97" providerId="ADAL" clId="{424CC4A3-94C0-43E4-A801-8F92997663E9}" dt="2024-08-26T14:45:53.593" v="1249" actId="20577"/>
        <pc:sldMkLst>
          <pc:docMk/>
          <pc:sldMk cId="4161449416" sldId="261"/>
        </pc:sldMkLst>
        <pc:spChg chg="mod">
          <ac:chgData name="Georges MATHIO" userId="1057b68d-d9cf-4cd5-bc4c-3fe68ec33e97" providerId="ADAL" clId="{424CC4A3-94C0-43E4-A801-8F92997663E9}" dt="2024-08-26T13:48:18.155" v="552" actId="14100"/>
          <ac:spMkLst>
            <pc:docMk/>
            <pc:sldMk cId="4161449416" sldId="261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43:20.246" v="1000" actId="404"/>
          <ac:spMkLst>
            <pc:docMk/>
            <pc:sldMk cId="4161449416" sldId="261"/>
            <ac:spMk id="4" creationId="{1B592B4A-DDE3-D9B2-8B96-0E6FC72E6FB2}"/>
          </ac:spMkLst>
        </pc:spChg>
        <pc:spChg chg="mod">
          <ac:chgData name="Georges MATHIO" userId="1057b68d-d9cf-4cd5-bc4c-3fe68ec33e97" providerId="ADAL" clId="{424CC4A3-94C0-43E4-A801-8F92997663E9}" dt="2024-08-26T14:45:53.593" v="1249" actId="20577"/>
          <ac:spMkLst>
            <pc:docMk/>
            <pc:sldMk cId="4161449416" sldId="261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40622423" sldId="262"/>
        </pc:sldMkLst>
      </pc:sldChg>
      <pc:sldChg chg="modSp add mod">
        <pc:chgData name="Georges MATHIO" userId="1057b68d-d9cf-4cd5-bc4c-3fe68ec33e97" providerId="ADAL" clId="{424CC4A3-94C0-43E4-A801-8F92997663E9}" dt="2024-08-26T14:49:38.158" v="1525" actId="20577"/>
        <pc:sldMkLst>
          <pc:docMk/>
          <pc:sldMk cId="3587356529" sldId="262"/>
        </pc:sldMkLst>
        <pc:spChg chg="mod">
          <ac:chgData name="Georges MATHIO" userId="1057b68d-d9cf-4cd5-bc4c-3fe68ec33e97" providerId="ADAL" clId="{424CC4A3-94C0-43E4-A801-8F92997663E9}" dt="2024-08-26T14:46:57.592" v="1300" actId="20577"/>
          <ac:spMkLst>
            <pc:docMk/>
            <pc:sldMk cId="3587356529" sldId="262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49:38.158" v="1525" actId="20577"/>
          <ac:spMkLst>
            <pc:docMk/>
            <pc:sldMk cId="3587356529" sldId="262"/>
            <ac:spMk id="8" creationId="{8C1BBF7E-EA70-9FE6-C90F-A1284432D1C6}"/>
          </ac:spMkLst>
        </pc:spChg>
      </pc:sldChg>
      <pc:sldChg chg="modSp add mod">
        <pc:chgData name="Georges MATHIO" userId="1057b68d-d9cf-4cd5-bc4c-3fe68ec33e97" providerId="ADAL" clId="{424CC4A3-94C0-43E4-A801-8F92997663E9}" dt="2024-08-26T14:57:04.050" v="1875" actId="20577"/>
        <pc:sldMkLst>
          <pc:docMk/>
          <pc:sldMk cId="631768457" sldId="263"/>
        </pc:sldMkLst>
        <pc:spChg chg="mod">
          <ac:chgData name="Georges MATHIO" userId="1057b68d-d9cf-4cd5-bc4c-3fe68ec33e97" providerId="ADAL" clId="{424CC4A3-94C0-43E4-A801-8F92997663E9}" dt="2024-08-26T14:53:57.023" v="1552" actId="20577"/>
          <ac:spMkLst>
            <pc:docMk/>
            <pc:sldMk cId="631768457" sldId="263"/>
            <ac:spMk id="2" creationId="{8AE1D70E-C040-1542-B36E-7DDF82084F61}"/>
          </ac:spMkLst>
        </pc:spChg>
        <pc:spChg chg="mod">
          <ac:chgData name="Georges MATHIO" userId="1057b68d-d9cf-4cd5-bc4c-3fe68ec33e97" providerId="ADAL" clId="{424CC4A3-94C0-43E4-A801-8F92997663E9}" dt="2024-08-26T14:57:04.050" v="1875" actId="20577"/>
          <ac:spMkLst>
            <pc:docMk/>
            <pc:sldMk cId="631768457" sldId="263"/>
            <ac:spMk id="8" creationId="{8C1BBF7E-EA70-9FE6-C90F-A1284432D1C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55700223" sldId="263"/>
        </pc:sldMkLst>
      </pc:sldChg>
      <pc:sldChg chg="modSp new mod">
        <pc:chgData name="Georges MATHIO" userId="1057b68d-d9cf-4cd5-bc4c-3fe68ec33e97" providerId="ADAL" clId="{424CC4A3-94C0-43E4-A801-8F92997663E9}" dt="2024-08-26T15:03:26.142" v="1990" actId="20577"/>
        <pc:sldMkLst>
          <pc:docMk/>
          <pc:sldMk cId="3585669407" sldId="264"/>
        </pc:sldMkLst>
        <pc:spChg chg="mod">
          <ac:chgData name="Georges MATHIO" userId="1057b68d-d9cf-4cd5-bc4c-3fe68ec33e97" providerId="ADAL" clId="{424CC4A3-94C0-43E4-A801-8F92997663E9}" dt="2024-08-26T15:02:42.067" v="1900" actId="20577"/>
          <ac:spMkLst>
            <pc:docMk/>
            <pc:sldMk cId="3585669407" sldId="264"/>
            <ac:spMk id="2" creationId="{4B9CE9B4-22C2-D0D1-22E3-996C300FC99A}"/>
          </ac:spMkLst>
        </pc:spChg>
        <pc:spChg chg="mod">
          <ac:chgData name="Georges MATHIO" userId="1057b68d-d9cf-4cd5-bc4c-3fe68ec33e97" providerId="ADAL" clId="{424CC4A3-94C0-43E4-A801-8F92997663E9}" dt="2024-08-26T15:03:26.142" v="1990" actId="20577"/>
          <ac:spMkLst>
            <pc:docMk/>
            <pc:sldMk cId="3585669407" sldId="264"/>
            <ac:spMk id="3" creationId="{562509FB-3375-6A4D-FF92-5EB987E5EE04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4167943880" sldId="264"/>
        </pc:sldMkLst>
      </pc:sldChg>
      <pc:sldChg chg="modSp add mod">
        <pc:chgData name="Georges MATHIO" userId="1057b68d-d9cf-4cd5-bc4c-3fe68ec33e97" providerId="ADAL" clId="{424CC4A3-94C0-43E4-A801-8F92997663E9}" dt="2024-08-26T15:11:40.995" v="2295" actId="5793"/>
        <pc:sldMkLst>
          <pc:docMk/>
          <pc:sldMk cId="2440634833" sldId="265"/>
        </pc:sldMkLst>
        <pc:spChg chg="mod">
          <ac:chgData name="Georges MATHIO" userId="1057b68d-d9cf-4cd5-bc4c-3fe68ec33e97" providerId="ADAL" clId="{424CC4A3-94C0-43E4-A801-8F92997663E9}" dt="2024-08-26T15:03:48.845" v="2009" actId="20577"/>
          <ac:spMkLst>
            <pc:docMk/>
            <pc:sldMk cId="2440634833" sldId="265"/>
            <ac:spMk id="2" creationId="{4B9CE9B4-22C2-D0D1-22E3-996C300FC99A}"/>
          </ac:spMkLst>
        </pc:spChg>
        <pc:spChg chg="mod">
          <ac:chgData name="Georges MATHIO" userId="1057b68d-d9cf-4cd5-bc4c-3fe68ec33e97" providerId="ADAL" clId="{424CC4A3-94C0-43E4-A801-8F92997663E9}" dt="2024-08-26T15:11:40.995" v="2295" actId="5793"/>
          <ac:spMkLst>
            <pc:docMk/>
            <pc:sldMk cId="2440634833" sldId="265"/>
            <ac:spMk id="3" creationId="{562509FB-3375-6A4D-FF92-5EB987E5EE04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3870140485" sldId="265"/>
        </pc:sldMkLst>
      </pc:sldChg>
      <pc:sldChg chg="modSp new mod">
        <pc:chgData name="Georges MATHIO" userId="1057b68d-d9cf-4cd5-bc4c-3fe68ec33e97" providerId="ADAL" clId="{424CC4A3-94C0-43E4-A801-8F92997663E9}" dt="2024-08-26T15:12:55.657" v="2414" actId="20577"/>
        <pc:sldMkLst>
          <pc:docMk/>
          <pc:sldMk cId="1447089258" sldId="266"/>
        </pc:sldMkLst>
        <pc:spChg chg="mod">
          <ac:chgData name="Georges MATHIO" userId="1057b68d-d9cf-4cd5-bc4c-3fe68ec33e97" providerId="ADAL" clId="{424CC4A3-94C0-43E4-A801-8F92997663E9}" dt="2024-08-26T15:11:55.873" v="2319" actId="20577"/>
          <ac:spMkLst>
            <pc:docMk/>
            <pc:sldMk cId="1447089258" sldId="266"/>
            <ac:spMk id="2" creationId="{682D4D2C-FCC1-E2D0-433D-C04CA78A746B}"/>
          </ac:spMkLst>
        </pc:spChg>
        <pc:spChg chg="mod">
          <ac:chgData name="Georges MATHIO" userId="1057b68d-d9cf-4cd5-bc4c-3fe68ec33e97" providerId="ADAL" clId="{424CC4A3-94C0-43E4-A801-8F92997663E9}" dt="2024-08-26T15:12:55.657" v="2414" actId="20577"/>
          <ac:spMkLst>
            <pc:docMk/>
            <pc:sldMk cId="1447089258" sldId="266"/>
            <ac:spMk id="3" creationId="{5545E4FC-79EF-1577-7D6D-21CFB5111596}"/>
          </ac:spMkLst>
        </pc:spChg>
      </pc:sldChg>
      <pc:sldChg chg="del">
        <pc:chgData name="Georges MATHIO" userId="1057b68d-d9cf-4cd5-bc4c-3fe68ec33e97" providerId="ADAL" clId="{424CC4A3-94C0-43E4-A801-8F92997663E9}" dt="2024-08-23T08:45:55.536" v="0" actId="47"/>
        <pc:sldMkLst>
          <pc:docMk/>
          <pc:sldMk cId="1487403360" sldId="266"/>
        </pc:sldMkLst>
      </pc:sldChg>
      <pc:sldChg chg="modSp new mod">
        <pc:chgData name="Georges MATHIO" userId="1057b68d-d9cf-4cd5-bc4c-3fe68ec33e97" providerId="ADAL" clId="{424CC4A3-94C0-43E4-A801-8F92997663E9}" dt="2024-08-27T07:03:38.654" v="2504" actId="20577"/>
        <pc:sldMkLst>
          <pc:docMk/>
          <pc:sldMk cId="3988114519" sldId="267"/>
        </pc:sldMkLst>
        <pc:spChg chg="mod">
          <ac:chgData name="Georges MATHIO" userId="1057b68d-d9cf-4cd5-bc4c-3fe68ec33e97" providerId="ADAL" clId="{424CC4A3-94C0-43E4-A801-8F92997663E9}" dt="2024-08-26T15:13:46.344" v="2494" actId="20577"/>
          <ac:spMkLst>
            <pc:docMk/>
            <pc:sldMk cId="3988114519" sldId="267"/>
            <ac:spMk id="2" creationId="{B51FBBAB-DC1E-B2C0-C211-2F7122862320}"/>
          </ac:spMkLst>
        </pc:spChg>
        <pc:spChg chg="mod">
          <ac:chgData name="Georges MATHIO" userId="1057b68d-d9cf-4cd5-bc4c-3fe68ec33e97" providerId="ADAL" clId="{424CC4A3-94C0-43E4-A801-8F92997663E9}" dt="2024-08-27T07:03:38.654" v="2504" actId="20577"/>
          <ac:spMkLst>
            <pc:docMk/>
            <pc:sldMk cId="3988114519" sldId="267"/>
            <ac:spMk id="3" creationId="{EE484CE1-CF8F-90DE-E23F-C3FC92DA6BE9}"/>
          </ac:spMkLst>
        </pc:spChg>
      </pc:sldChg>
      <pc:sldMasterChg chg="addSp delSp modSp mod modSldLayout">
        <pc:chgData name="Georges MATHIO" userId="1057b68d-d9cf-4cd5-bc4c-3fe68ec33e97" providerId="ADAL" clId="{424CC4A3-94C0-43E4-A801-8F92997663E9}" dt="2024-08-23T08:56:45.269" v="239"/>
        <pc:sldMasterMkLst>
          <pc:docMk/>
          <pc:sldMasterMk cId="0" sldId="2147483648"/>
        </pc:sldMasterMkLst>
        <pc:spChg chg="mod">
          <ac:chgData name="Georges MATHIO" userId="1057b68d-d9cf-4cd5-bc4c-3fe68ec33e97" providerId="ADAL" clId="{424CC4A3-94C0-43E4-A801-8F92997663E9}" dt="2024-08-23T08:48:36.644" v="89" actId="14100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Georges MATHIO" userId="1057b68d-d9cf-4cd5-bc4c-3fe68ec33e97" providerId="ADAL" clId="{424CC4A3-94C0-43E4-A801-8F92997663E9}" dt="2024-08-23T08:52:49.362" v="111" actId="242"/>
          <ac:spMkLst>
            <pc:docMk/>
            <pc:sldMasterMk cId="0" sldId="2147483648"/>
            <ac:spMk id="3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4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5" creationId="{00000000-0000-0000-0000-000000000000}"/>
          </ac:spMkLst>
        </pc:spChg>
        <pc:spChg chg="add del">
          <ac:chgData name="Georges MATHIO" userId="1057b68d-d9cf-4cd5-bc4c-3fe68ec33e97" providerId="ADAL" clId="{424CC4A3-94C0-43E4-A801-8F92997663E9}" dt="2024-08-23T08:56:33.388" v="233" actId="478"/>
          <ac:spMkLst>
            <pc:docMk/>
            <pc:sldMasterMk cId="0" sldId="2147483648"/>
            <ac:spMk id="6" creationId="{00000000-0000-0000-0000-000000000000}"/>
          </ac:spMkLst>
        </pc:spChg>
        <pc:picChg chg="add del mod">
          <ac:chgData name="Georges MATHIO" userId="1057b68d-d9cf-4cd5-bc4c-3fe68ec33e97" providerId="ADAL" clId="{424CC4A3-94C0-43E4-A801-8F92997663E9}" dt="2024-08-23T08:53:53.387" v="168" actId="478"/>
          <ac:picMkLst>
            <pc:docMk/>
            <pc:sldMasterMk cId="0" sldId="2147483648"/>
            <ac:picMk id="8" creationId="{0F51C33F-AA97-9554-C008-370ACF36E71F}"/>
          </ac:picMkLst>
        </pc:picChg>
        <pc:picChg chg="add del mod">
          <ac:chgData name="Georges MATHIO" userId="1057b68d-d9cf-4cd5-bc4c-3fe68ec33e97" providerId="ADAL" clId="{424CC4A3-94C0-43E4-A801-8F92997663E9}" dt="2024-08-23T08:53:52.669" v="167" actId="478"/>
          <ac:picMkLst>
            <pc:docMk/>
            <pc:sldMasterMk cId="0" sldId="2147483648"/>
            <ac:picMk id="10" creationId="{E064BDF9-A4F4-E395-C863-B08AC5761598}"/>
          </ac:picMkLst>
        </pc:picChg>
        <pc:picChg chg="add del mod">
          <ac:chgData name="Georges MATHIO" userId="1057b68d-d9cf-4cd5-bc4c-3fe68ec33e97" providerId="ADAL" clId="{424CC4A3-94C0-43E4-A801-8F92997663E9}" dt="2024-08-23T08:53:54.062" v="169" actId="478"/>
          <ac:picMkLst>
            <pc:docMk/>
            <pc:sldMasterMk cId="0" sldId="2147483648"/>
            <ac:picMk id="11" creationId="{154E8207-70F1-A47D-4832-0363BB96D820}"/>
          </ac:picMkLst>
        </pc:picChg>
        <pc:picChg chg="add del mod">
          <ac:chgData name="Georges MATHIO" userId="1057b68d-d9cf-4cd5-bc4c-3fe68ec33e97" providerId="ADAL" clId="{424CC4A3-94C0-43E4-A801-8F92997663E9}" dt="2024-08-23T08:54:00.618" v="185" actId="478"/>
          <ac:picMkLst>
            <pc:docMk/>
            <pc:sldMasterMk cId="0" sldId="2147483648"/>
            <ac:picMk id="12" creationId="{6BEE9CDA-72BD-2F9C-5B70-1E0E9D709902}"/>
          </ac:picMkLst>
        </pc:picChg>
        <pc:picChg chg="add del mod">
          <ac:chgData name="Georges MATHIO" userId="1057b68d-d9cf-4cd5-bc4c-3fe68ec33e97" providerId="ADAL" clId="{424CC4A3-94C0-43E4-A801-8F92997663E9}" dt="2024-08-23T08:54:00.367" v="184" actId="478"/>
          <ac:picMkLst>
            <pc:docMk/>
            <pc:sldMasterMk cId="0" sldId="2147483648"/>
            <ac:picMk id="13" creationId="{C4F116F8-1C5F-2478-CF28-0D3810A2C0BF}"/>
          </ac:picMkLst>
        </pc:picChg>
        <pc:picChg chg="add del mod">
          <ac:chgData name="Georges MATHIO" userId="1057b68d-d9cf-4cd5-bc4c-3fe68ec33e97" providerId="ADAL" clId="{424CC4A3-94C0-43E4-A801-8F92997663E9}" dt="2024-08-23T08:54:00.115" v="183" actId="478"/>
          <ac:picMkLst>
            <pc:docMk/>
            <pc:sldMasterMk cId="0" sldId="2147483648"/>
            <ac:picMk id="14" creationId="{3B315E94-0EE6-264A-0C80-15892819303C}"/>
          </ac:picMkLst>
        </pc:picChg>
        <pc:picChg chg="add del mod">
          <ac:chgData name="Georges MATHIO" userId="1057b68d-d9cf-4cd5-bc4c-3fe68ec33e97" providerId="ADAL" clId="{424CC4A3-94C0-43E4-A801-8F92997663E9}" dt="2024-08-23T08:53:59.872" v="182" actId="478"/>
          <ac:picMkLst>
            <pc:docMk/>
            <pc:sldMasterMk cId="0" sldId="2147483648"/>
            <ac:picMk id="15" creationId="{C7BE079D-D6E8-D758-B4D8-609C8926028F}"/>
          </ac:picMkLst>
        </pc:picChg>
        <pc:picChg chg="add del mod">
          <ac:chgData name="Georges MATHIO" userId="1057b68d-d9cf-4cd5-bc4c-3fe68ec33e97" providerId="ADAL" clId="{424CC4A3-94C0-43E4-A801-8F92997663E9}" dt="2024-08-23T08:53:59.620" v="181" actId="478"/>
          <ac:picMkLst>
            <pc:docMk/>
            <pc:sldMasterMk cId="0" sldId="2147483648"/>
            <ac:picMk id="16" creationId="{9D10609D-E47A-E211-4A44-1BD9C19420F3}"/>
          </ac:picMkLst>
        </pc:picChg>
        <pc:picChg chg="add del mod">
          <ac:chgData name="Georges MATHIO" userId="1057b68d-d9cf-4cd5-bc4c-3fe68ec33e97" providerId="ADAL" clId="{424CC4A3-94C0-43E4-A801-8F92997663E9}" dt="2024-08-23T08:53:59.361" v="180" actId="478"/>
          <ac:picMkLst>
            <pc:docMk/>
            <pc:sldMasterMk cId="0" sldId="2147483648"/>
            <ac:picMk id="17" creationId="{9848AACD-3448-AA2C-D3B6-D19CD662C1C5}"/>
          </ac:picMkLst>
        </pc:picChg>
        <pc:picChg chg="add del mod">
          <ac:chgData name="Georges MATHIO" userId="1057b68d-d9cf-4cd5-bc4c-3fe68ec33e97" providerId="ADAL" clId="{424CC4A3-94C0-43E4-A801-8F92997663E9}" dt="2024-08-23T08:53:59.086" v="179" actId="478"/>
          <ac:picMkLst>
            <pc:docMk/>
            <pc:sldMasterMk cId="0" sldId="2147483648"/>
            <ac:picMk id="18" creationId="{CD9274E4-FE25-816F-EF9C-8F159E4B7A06}"/>
          </ac:picMkLst>
        </pc:picChg>
        <pc:picChg chg="add del mod">
          <ac:chgData name="Georges MATHIO" userId="1057b68d-d9cf-4cd5-bc4c-3fe68ec33e97" providerId="ADAL" clId="{424CC4A3-94C0-43E4-A801-8F92997663E9}" dt="2024-08-23T08:53:58.811" v="178" actId="478"/>
          <ac:picMkLst>
            <pc:docMk/>
            <pc:sldMasterMk cId="0" sldId="2147483648"/>
            <ac:picMk id="19" creationId="{211322F9-76E5-3C52-5BBB-06779E1281BA}"/>
          </ac:picMkLst>
        </pc:picChg>
        <pc:picChg chg="add del mod">
          <ac:chgData name="Georges MATHIO" userId="1057b68d-d9cf-4cd5-bc4c-3fe68ec33e97" providerId="ADAL" clId="{424CC4A3-94C0-43E4-A801-8F92997663E9}" dt="2024-08-23T08:53:58.565" v="177" actId="478"/>
          <ac:picMkLst>
            <pc:docMk/>
            <pc:sldMasterMk cId="0" sldId="2147483648"/>
            <ac:picMk id="20" creationId="{67FBDBD6-A2EE-714F-E67B-EBB279EAAB6B}"/>
          </ac:picMkLst>
        </pc:picChg>
        <pc:picChg chg="add del mod">
          <ac:chgData name="Georges MATHIO" userId="1057b68d-d9cf-4cd5-bc4c-3fe68ec33e97" providerId="ADAL" clId="{424CC4A3-94C0-43E4-A801-8F92997663E9}" dt="2024-08-23T08:53:58.270" v="176" actId="478"/>
          <ac:picMkLst>
            <pc:docMk/>
            <pc:sldMasterMk cId="0" sldId="2147483648"/>
            <ac:picMk id="21" creationId="{42AD6290-1316-6813-34FF-E1C9D9077900}"/>
          </ac:picMkLst>
        </pc:picChg>
        <pc:picChg chg="add del mod">
          <ac:chgData name="Georges MATHIO" userId="1057b68d-d9cf-4cd5-bc4c-3fe68ec33e97" providerId="ADAL" clId="{424CC4A3-94C0-43E4-A801-8F92997663E9}" dt="2024-08-23T08:53:58.040" v="175" actId="478"/>
          <ac:picMkLst>
            <pc:docMk/>
            <pc:sldMasterMk cId="0" sldId="2147483648"/>
            <ac:picMk id="22" creationId="{5A50F741-28CB-9C4D-B5EB-773CFF34A906}"/>
          </ac:picMkLst>
        </pc:picChg>
        <pc:picChg chg="add del mod">
          <ac:chgData name="Georges MATHIO" userId="1057b68d-d9cf-4cd5-bc4c-3fe68ec33e97" providerId="ADAL" clId="{424CC4A3-94C0-43E4-A801-8F92997663E9}" dt="2024-08-23T08:53:55.122" v="170" actId="478"/>
          <ac:picMkLst>
            <pc:docMk/>
            <pc:sldMasterMk cId="0" sldId="2147483648"/>
            <ac:picMk id="23" creationId="{46561F19-5383-6157-7D81-19F51E506E53}"/>
          </ac:picMkLst>
        </pc:picChg>
        <pc:picChg chg="add del mod">
          <ac:chgData name="Georges MATHIO" userId="1057b68d-d9cf-4cd5-bc4c-3fe68ec33e97" providerId="ADAL" clId="{424CC4A3-94C0-43E4-A801-8F92997663E9}" dt="2024-08-23T08:53:57.732" v="174" actId="478"/>
          <ac:picMkLst>
            <pc:docMk/>
            <pc:sldMasterMk cId="0" sldId="2147483648"/>
            <ac:picMk id="24" creationId="{CB54F99D-DB95-38D6-F8D7-D3BB9F681E53}"/>
          </ac:picMkLst>
        </pc:picChg>
        <pc:picChg chg="add del mod">
          <ac:chgData name="Georges MATHIO" userId="1057b68d-d9cf-4cd5-bc4c-3fe68ec33e97" providerId="ADAL" clId="{424CC4A3-94C0-43E4-A801-8F92997663E9}" dt="2024-08-23T08:53:57.446" v="173" actId="478"/>
          <ac:picMkLst>
            <pc:docMk/>
            <pc:sldMasterMk cId="0" sldId="2147483648"/>
            <ac:picMk id="25" creationId="{09D11005-3436-9F92-91A1-159495BD09EA}"/>
          </ac:picMkLst>
        </pc:picChg>
        <pc:picChg chg="add del mod">
          <ac:chgData name="Georges MATHIO" userId="1057b68d-d9cf-4cd5-bc4c-3fe68ec33e97" providerId="ADAL" clId="{424CC4A3-94C0-43E4-A801-8F92997663E9}" dt="2024-08-23T08:53:57.076" v="172" actId="478"/>
          <ac:picMkLst>
            <pc:docMk/>
            <pc:sldMasterMk cId="0" sldId="2147483648"/>
            <ac:picMk id="26" creationId="{026A7858-07DF-3C22-305B-D9020CC4D0D0}"/>
          </ac:picMkLst>
        </pc:picChg>
        <pc:picChg chg="add del mod">
          <ac:chgData name="Georges MATHIO" userId="1057b68d-d9cf-4cd5-bc4c-3fe68ec33e97" providerId="ADAL" clId="{424CC4A3-94C0-43E4-A801-8F92997663E9}" dt="2024-08-23T08:53:56.606" v="171" actId="478"/>
          <ac:picMkLst>
            <pc:docMk/>
            <pc:sldMasterMk cId="0" sldId="2147483648"/>
            <ac:picMk id="27" creationId="{67E9D7AA-9F28-70C0-63EF-6A7FA42295F3}"/>
          </ac:picMkLst>
        </pc:picChg>
        <pc:picChg chg="add del mod">
          <ac:chgData name="Georges MATHIO" userId="1057b68d-d9cf-4cd5-bc4c-3fe68ec33e97" providerId="ADAL" clId="{424CC4A3-94C0-43E4-A801-8F92997663E9}" dt="2024-08-23T08:54:07.272" v="201" actId="478"/>
          <ac:picMkLst>
            <pc:docMk/>
            <pc:sldMasterMk cId="0" sldId="2147483648"/>
            <ac:picMk id="28" creationId="{B67C7EC4-0E3D-EE58-E079-688E10495508}"/>
          </ac:picMkLst>
        </pc:picChg>
        <pc:picChg chg="add del mod">
          <ac:chgData name="Georges MATHIO" userId="1057b68d-d9cf-4cd5-bc4c-3fe68ec33e97" providerId="ADAL" clId="{424CC4A3-94C0-43E4-A801-8F92997663E9}" dt="2024-08-23T08:54:06.979" v="200" actId="478"/>
          <ac:picMkLst>
            <pc:docMk/>
            <pc:sldMasterMk cId="0" sldId="2147483648"/>
            <ac:picMk id="29" creationId="{5F051A44-0031-11D9-3A39-7C72B34CDFF0}"/>
          </ac:picMkLst>
        </pc:picChg>
        <pc:picChg chg="add del mod">
          <ac:chgData name="Georges MATHIO" userId="1057b68d-d9cf-4cd5-bc4c-3fe68ec33e97" providerId="ADAL" clId="{424CC4A3-94C0-43E4-A801-8F92997663E9}" dt="2024-08-23T08:54:06.732" v="199" actId="478"/>
          <ac:picMkLst>
            <pc:docMk/>
            <pc:sldMasterMk cId="0" sldId="2147483648"/>
            <ac:picMk id="30" creationId="{4283C224-2784-07AD-3A22-F367ED1D6D28}"/>
          </ac:picMkLst>
        </pc:picChg>
        <pc:picChg chg="add del mod">
          <ac:chgData name="Georges MATHIO" userId="1057b68d-d9cf-4cd5-bc4c-3fe68ec33e97" providerId="ADAL" clId="{424CC4A3-94C0-43E4-A801-8F92997663E9}" dt="2024-08-23T08:54:06.461" v="198" actId="478"/>
          <ac:picMkLst>
            <pc:docMk/>
            <pc:sldMasterMk cId="0" sldId="2147483648"/>
            <ac:picMk id="31" creationId="{274C6931-467F-A9B2-C382-BF8027150F50}"/>
          </ac:picMkLst>
        </pc:picChg>
        <pc:picChg chg="add del mod">
          <ac:chgData name="Georges MATHIO" userId="1057b68d-d9cf-4cd5-bc4c-3fe68ec33e97" providerId="ADAL" clId="{424CC4A3-94C0-43E4-A801-8F92997663E9}" dt="2024-08-23T08:54:06.190" v="197" actId="478"/>
          <ac:picMkLst>
            <pc:docMk/>
            <pc:sldMasterMk cId="0" sldId="2147483648"/>
            <ac:picMk id="32" creationId="{94EA0710-D4C3-1277-8988-5F65B803C00F}"/>
          </ac:picMkLst>
        </pc:picChg>
        <pc:picChg chg="add del mod">
          <ac:chgData name="Georges MATHIO" userId="1057b68d-d9cf-4cd5-bc4c-3fe68ec33e97" providerId="ADAL" clId="{424CC4A3-94C0-43E4-A801-8F92997663E9}" dt="2024-08-23T08:54:05.919" v="196" actId="478"/>
          <ac:picMkLst>
            <pc:docMk/>
            <pc:sldMasterMk cId="0" sldId="2147483648"/>
            <ac:picMk id="33" creationId="{6CA6952E-BA27-529B-B34B-0EF9917416B8}"/>
          </ac:picMkLst>
        </pc:picChg>
        <pc:picChg chg="add del mod">
          <ac:chgData name="Georges MATHIO" userId="1057b68d-d9cf-4cd5-bc4c-3fe68ec33e97" providerId="ADAL" clId="{424CC4A3-94C0-43E4-A801-8F92997663E9}" dt="2024-08-23T08:54:05.648" v="195" actId="478"/>
          <ac:picMkLst>
            <pc:docMk/>
            <pc:sldMasterMk cId="0" sldId="2147483648"/>
            <ac:picMk id="34" creationId="{88F17029-6F81-AAD7-06B7-664D92F0F2CE}"/>
          </ac:picMkLst>
        </pc:picChg>
        <pc:picChg chg="add del mod">
          <ac:chgData name="Georges MATHIO" userId="1057b68d-d9cf-4cd5-bc4c-3fe68ec33e97" providerId="ADAL" clId="{424CC4A3-94C0-43E4-A801-8F92997663E9}" dt="2024-08-23T08:54:05.358" v="194" actId="478"/>
          <ac:picMkLst>
            <pc:docMk/>
            <pc:sldMasterMk cId="0" sldId="2147483648"/>
            <ac:picMk id="35" creationId="{1E1B1913-FF9A-4DA3-A5E0-7F8C663045C5}"/>
          </ac:picMkLst>
        </pc:picChg>
        <pc:picChg chg="add del mod">
          <ac:chgData name="Georges MATHIO" userId="1057b68d-d9cf-4cd5-bc4c-3fe68ec33e97" providerId="ADAL" clId="{424CC4A3-94C0-43E4-A801-8F92997663E9}" dt="2024-08-23T08:54:04.977" v="193" actId="478"/>
          <ac:picMkLst>
            <pc:docMk/>
            <pc:sldMasterMk cId="0" sldId="2147483648"/>
            <ac:picMk id="36" creationId="{2ED2B59A-2077-4BC7-11E2-4C338F5FC8FA}"/>
          </ac:picMkLst>
        </pc:picChg>
        <pc:picChg chg="add del mod">
          <ac:chgData name="Georges MATHIO" userId="1057b68d-d9cf-4cd5-bc4c-3fe68ec33e97" providerId="ADAL" clId="{424CC4A3-94C0-43E4-A801-8F92997663E9}" dt="2024-08-23T08:54:04.164" v="192" actId="478"/>
          <ac:picMkLst>
            <pc:docMk/>
            <pc:sldMasterMk cId="0" sldId="2147483648"/>
            <ac:picMk id="37" creationId="{0E98A1CE-E44A-861C-A80C-F29DBC0824D3}"/>
          </ac:picMkLst>
        </pc:picChg>
        <pc:picChg chg="add del mod">
          <ac:chgData name="Georges MATHIO" userId="1057b68d-d9cf-4cd5-bc4c-3fe68ec33e97" providerId="ADAL" clId="{424CC4A3-94C0-43E4-A801-8F92997663E9}" dt="2024-08-23T08:54:03.828" v="191" actId="478"/>
          <ac:picMkLst>
            <pc:docMk/>
            <pc:sldMasterMk cId="0" sldId="2147483648"/>
            <ac:picMk id="38" creationId="{3CD13574-17EE-A682-2644-0972E83B1515}"/>
          </ac:picMkLst>
        </pc:picChg>
        <pc:picChg chg="add del mod">
          <ac:chgData name="Georges MATHIO" userId="1057b68d-d9cf-4cd5-bc4c-3fe68ec33e97" providerId="ADAL" clId="{424CC4A3-94C0-43E4-A801-8F92997663E9}" dt="2024-08-23T08:54:03.580" v="190" actId="478"/>
          <ac:picMkLst>
            <pc:docMk/>
            <pc:sldMasterMk cId="0" sldId="2147483648"/>
            <ac:picMk id="39" creationId="{7CAABB4E-3A63-6357-C264-2473528BF185}"/>
          </ac:picMkLst>
        </pc:picChg>
        <pc:picChg chg="add del mod">
          <ac:chgData name="Georges MATHIO" userId="1057b68d-d9cf-4cd5-bc4c-3fe68ec33e97" providerId="ADAL" clId="{424CC4A3-94C0-43E4-A801-8F92997663E9}" dt="2024-08-23T08:54:03.332" v="189" actId="478"/>
          <ac:picMkLst>
            <pc:docMk/>
            <pc:sldMasterMk cId="0" sldId="2147483648"/>
            <ac:picMk id="40" creationId="{07ACCEDF-F56D-1F67-B1E4-83ED2BAADE31}"/>
          </ac:picMkLst>
        </pc:picChg>
        <pc:picChg chg="add del mod">
          <ac:chgData name="Georges MATHIO" userId="1057b68d-d9cf-4cd5-bc4c-3fe68ec33e97" providerId="ADAL" clId="{424CC4A3-94C0-43E4-A801-8F92997663E9}" dt="2024-08-23T08:54:03.089" v="188" actId="478"/>
          <ac:picMkLst>
            <pc:docMk/>
            <pc:sldMasterMk cId="0" sldId="2147483648"/>
            <ac:picMk id="41" creationId="{3D50217C-35C2-8309-4957-0EACABFD3767}"/>
          </ac:picMkLst>
        </pc:picChg>
        <pc:picChg chg="add del mod">
          <ac:chgData name="Georges MATHIO" userId="1057b68d-d9cf-4cd5-bc4c-3fe68ec33e97" providerId="ADAL" clId="{424CC4A3-94C0-43E4-A801-8F92997663E9}" dt="2024-08-23T08:54:02.837" v="187" actId="478"/>
          <ac:picMkLst>
            <pc:docMk/>
            <pc:sldMasterMk cId="0" sldId="2147483648"/>
            <ac:picMk id="42" creationId="{AAE4F9C7-009E-C5B0-C595-F669719749D3}"/>
          </ac:picMkLst>
        </pc:picChg>
        <pc:picChg chg="add del mod">
          <ac:chgData name="Georges MATHIO" userId="1057b68d-d9cf-4cd5-bc4c-3fe68ec33e97" providerId="ADAL" clId="{424CC4A3-94C0-43E4-A801-8F92997663E9}" dt="2024-08-23T08:54:02.502" v="186" actId="478"/>
          <ac:picMkLst>
            <pc:docMk/>
            <pc:sldMasterMk cId="0" sldId="2147483648"/>
            <ac:picMk id="43" creationId="{8CA3CD9D-4B55-DFFA-FB64-A225DEFE5AAA}"/>
          </ac:picMkLst>
        </pc:picChg>
        <pc:picChg chg="add del mod">
          <ac:chgData name="Georges MATHIO" userId="1057b68d-d9cf-4cd5-bc4c-3fe68ec33e97" providerId="ADAL" clId="{424CC4A3-94C0-43E4-A801-8F92997663E9}" dt="2024-08-23T08:54:20.481" v="203" actId="478"/>
          <ac:picMkLst>
            <pc:docMk/>
            <pc:sldMasterMk cId="0" sldId="2147483648"/>
            <ac:picMk id="44" creationId="{76F20058-CB51-9BCF-66D8-A69D0CBA05A1}"/>
          </ac:picMkLst>
        </pc:picChg>
        <pc:picChg chg="add del mod">
          <ac:chgData name="Georges MATHIO" userId="1057b68d-d9cf-4cd5-bc4c-3fe68ec33e97" providerId="ADAL" clId="{424CC4A3-94C0-43E4-A801-8F92997663E9}" dt="2024-08-23T08:54:52.855" v="208" actId="478"/>
          <ac:picMkLst>
            <pc:docMk/>
            <pc:sldMasterMk cId="0" sldId="2147483648"/>
            <ac:picMk id="45" creationId="{29CC7BCC-8F9F-1BF5-23DC-3A37AC4A54C0}"/>
          </ac:picMkLst>
        </pc:picChg>
        <pc:sldLayoutChg chg="addSp delSp modSp mod">
          <pc:chgData name="Georges MATHIO" userId="1057b68d-d9cf-4cd5-bc4c-3fe68ec33e97" providerId="ADAL" clId="{424CC4A3-94C0-43E4-A801-8F92997663E9}" dt="2024-08-23T08:56:34.014" v="236" actId="478"/>
          <pc:sldLayoutMkLst>
            <pc:docMk/>
            <pc:sldMasterMk cId="0" sldId="2147483648"/>
            <pc:sldLayoutMk cId="0" sldId="2147483649"/>
          </pc:sldLayoutMkLst>
          <pc:spChg chg="add del">
            <ac:chgData name="Georges MATHIO" userId="1057b68d-d9cf-4cd5-bc4c-3fe68ec33e97" providerId="ADAL" clId="{424CC4A3-94C0-43E4-A801-8F92997663E9}" dt="2024-08-23T08:52:58.450" v="127" actId="478"/>
            <ac:spMkLst>
              <pc:docMk/>
              <pc:sldMasterMk cId="0" sldId="2147483648"/>
              <pc:sldLayoutMk cId="0" sldId="2147483649"/>
              <ac:spMk id="2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2:52.399" v="116" actId="478"/>
            <ac:spMkLst>
              <pc:docMk/>
              <pc:sldMasterMk cId="0" sldId="2147483648"/>
              <pc:sldLayoutMk cId="0" sldId="2147483649"/>
              <ac:spMk id="3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793" v="235" actId="478"/>
            <ac:spMkLst>
              <pc:docMk/>
              <pc:sldMasterMk cId="0" sldId="2147483648"/>
              <pc:sldLayoutMk cId="0" sldId="2147483649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589" v="234" actId="478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  <pc:spChg chg="add del mod">
            <ac:chgData name="Georges MATHIO" userId="1057b68d-d9cf-4cd5-bc4c-3fe68ec33e97" providerId="ADAL" clId="{424CC4A3-94C0-43E4-A801-8F92997663E9}" dt="2024-08-23T08:56:34.014" v="236" actId="478"/>
            <ac:spMkLst>
              <pc:docMk/>
              <pc:sldMasterMk cId="0" sldId="2147483648"/>
              <pc:sldLayoutMk cId="0" sldId="2147483649"/>
              <ac:spMk id="6" creationId="{00000000-0000-0000-0000-000000000000}"/>
            </ac:spMkLst>
          </pc:spChg>
          <pc:picChg chg="add del">
            <ac:chgData name="Georges MATHIO" userId="1057b68d-d9cf-4cd5-bc4c-3fe68ec33e97" providerId="ADAL" clId="{424CC4A3-94C0-43E4-A801-8F92997663E9}" dt="2024-08-23T08:53:44.237" v="166" actId="478"/>
            <ac:picMkLst>
              <pc:docMk/>
              <pc:sldMasterMk cId="0" sldId="2147483648"/>
              <pc:sldLayoutMk cId="0" sldId="2147483649"/>
              <ac:picMk id="7" creationId="{00000000-0000-0000-0000-000000000000}"/>
            </ac:picMkLst>
          </pc:picChg>
          <pc:picChg chg="add mod ord">
            <ac:chgData name="Georges MATHIO" userId="1057b68d-d9cf-4cd5-bc4c-3fe68ec33e97" providerId="ADAL" clId="{424CC4A3-94C0-43E4-A801-8F92997663E9}" dt="2024-08-23T08:56:33.184" v="232" actId="167"/>
            <ac:picMkLst>
              <pc:docMk/>
              <pc:sldMasterMk cId="0" sldId="2147483648"/>
              <pc:sldLayoutMk cId="0" sldId="2147483649"/>
              <ac:picMk id="8" creationId="{6E3A0FE5-C39A-1C49-86B6-D92A234AE4B7}"/>
            </ac:picMkLst>
          </pc:picChg>
          <pc:picChg chg="add mod">
            <ac:chgData name="Georges MATHIO" userId="1057b68d-d9cf-4cd5-bc4c-3fe68ec33e97" providerId="ADAL" clId="{424CC4A3-94C0-43E4-A801-8F92997663E9}" dt="2024-08-23T08:54:41.138" v="206"/>
            <ac:picMkLst>
              <pc:docMk/>
              <pc:sldMasterMk cId="0" sldId="2147483648"/>
              <pc:sldLayoutMk cId="0" sldId="2147483649"/>
              <ac:picMk id="9" creationId="{3F729055-8133-87FB-66B4-579C0EA28CF3}"/>
            </ac:picMkLst>
          </pc:picChg>
        </pc:sldLayoutChg>
        <pc:sldLayoutChg chg="addSp delSp modSp mod">
          <pc:chgData name="Georges MATHIO" userId="1057b68d-d9cf-4cd5-bc4c-3fe68ec33e97" providerId="ADAL" clId="{424CC4A3-94C0-43E4-A801-8F92997663E9}" dt="2024-08-23T08:56:45.269" v="239"/>
          <pc:sldLayoutMkLst>
            <pc:docMk/>
            <pc:sldMasterMk cId="0" sldId="2147483648"/>
            <pc:sldLayoutMk cId="0" sldId="2147483650"/>
          </pc:sldLayoutMkLst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3.005" v="231" actId="478"/>
            <ac:spMkLst>
              <pc:docMk/>
              <pc:sldMasterMk cId="0" sldId="2147483648"/>
              <pc:sldLayoutMk cId="0" sldId="2147483650"/>
              <ac:spMk id="6" creationId="{00000000-0000-0000-0000-000000000000}"/>
            </ac:spMkLst>
          </pc:spChg>
          <pc:picChg chg="add del">
            <ac:chgData name="Georges MATHIO" userId="1057b68d-d9cf-4cd5-bc4c-3fe68ec33e97" providerId="ADAL" clId="{424CC4A3-94C0-43E4-A801-8F92997663E9}" dt="2024-08-23T08:54:33.462" v="205" actId="478"/>
            <ac:picMkLst>
              <pc:docMk/>
              <pc:sldMasterMk cId="0" sldId="2147483648"/>
              <pc:sldLayoutMk cId="0" sldId="2147483650"/>
              <ac:picMk id="7" creationId="{00000000-0000-0000-0000-000000000000}"/>
            </ac:picMkLst>
          </pc:picChg>
          <pc:picChg chg="add mod">
            <ac:chgData name="Georges MATHIO" userId="1057b68d-d9cf-4cd5-bc4c-3fe68ec33e97" providerId="ADAL" clId="{424CC4A3-94C0-43E4-A801-8F92997663E9}" dt="2024-08-23T08:56:45.269" v="239"/>
            <ac:picMkLst>
              <pc:docMk/>
              <pc:sldMasterMk cId="0" sldId="2147483648"/>
              <pc:sldLayoutMk cId="0" sldId="2147483650"/>
              <ac:picMk id="8" creationId="{C0E4D736-DF0E-6FFB-D4A2-46F677BC3666}"/>
            </ac:picMkLst>
          </pc:picChg>
        </pc:sldLayoutChg>
        <pc:sldLayoutChg chg="addSp delSp modSp mod">
          <pc:chgData name="Georges MATHIO" userId="1057b68d-d9cf-4cd5-bc4c-3fe68ec33e97" providerId="ADAL" clId="{424CC4A3-94C0-43E4-A801-8F92997663E9}" dt="2024-08-23T08:56:42.345" v="238" actId="167"/>
          <pc:sldLayoutMkLst>
            <pc:docMk/>
            <pc:sldMasterMk cId="0" sldId="2147483648"/>
            <pc:sldLayoutMk cId="0" sldId="2147483654"/>
          </pc:sldLayoutMkLst>
          <pc:spChg chg="add del mod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3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  <pc:spChg chg="add del">
            <ac:chgData name="Georges MATHIO" userId="1057b68d-d9cf-4cd5-bc4c-3fe68ec33e97" providerId="ADAL" clId="{424CC4A3-94C0-43E4-A801-8F92997663E9}" dt="2024-08-23T08:56:32.800" v="230" actId="478"/>
            <ac:spMkLst>
              <pc:docMk/>
              <pc:sldMasterMk cId="0" sldId="2147483648"/>
              <pc:sldLayoutMk cId="0" sldId="2147483654"/>
              <ac:spMk id="5" creationId="{00000000-0000-0000-0000-000000000000}"/>
            </ac:spMkLst>
          </pc:spChg>
          <pc:picChg chg="add del mod">
            <ac:chgData name="Georges MATHIO" userId="1057b68d-d9cf-4cd5-bc4c-3fe68ec33e97" providerId="ADAL" clId="{424CC4A3-94C0-43E4-A801-8F92997663E9}" dt="2024-08-23T08:56:32.443" v="229" actId="478"/>
            <ac:picMkLst>
              <pc:docMk/>
              <pc:sldMasterMk cId="0" sldId="2147483648"/>
              <pc:sldLayoutMk cId="0" sldId="2147483654"/>
              <ac:picMk id="6" creationId="{00000000-0000-0000-0000-000000000000}"/>
            </ac:picMkLst>
          </pc:picChg>
          <pc:picChg chg="add mod ord">
            <ac:chgData name="Georges MATHIO" userId="1057b68d-d9cf-4cd5-bc4c-3fe68ec33e97" providerId="ADAL" clId="{424CC4A3-94C0-43E4-A801-8F92997663E9}" dt="2024-08-23T08:56:42.345" v="238" actId="167"/>
            <ac:picMkLst>
              <pc:docMk/>
              <pc:sldMasterMk cId="0" sldId="2147483648"/>
              <pc:sldLayoutMk cId="0" sldId="2147483654"/>
              <ac:picMk id="7" creationId="{91C81237-E8B3-96FF-4819-AA9DE4BC9394}"/>
            </ac:picMkLst>
          </pc:picChg>
        </pc:sldLayoutChg>
      </pc:sldMasterChg>
    </pc:docChg>
  </pc:docChgLst>
  <pc:docChgLst>
    <pc:chgData name="Georges MATHIO" userId="S::georges.mathio@estia.fr::1057b68d-d9cf-4cd5-bc4c-3fe68ec33e97" providerId="AD" clId="Web-{36ED8768-8026-1B55-FA1B-B63F3BAF7377}"/>
    <pc:docChg chg="modSld">
      <pc:chgData name="Georges MATHIO" userId="S::georges.mathio@estia.fr::1057b68d-d9cf-4cd5-bc4c-3fe68ec33e97" providerId="AD" clId="Web-{36ED8768-8026-1B55-FA1B-B63F3BAF7377}" dt="2023-11-27T16:15:30.705" v="2" actId="20577"/>
      <pc:docMkLst>
        <pc:docMk/>
      </pc:docMkLst>
      <pc:sldChg chg="modSp">
        <pc:chgData name="Georges MATHIO" userId="S::georges.mathio@estia.fr::1057b68d-d9cf-4cd5-bc4c-3fe68ec33e97" providerId="AD" clId="Web-{36ED8768-8026-1B55-FA1B-B63F3BAF7377}" dt="2023-11-27T16:15:30.705" v="2" actId="20577"/>
        <pc:sldMkLst>
          <pc:docMk/>
          <pc:sldMk cId="2482283123" sldId="259"/>
        </pc:sldMkLst>
        <pc:spChg chg="mod">
          <ac:chgData name="Georges MATHIO" userId="S::georges.mathio@estia.fr::1057b68d-d9cf-4cd5-bc4c-3fe68ec33e97" providerId="AD" clId="Web-{36ED8768-8026-1B55-FA1B-B63F3BAF7377}" dt="2023-11-27T16:15:30.705" v="2" actId="20577"/>
          <ac:spMkLst>
            <pc:docMk/>
            <pc:sldMk cId="2482283123" sldId="259"/>
            <ac:spMk id="3" creationId="{B5620FEA-FA3C-B3F6-C2FC-F9D51C3D46CB}"/>
          </ac:spMkLst>
        </pc:spChg>
      </pc:sldChg>
    </pc:docChg>
  </pc:docChgLst>
  <pc:docChgLst>
    <pc:chgData name="Georges MATHIO" userId="1057b68d-d9cf-4cd5-bc4c-3fe68ec33e97" providerId="ADAL" clId="{C7549606-A5F3-423B-AD39-8A4C31AD62F0}"/>
    <pc:docChg chg="undo redo custSel addSld delSld modSld sldOrd">
      <pc:chgData name="Georges MATHIO" userId="1057b68d-d9cf-4cd5-bc4c-3fe68ec33e97" providerId="ADAL" clId="{C7549606-A5F3-423B-AD39-8A4C31AD62F0}" dt="2024-10-17T10:03:32.242" v="2681" actId="1076"/>
      <pc:docMkLst>
        <pc:docMk/>
      </pc:docMkLst>
      <pc:sldChg chg="addSp delSp modSp mod setBg addAnim delAnim">
        <pc:chgData name="Georges MATHIO" userId="1057b68d-d9cf-4cd5-bc4c-3fe68ec33e97" providerId="ADAL" clId="{C7549606-A5F3-423B-AD39-8A4C31AD62F0}" dt="2024-10-15T13:44:01.120" v="130" actId="26606"/>
        <pc:sldMkLst>
          <pc:docMk/>
          <pc:sldMk cId="2526593619" sldId="256"/>
        </pc:sldMkLst>
        <pc:spChg chg="mod">
          <ac:chgData name="Georges MATHIO" userId="1057b68d-d9cf-4cd5-bc4c-3fe68ec33e97" providerId="ADAL" clId="{C7549606-A5F3-423B-AD39-8A4C31AD62F0}" dt="2024-10-15T13:44:01.120" v="130" actId="2660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1057b68d-d9cf-4cd5-bc4c-3fe68ec33e97" providerId="ADAL" clId="{C7549606-A5F3-423B-AD39-8A4C31AD62F0}" dt="2024-10-15T13:44:01.120" v="130" actId="26606"/>
          <ac:spMkLst>
            <pc:docMk/>
            <pc:sldMk cId="2526593619" sldId="256"/>
            <ac:spMk id="3" creationId="{00000000-0000-0000-0000-000000000000}"/>
          </ac:spMkLst>
        </pc:spChg>
        <pc:spChg chg="add del">
          <ac:chgData name="Georges MATHIO" userId="1057b68d-d9cf-4cd5-bc4c-3fe68ec33e97" providerId="ADAL" clId="{C7549606-A5F3-423B-AD39-8A4C31AD62F0}" dt="2024-10-15T13:41:57.546" v="13" actId="26606"/>
          <ac:spMkLst>
            <pc:docMk/>
            <pc:sldMk cId="2526593619" sldId="256"/>
            <ac:spMk id="14" creationId="{DE6F2CF7-0423-4CC7-90FD-1FEBA0CA5B4D}"/>
          </ac:spMkLst>
        </pc:spChg>
        <pc:spChg chg="add del">
          <ac:chgData name="Georges MATHIO" userId="1057b68d-d9cf-4cd5-bc4c-3fe68ec33e97" providerId="ADAL" clId="{C7549606-A5F3-423B-AD39-8A4C31AD62F0}" dt="2024-10-15T13:42:07.068" v="15" actId="26606"/>
          <ac:spMkLst>
            <pc:docMk/>
            <pc:sldMk cId="2526593619" sldId="256"/>
            <ac:spMk id="17" creationId="{0DC895F7-4E59-40FB-87DD-ACE47F94C143}"/>
          </ac:spMkLst>
        </pc:spChg>
        <pc:spChg chg="add del">
          <ac:chgData name="Georges MATHIO" userId="1057b68d-d9cf-4cd5-bc4c-3fe68ec33e97" providerId="ADAL" clId="{C7549606-A5F3-423B-AD39-8A4C31AD62F0}" dt="2024-10-15T13:44:01.120" v="130" actId="26606"/>
          <ac:spMkLst>
            <pc:docMk/>
            <pc:sldMk cId="2526593619" sldId="256"/>
            <ac:spMk id="22" creationId="{DE6F2CF7-0423-4CC7-90FD-1FEBA0CA5B4D}"/>
          </ac:spMkLst>
        </pc:spChg>
        <pc:picChg chg="add del mod ord">
          <ac:chgData name="Georges MATHIO" userId="1057b68d-d9cf-4cd5-bc4c-3fe68ec33e97" providerId="ADAL" clId="{C7549606-A5F3-423B-AD39-8A4C31AD62F0}" dt="2024-10-15T13:44:01.120" v="130" actId="26606"/>
          <ac:picMkLst>
            <pc:docMk/>
            <pc:sldMk cId="2526593619" sldId="256"/>
            <ac:picMk id="5" creationId="{F73F8FC2-5B6F-E10C-9677-54E44621F570}"/>
          </ac:picMkLst>
        </pc:picChg>
        <pc:picChg chg="add mod ord">
          <ac:chgData name="Georges MATHIO" userId="1057b68d-d9cf-4cd5-bc4c-3fe68ec33e97" providerId="ADAL" clId="{C7549606-A5F3-423B-AD39-8A4C31AD62F0}" dt="2024-10-15T13:43:58.106" v="127"/>
          <ac:picMkLst>
            <pc:docMk/>
            <pc:sldMk cId="2526593619" sldId="256"/>
            <ac:picMk id="7" creationId="{87133CE7-77B7-F5E2-A33F-819AE42BE67E}"/>
          </ac:picMkLst>
        </pc:picChg>
        <pc:picChg chg="add del">
          <ac:chgData name="Georges MATHIO" userId="1057b68d-d9cf-4cd5-bc4c-3fe68ec33e97" providerId="ADAL" clId="{C7549606-A5F3-423B-AD39-8A4C31AD62F0}" dt="2024-10-15T13:41:57.546" v="13" actId="26606"/>
          <ac:picMkLst>
            <pc:docMk/>
            <pc:sldMk cId="2526593619" sldId="256"/>
            <ac:picMk id="10" creationId="{CBECFFDC-94DB-4DA3-94FE-22FEDDA8FA30}"/>
          </ac:picMkLst>
        </pc:picChg>
        <pc:picChg chg="add del">
          <ac:chgData name="Georges MATHIO" userId="1057b68d-d9cf-4cd5-bc4c-3fe68ec33e97" providerId="ADAL" clId="{C7549606-A5F3-423B-AD39-8A4C31AD62F0}" dt="2024-10-15T13:41:57.546" v="13" actId="26606"/>
          <ac:picMkLst>
            <pc:docMk/>
            <pc:sldMk cId="2526593619" sldId="256"/>
            <ac:picMk id="12" creationId="{F28C5E77-0080-4457-B42A-3E5420A7C8DC}"/>
          </ac:picMkLst>
        </pc:picChg>
        <pc:picChg chg="add del">
          <ac:chgData name="Georges MATHIO" userId="1057b68d-d9cf-4cd5-bc4c-3fe68ec33e97" providerId="ADAL" clId="{C7549606-A5F3-423B-AD39-8A4C31AD62F0}" dt="2024-10-15T13:42:07.068" v="15" actId="26606"/>
          <ac:picMkLst>
            <pc:docMk/>
            <pc:sldMk cId="2526593619" sldId="256"/>
            <ac:picMk id="16" creationId="{CBECFFDC-94DB-4DA3-94FE-22FEDDA8FA30}"/>
          </ac:picMkLst>
        </pc:picChg>
        <pc:picChg chg="add del">
          <ac:chgData name="Georges MATHIO" userId="1057b68d-d9cf-4cd5-bc4c-3fe68ec33e97" providerId="ADAL" clId="{C7549606-A5F3-423B-AD39-8A4C31AD62F0}" dt="2024-10-15T13:42:07.068" v="15" actId="26606"/>
          <ac:picMkLst>
            <pc:docMk/>
            <pc:sldMk cId="2526593619" sldId="256"/>
            <ac:picMk id="18" creationId="{1A4C720E-710D-44F8-A8D7-2BAA61E1814B}"/>
          </ac:picMkLst>
        </pc:picChg>
        <pc:picChg chg="add del">
          <ac:chgData name="Georges MATHIO" userId="1057b68d-d9cf-4cd5-bc4c-3fe68ec33e97" providerId="ADAL" clId="{C7549606-A5F3-423B-AD39-8A4C31AD62F0}" dt="2024-10-15T13:44:01.120" v="130" actId="26606"/>
          <ac:picMkLst>
            <pc:docMk/>
            <pc:sldMk cId="2526593619" sldId="256"/>
            <ac:picMk id="20" creationId="{CBECFFDC-94DB-4DA3-94FE-22FEDDA8FA30}"/>
          </ac:picMkLst>
        </pc:picChg>
        <pc:picChg chg="add del">
          <ac:chgData name="Georges MATHIO" userId="1057b68d-d9cf-4cd5-bc4c-3fe68ec33e97" providerId="ADAL" clId="{C7549606-A5F3-423B-AD39-8A4C31AD62F0}" dt="2024-10-15T13:44:01.120" v="130" actId="26606"/>
          <ac:picMkLst>
            <pc:docMk/>
            <pc:sldMk cId="2526593619" sldId="256"/>
            <ac:picMk id="21" creationId="{F28C5E77-0080-4457-B42A-3E5420A7C8DC}"/>
          </ac:picMkLst>
        </pc:picChg>
      </pc:sldChg>
      <pc:sldChg chg="modSp mod">
        <pc:chgData name="Georges MATHIO" userId="1057b68d-d9cf-4cd5-bc4c-3fe68ec33e97" providerId="ADAL" clId="{C7549606-A5F3-423B-AD39-8A4C31AD62F0}" dt="2024-10-17T10:02:06.228" v="2612" actId="20577"/>
        <pc:sldMkLst>
          <pc:docMk/>
          <pc:sldMk cId="1824297136" sldId="257"/>
        </pc:sldMkLst>
        <pc:spChg chg="mod">
          <ac:chgData name="Georges MATHIO" userId="1057b68d-d9cf-4cd5-bc4c-3fe68ec33e97" providerId="ADAL" clId="{C7549606-A5F3-423B-AD39-8A4C31AD62F0}" dt="2024-10-17T10:02:06.228" v="2612" actId="20577"/>
          <ac:spMkLst>
            <pc:docMk/>
            <pc:sldMk cId="1824297136" sldId="257"/>
            <ac:spMk id="3" creationId="{F877468A-C6BD-DFB1-948A-75293497D502}"/>
          </ac:spMkLst>
        </pc:spChg>
      </pc:sldChg>
      <pc:sldChg chg="addSp delSp modSp mod">
        <pc:chgData name="Georges MATHIO" userId="1057b68d-d9cf-4cd5-bc4c-3fe68ec33e97" providerId="ADAL" clId="{C7549606-A5F3-423B-AD39-8A4C31AD62F0}" dt="2024-10-17T10:00:10.217" v="2565"/>
        <pc:sldMkLst>
          <pc:docMk/>
          <pc:sldMk cId="2592200161" sldId="264"/>
        </pc:sldMkLst>
        <pc:spChg chg="mod">
          <ac:chgData name="Georges MATHIO" userId="1057b68d-d9cf-4cd5-bc4c-3fe68ec33e97" providerId="ADAL" clId="{C7549606-A5F3-423B-AD39-8A4C31AD62F0}" dt="2024-10-17T09:40:13.214" v="2138" actId="115"/>
          <ac:spMkLst>
            <pc:docMk/>
            <pc:sldMk cId="2592200161" sldId="264"/>
            <ac:spMk id="2" creationId="{8AE1D70E-C040-1542-B36E-7DDF82084F61}"/>
          </ac:spMkLst>
        </pc:spChg>
        <pc:spChg chg="mod">
          <ac:chgData name="Georges MATHIO" userId="1057b68d-d9cf-4cd5-bc4c-3fe68ec33e97" providerId="ADAL" clId="{C7549606-A5F3-423B-AD39-8A4C31AD62F0}" dt="2024-10-17T09:59:23.318" v="2560" actId="14100"/>
          <ac:spMkLst>
            <pc:docMk/>
            <pc:sldMk cId="2592200161" sldId="264"/>
            <ac:spMk id="6" creationId="{37E68E50-1F8D-C6EF-3F0A-17CAC14C946D}"/>
          </ac:spMkLst>
        </pc:spChg>
        <pc:spChg chg="add mod">
          <ac:chgData name="Georges MATHIO" userId="1057b68d-d9cf-4cd5-bc4c-3fe68ec33e97" providerId="ADAL" clId="{C7549606-A5F3-423B-AD39-8A4C31AD62F0}" dt="2024-10-17T10:00:10.217" v="2565"/>
          <ac:spMkLst>
            <pc:docMk/>
            <pc:sldMk cId="2592200161" sldId="264"/>
            <ac:spMk id="7" creationId="{ECC6D8AB-1EA1-2CCD-35A5-3B771CA7B22E}"/>
          </ac:spMkLst>
        </pc:spChg>
        <pc:graphicFrameChg chg="add mod">
          <ac:chgData name="Georges MATHIO" userId="1057b68d-d9cf-4cd5-bc4c-3fe68ec33e97" providerId="ADAL" clId="{C7549606-A5F3-423B-AD39-8A4C31AD62F0}" dt="2024-10-17T09:41:45.917" v="2204"/>
          <ac:graphicFrameMkLst>
            <pc:docMk/>
            <pc:sldMk cId="2592200161" sldId="264"/>
            <ac:graphicFrameMk id="3" creationId="{04E922AE-BAB8-8C75-733F-012787D16EEB}"/>
          </ac:graphicFrameMkLst>
        </pc:graphicFrameChg>
        <pc:graphicFrameChg chg="add mod">
          <ac:chgData name="Georges MATHIO" userId="1057b68d-d9cf-4cd5-bc4c-3fe68ec33e97" providerId="ADAL" clId="{C7549606-A5F3-423B-AD39-8A4C31AD62F0}" dt="2024-10-17T09:41:45.917" v="2204"/>
          <ac:graphicFrameMkLst>
            <pc:docMk/>
            <pc:sldMk cId="2592200161" sldId="264"/>
            <ac:graphicFrameMk id="5" creationId="{E916F29B-89DC-641F-21B2-41219A35A012}"/>
          </ac:graphicFrameMkLst>
        </pc:graphicFrameChg>
        <pc:picChg chg="add del">
          <ac:chgData name="Georges MATHIO" userId="1057b68d-d9cf-4cd5-bc4c-3fe68ec33e97" providerId="ADAL" clId="{C7549606-A5F3-423B-AD39-8A4C31AD62F0}" dt="2024-10-17T09:38:46.857" v="2064" actId="478"/>
          <ac:picMkLst>
            <pc:docMk/>
            <pc:sldMk cId="2592200161" sldId="264"/>
            <ac:picMk id="4" creationId="{5EE02515-351D-DD2F-53B3-98765C2605D9}"/>
          </ac:picMkLst>
        </pc:picChg>
        <pc:picChg chg="add mod">
          <ac:chgData name="Georges MATHIO" userId="1057b68d-d9cf-4cd5-bc4c-3fe68ec33e97" providerId="ADAL" clId="{C7549606-A5F3-423B-AD39-8A4C31AD62F0}" dt="2024-10-17T09:59:42.702" v="2563" actId="1076"/>
          <ac:picMkLst>
            <pc:docMk/>
            <pc:sldMk cId="2592200161" sldId="264"/>
            <ac:picMk id="3074" creationId="{D7FC9109-CF4F-ED48-0278-2C6A64E9791D}"/>
          </ac:picMkLst>
        </pc:picChg>
      </pc:sldChg>
      <pc:sldChg chg="addSp delSp modSp add mod">
        <pc:chgData name="Georges MATHIO" userId="1057b68d-d9cf-4cd5-bc4c-3fe68ec33e97" providerId="ADAL" clId="{C7549606-A5F3-423B-AD39-8A4C31AD62F0}" dt="2024-10-15T16:17:48.441" v="1516" actId="114"/>
        <pc:sldMkLst>
          <pc:docMk/>
          <pc:sldMk cId="2373733268" sldId="266"/>
        </pc:sldMkLst>
        <pc:spChg chg="mod">
          <ac:chgData name="Georges MATHIO" userId="1057b68d-d9cf-4cd5-bc4c-3fe68ec33e97" providerId="ADAL" clId="{C7549606-A5F3-423B-AD39-8A4C31AD62F0}" dt="2024-10-15T14:40:37.655" v="614" actId="2711"/>
          <ac:spMkLst>
            <pc:docMk/>
            <pc:sldMk cId="2373733268" sldId="266"/>
            <ac:spMk id="2" creationId="{8AE1D70E-C040-1542-B36E-7DDF82084F61}"/>
          </ac:spMkLst>
        </pc:spChg>
        <pc:spChg chg="add mod">
          <ac:chgData name="Georges MATHIO" userId="1057b68d-d9cf-4cd5-bc4c-3fe68ec33e97" providerId="ADAL" clId="{C7549606-A5F3-423B-AD39-8A4C31AD62F0}" dt="2024-10-15T14:25:22.547" v="550"/>
          <ac:spMkLst>
            <pc:docMk/>
            <pc:sldMk cId="2373733268" sldId="266"/>
            <ac:spMk id="3" creationId="{76E50288-DF52-CAE0-528A-E1CAAE0AB61C}"/>
          </ac:spMkLst>
        </pc:spChg>
        <pc:spChg chg="mod">
          <ac:chgData name="Georges MATHIO" userId="1057b68d-d9cf-4cd5-bc4c-3fe68ec33e97" providerId="ADAL" clId="{C7549606-A5F3-423B-AD39-8A4C31AD62F0}" dt="2024-10-15T16:17:48.441" v="1516" actId="114"/>
          <ac:spMkLst>
            <pc:docMk/>
            <pc:sldMk cId="2373733268" sldId="266"/>
            <ac:spMk id="14" creationId="{7E30C4D4-D051-74FE-764D-C642BFBB0D1E}"/>
          </ac:spMkLst>
        </pc:spChg>
        <pc:picChg chg="add mod">
          <ac:chgData name="Georges MATHIO" userId="1057b68d-d9cf-4cd5-bc4c-3fe68ec33e97" providerId="ADAL" clId="{C7549606-A5F3-423B-AD39-8A4C31AD62F0}" dt="2024-10-15T14:39:46.655" v="600" actId="1076"/>
          <ac:picMkLst>
            <pc:docMk/>
            <pc:sldMk cId="2373733268" sldId="266"/>
            <ac:picMk id="4" creationId="{F4FA5112-2506-C317-1FD7-60692D8D1144}"/>
          </ac:picMkLst>
        </pc:picChg>
        <pc:picChg chg="del">
          <ac:chgData name="Georges MATHIO" userId="1057b68d-d9cf-4cd5-bc4c-3fe68ec33e97" providerId="ADAL" clId="{C7549606-A5F3-423B-AD39-8A4C31AD62F0}" dt="2024-10-15T14:38:34.257" v="581" actId="478"/>
          <ac:picMkLst>
            <pc:docMk/>
            <pc:sldMk cId="2373733268" sldId="266"/>
            <ac:picMk id="1026" creationId="{6AB5E897-9C77-3A7E-A193-131F290D5E86}"/>
          </ac:picMkLst>
        </pc:picChg>
      </pc:sldChg>
      <pc:sldChg chg="del">
        <pc:chgData name="Georges MATHIO" userId="1057b68d-d9cf-4cd5-bc4c-3fe68ec33e97" providerId="ADAL" clId="{C7549606-A5F3-423B-AD39-8A4C31AD62F0}" dt="2024-10-10T12:31:29.647" v="0" actId="47"/>
        <pc:sldMkLst>
          <pc:docMk/>
          <pc:sldMk cId="2592076184" sldId="266"/>
        </pc:sldMkLst>
      </pc:sldChg>
      <pc:sldChg chg="del">
        <pc:chgData name="Georges MATHIO" userId="1057b68d-d9cf-4cd5-bc4c-3fe68ec33e97" providerId="ADAL" clId="{C7549606-A5F3-423B-AD39-8A4C31AD62F0}" dt="2024-10-15T16:19:40.222" v="1519" actId="47"/>
        <pc:sldMkLst>
          <pc:docMk/>
          <pc:sldMk cId="821531331" sldId="267"/>
        </pc:sldMkLst>
      </pc:sldChg>
      <pc:sldChg chg="addSp delSp modSp add mod ord">
        <pc:chgData name="Georges MATHIO" userId="1057b68d-d9cf-4cd5-bc4c-3fe68ec33e97" providerId="ADAL" clId="{C7549606-A5F3-423B-AD39-8A4C31AD62F0}" dt="2024-10-17T10:03:32.242" v="2681" actId="1076"/>
        <pc:sldMkLst>
          <pc:docMk/>
          <pc:sldMk cId="2720580075" sldId="268"/>
        </pc:sldMkLst>
        <pc:spChg chg="mod">
          <ac:chgData name="Georges MATHIO" userId="1057b68d-d9cf-4cd5-bc4c-3fe68ec33e97" providerId="ADAL" clId="{C7549606-A5F3-423B-AD39-8A4C31AD62F0}" dt="2024-10-17T09:46:38.292" v="2311" actId="20577"/>
          <ac:spMkLst>
            <pc:docMk/>
            <pc:sldMk cId="2720580075" sldId="268"/>
            <ac:spMk id="2" creationId="{521691BE-6EC8-BF75-3914-D98606A66AD8}"/>
          </ac:spMkLst>
        </pc:spChg>
        <pc:spChg chg="mod">
          <ac:chgData name="Georges MATHIO" userId="1057b68d-d9cf-4cd5-bc4c-3fe68ec33e97" providerId="ADAL" clId="{C7549606-A5F3-423B-AD39-8A4C31AD62F0}" dt="2024-10-17T10:03:22.388" v="2680" actId="20577"/>
          <ac:spMkLst>
            <pc:docMk/>
            <pc:sldMk cId="2720580075" sldId="268"/>
            <ac:spMk id="3" creationId="{358B5B4E-FECE-91B9-16D2-BE0574206569}"/>
          </ac:spMkLst>
        </pc:spChg>
        <pc:spChg chg="add mod">
          <ac:chgData name="Georges MATHIO" userId="1057b68d-d9cf-4cd5-bc4c-3fe68ec33e97" providerId="ADAL" clId="{C7549606-A5F3-423B-AD39-8A4C31AD62F0}" dt="2024-10-17T09:46:26.912" v="2303" actId="242"/>
          <ac:spMkLst>
            <pc:docMk/>
            <pc:sldMk cId="2720580075" sldId="268"/>
            <ac:spMk id="4" creationId="{F8D7975F-067E-DAD7-CFBE-AE54CF7B2478}"/>
          </ac:spMkLst>
        </pc:spChg>
        <pc:spChg chg="add del mod">
          <ac:chgData name="Georges MATHIO" userId="1057b68d-d9cf-4cd5-bc4c-3fe68ec33e97" providerId="ADAL" clId="{C7549606-A5F3-423B-AD39-8A4C31AD62F0}" dt="2024-10-17T09:44:19.685" v="2266" actId="478"/>
          <ac:spMkLst>
            <pc:docMk/>
            <pc:sldMk cId="2720580075" sldId="268"/>
            <ac:spMk id="5" creationId="{E7E0732E-674A-E322-0778-07E1DD306125}"/>
          </ac:spMkLst>
        </pc:spChg>
        <pc:spChg chg="add del mod">
          <ac:chgData name="Georges MATHIO" userId="1057b68d-d9cf-4cd5-bc4c-3fe68ec33e97" providerId="ADAL" clId="{C7549606-A5F3-423B-AD39-8A4C31AD62F0}" dt="2024-10-17T09:44:20.937" v="2267" actId="478"/>
          <ac:spMkLst>
            <pc:docMk/>
            <pc:sldMk cId="2720580075" sldId="268"/>
            <ac:spMk id="6" creationId="{76F079CD-6575-C3D6-22BC-53D372B93226}"/>
          </ac:spMkLst>
        </pc:spChg>
        <pc:spChg chg="add mod">
          <ac:chgData name="Georges MATHIO" userId="1057b68d-d9cf-4cd5-bc4c-3fe68ec33e97" providerId="ADAL" clId="{C7549606-A5F3-423B-AD39-8A4C31AD62F0}" dt="2024-10-17T09:45:12.522" v="2286" actId="20577"/>
          <ac:spMkLst>
            <pc:docMk/>
            <pc:sldMk cId="2720580075" sldId="268"/>
            <ac:spMk id="7" creationId="{641679F8-DC1B-5F1C-A344-36EE6DC5D0F3}"/>
          </ac:spMkLst>
        </pc:spChg>
        <pc:spChg chg="add mod">
          <ac:chgData name="Georges MATHIO" userId="1057b68d-d9cf-4cd5-bc4c-3fe68ec33e97" providerId="ADAL" clId="{C7549606-A5F3-423B-AD39-8A4C31AD62F0}" dt="2024-10-17T09:46:06.937" v="2302" actId="13822"/>
          <ac:spMkLst>
            <pc:docMk/>
            <pc:sldMk cId="2720580075" sldId="268"/>
            <ac:spMk id="8" creationId="{99562559-E1B8-30FC-05E9-1F23EE2FA604}"/>
          </ac:spMkLst>
        </pc:spChg>
        <pc:spChg chg="add mod">
          <ac:chgData name="Georges MATHIO" userId="1057b68d-d9cf-4cd5-bc4c-3fe68ec33e97" providerId="ADAL" clId="{C7549606-A5F3-423B-AD39-8A4C31AD62F0}" dt="2024-10-17T10:03:32.242" v="2681" actId="1076"/>
          <ac:spMkLst>
            <pc:docMk/>
            <pc:sldMk cId="2720580075" sldId="268"/>
            <ac:spMk id="9" creationId="{381C9A3E-D497-E23A-F69B-8349791DD7EB}"/>
          </ac:spMkLst>
        </pc:spChg>
        <pc:spChg chg="add mod">
          <ac:chgData name="Georges MATHIO" userId="1057b68d-d9cf-4cd5-bc4c-3fe68ec33e97" providerId="ADAL" clId="{C7549606-A5F3-423B-AD39-8A4C31AD62F0}" dt="2024-10-17T09:48:07.263" v="2331" actId="1076"/>
          <ac:spMkLst>
            <pc:docMk/>
            <pc:sldMk cId="2720580075" sldId="268"/>
            <ac:spMk id="13" creationId="{BF53908F-289E-5D7D-F307-B07D08730C89}"/>
          </ac:spMkLst>
        </pc:spChg>
        <pc:spChg chg="add mod">
          <ac:chgData name="Georges MATHIO" userId="1057b68d-d9cf-4cd5-bc4c-3fe68ec33e97" providerId="ADAL" clId="{C7549606-A5F3-423B-AD39-8A4C31AD62F0}" dt="2024-10-17T09:48:27.888" v="2353" actId="1076"/>
          <ac:spMkLst>
            <pc:docMk/>
            <pc:sldMk cId="2720580075" sldId="268"/>
            <ac:spMk id="14" creationId="{6923E2D9-92EB-3EDE-1916-FD6EDDC668D5}"/>
          </ac:spMkLst>
        </pc:spChg>
        <pc:spChg chg="add mod">
          <ac:chgData name="Georges MATHIO" userId="1057b68d-d9cf-4cd5-bc4c-3fe68ec33e97" providerId="ADAL" clId="{C7549606-A5F3-423B-AD39-8A4C31AD62F0}" dt="2024-10-17T09:49:16.068" v="2363" actId="1076"/>
          <ac:spMkLst>
            <pc:docMk/>
            <pc:sldMk cId="2720580075" sldId="268"/>
            <ac:spMk id="17" creationId="{CB74BBA3-E596-628A-CAB6-3D1312B09F47}"/>
          </ac:spMkLst>
        </pc:spChg>
        <pc:spChg chg="add mod">
          <ac:chgData name="Georges MATHIO" userId="1057b68d-d9cf-4cd5-bc4c-3fe68ec33e97" providerId="ADAL" clId="{C7549606-A5F3-423B-AD39-8A4C31AD62F0}" dt="2024-10-17T09:49:23.223" v="2365" actId="1076"/>
          <ac:spMkLst>
            <pc:docMk/>
            <pc:sldMk cId="2720580075" sldId="268"/>
            <ac:spMk id="18" creationId="{2F2B86F0-0DB9-1A2F-9E00-1E563A3E85A2}"/>
          </ac:spMkLst>
        </pc:spChg>
        <pc:cxnChg chg="add mod">
          <ac:chgData name="Georges MATHIO" userId="1057b68d-d9cf-4cd5-bc4c-3fe68ec33e97" providerId="ADAL" clId="{C7549606-A5F3-423B-AD39-8A4C31AD62F0}" dt="2024-10-17T09:47:10.812" v="2315" actId="1582"/>
          <ac:cxnSpMkLst>
            <pc:docMk/>
            <pc:sldMk cId="2720580075" sldId="268"/>
            <ac:cxnSpMk id="11" creationId="{7FB373A0-4FEE-29DC-A82B-E6121CC2A121}"/>
          </ac:cxnSpMkLst>
        </pc:cxnChg>
        <pc:cxnChg chg="add mod">
          <ac:chgData name="Georges MATHIO" userId="1057b68d-d9cf-4cd5-bc4c-3fe68ec33e97" providerId="ADAL" clId="{C7549606-A5F3-423B-AD39-8A4C31AD62F0}" dt="2024-10-17T09:48:39.479" v="2356" actId="1076"/>
          <ac:cxnSpMkLst>
            <pc:docMk/>
            <pc:sldMk cId="2720580075" sldId="268"/>
            <ac:cxnSpMk id="15" creationId="{A24A0DE3-C987-9E56-EF4B-E09602BE50C5}"/>
          </ac:cxnSpMkLst>
        </pc:cxnChg>
      </pc:sldChg>
      <pc:sldChg chg="add del">
        <pc:chgData name="Georges MATHIO" userId="1057b68d-d9cf-4cd5-bc4c-3fe68ec33e97" providerId="ADAL" clId="{C7549606-A5F3-423B-AD39-8A4C31AD62F0}" dt="2024-10-15T13:52:01.046" v="182"/>
        <pc:sldMkLst>
          <pc:docMk/>
          <pc:sldMk cId="711435609" sldId="269"/>
        </pc:sldMkLst>
      </pc:sldChg>
      <pc:sldChg chg="addSp modSp add mod">
        <pc:chgData name="Georges MATHIO" userId="1057b68d-d9cf-4cd5-bc4c-3fe68ec33e97" providerId="ADAL" clId="{C7549606-A5F3-423B-AD39-8A4C31AD62F0}" dt="2024-10-15T15:44:18.379" v="867" actId="114"/>
        <pc:sldMkLst>
          <pc:docMk/>
          <pc:sldMk cId="4167943880" sldId="269"/>
        </pc:sldMkLst>
        <pc:spChg chg="add mod">
          <ac:chgData name="Georges MATHIO" userId="1057b68d-d9cf-4cd5-bc4c-3fe68ec33e97" providerId="ADAL" clId="{C7549606-A5F3-423B-AD39-8A4C31AD62F0}" dt="2024-10-15T14:25:19.435" v="549" actId="1076"/>
          <ac:spMkLst>
            <pc:docMk/>
            <pc:sldMk cId="4167943880" sldId="269"/>
            <ac:spMk id="3" creationId="{98952CC7-9AEA-C25B-B92F-1832EAF3091B}"/>
          </ac:spMkLst>
        </pc:spChg>
        <pc:spChg chg="add mod">
          <ac:chgData name="Georges MATHIO" userId="1057b68d-d9cf-4cd5-bc4c-3fe68ec33e97" providerId="ADAL" clId="{C7549606-A5F3-423B-AD39-8A4C31AD62F0}" dt="2024-10-15T15:44:18.379" v="867" actId="114"/>
          <ac:spMkLst>
            <pc:docMk/>
            <pc:sldMk cId="4167943880" sldId="269"/>
            <ac:spMk id="4" creationId="{557515A8-67B1-65E7-3AF9-B54876C4D9AC}"/>
          </ac:spMkLst>
        </pc:spChg>
        <pc:spChg chg="mod">
          <ac:chgData name="Georges MATHIO" userId="1057b68d-d9cf-4cd5-bc4c-3fe68ec33e97" providerId="ADAL" clId="{C7549606-A5F3-423B-AD39-8A4C31AD62F0}" dt="2024-10-15T15:43:24.171" v="796" actId="20577"/>
          <ac:spMkLst>
            <pc:docMk/>
            <pc:sldMk cId="4167943880" sldId="269"/>
            <ac:spMk id="14" creationId="{7E30C4D4-D051-74FE-764D-C642BFBB0D1E}"/>
          </ac:spMkLst>
        </pc:spChg>
        <pc:picChg chg="mod">
          <ac:chgData name="Georges MATHIO" userId="1057b68d-d9cf-4cd5-bc4c-3fe68ec33e97" providerId="ADAL" clId="{C7549606-A5F3-423B-AD39-8A4C31AD62F0}" dt="2024-10-15T14:24:13.444" v="546" actId="1440"/>
          <ac:picMkLst>
            <pc:docMk/>
            <pc:sldMk cId="4167943880" sldId="269"/>
            <ac:picMk id="2050" creationId="{A3AD40DE-A3C2-7659-7357-CE3758AC60EB}"/>
          </ac:picMkLst>
        </pc:picChg>
      </pc:sldChg>
      <pc:sldChg chg="addSp modSp add mod">
        <pc:chgData name="Georges MATHIO" userId="1057b68d-d9cf-4cd5-bc4c-3fe68ec33e97" providerId="ADAL" clId="{C7549606-A5F3-423B-AD39-8A4C31AD62F0}" dt="2024-10-15T16:20:57.830" v="1564" actId="14100"/>
        <pc:sldMkLst>
          <pc:docMk/>
          <pc:sldMk cId="4025307010" sldId="270"/>
        </pc:sldMkLst>
        <pc:spChg chg="mod">
          <ac:chgData name="Georges MATHIO" userId="1057b68d-d9cf-4cd5-bc4c-3fe68ec33e97" providerId="ADAL" clId="{C7549606-A5F3-423B-AD39-8A4C31AD62F0}" dt="2024-10-15T15:46:40.068" v="901" actId="113"/>
          <ac:spMkLst>
            <pc:docMk/>
            <pc:sldMk cId="4025307010" sldId="270"/>
            <ac:spMk id="2" creationId="{D8121574-D0F8-5A27-BA45-99294A5796B9}"/>
          </ac:spMkLst>
        </pc:spChg>
        <pc:spChg chg="add mod">
          <ac:chgData name="Georges MATHIO" userId="1057b68d-d9cf-4cd5-bc4c-3fe68ec33e97" providerId="ADAL" clId="{C7549606-A5F3-423B-AD39-8A4C31AD62F0}" dt="2024-10-15T16:10:28.579" v="1447" actId="207"/>
          <ac:spMkLst>
            <pc:docMk/>
            <pc:sldMk cId="4025307010" sldId="270"/>
            <ac:spMk id="4" creationId="{DFFAB3A0-22F2-484F-F5DC-C9FD72F11918}"/>
          </ac:spMkLst>
        </pc:spChg>
        <pc:spChg chg="mod">
          <ac:chgData name="Georges MATHIO" userId="1057b68d-d9cf-4cd5-bc4c-3fe68ec33e97" providerId="ADAL" clId="{C7549606-A5F3-423B-AD39-8A4C31AD62F0}" dt="2024-10-15T16:20:57.830" v="1564" actId="14100"/>
          <ac:spMkLst>
            <pc:docMk/>
            <pc:sldMk cId="4025307010" sldId="270"/>
            <ac:spMk id="14" creationId="{ECD67E23-521B-D7B5-FAE4-D9C3BE6CECC5}"/>
          </ac:spMkLst>
        </pc:spChg>
        <pc:picChg chg="mod">
          <ac:chgData name="Georges MATHIO" userId="1057b68d-d9cf-4cd5-bc4c-3fe68ec33e97" providerId="ADAL" clId="{C7549606-A5F3-423B-AD39-8A4C31AD62F0}" dt="2024-10-15T16:19:02.296" v="1518" actId="14100"/>
          <ac:picMkLst>
            <pc:docMk/>
            <pc:sldMk cId="4025307010" sldId="270"/>
            <ac:picMk id="1026" creationId="{3385CA2C-1260-A3B0-2F22-0C2D4FC2592A}"/>
          </ac:picMkLst>
        </pc:picChg>
      </pc:sldChg>
      <pc:sldChg chg="addSp delSp modSp new mod">
        <pc:chgData name="Georges MATHIO" userId="1057b68d-d9cf-4cd5-bc4c-3fe68ec33e97" providerId="ADAL" clId="{C7549606-A5F3-423B-AD39-8A4C31AD62F0}" dt="2024-10-17T09:23:38.875" v="2034" actId="20577"/>
        <pc:sldMkLst>
          <pc:docMk/>
          <pc:sldMk cId="2112080799" sldId="271"/>
        </pc:sldMkLst>
        <pc:spChg chg="mod">
          <ac:chgData name="Georges MATHIO" userId="1057b68d-d9cf-4cd5-bc4c-3fe68ec33e97" providerId="ADAL" clId="{C7549606-A5F3-423B-AD39-8A4C31AD62F0}" dt="2024-10-15T16:24:15.611" v="1637" actId="20577"/>
          <ac:spMkLst>
            <pc:docMk/>
            <pc:sldMk cId="2112080799" sldId="271"/>
            <ac:spMk id="2" creationId="{DDC7BD23-C594-C51E-D2C2-4043BC85DA32}"/>
          </ac:spMkLst>
        </pc:spChg>
        <pc:spChg chg="del">
          <ac:chgData name="Georges MATHIO" userId="1057b68d-d9cf-4cd5-bc4c-3fe68ec33e97" providerId="ADAL" clId="{C7549606-A5F3-423B-AD39-8A4C31AD62F0}" dt="2024-10-15T16:23:57.871" v="1598"/>
          <ac:spMkLst>
            <pc:docMk/>
            <pc:sldMk cId="2112080799" sldId="271"/>
            <ac:spMk id="3" creationId="{96F885BE-E1C5-EE6F-1F1F-4CCD230960DE}"/>
          </ac:spMkLst>
        </pc:spChg>
        <pc:spChg chg="add mod">
          <ac:chgData name="Georges MATHIO" userId="1057b68d-d9cf-4cd5-bc4c-3fe68ec33e97" providerId="ADAL" clId="{C7549606-A5F3-423B-AD39-8A4C31AD62F0}" dt="2024-10-17T09:23:38.875" v="2034" actId="20577"/>
          <ac:spMkLst>
            <pc:docMk/>
            <pc:sldMk cId="2112080799" sldId="271"/>
            <ac:spMk id="3" creationId="{BFEEE7BA-2124-797F-B4B7-9A3B83022C6C}"/>
          </ac:spMkLst>
        </pc:spChg>
        <pc:picChg chg="add mod">
          <ac:chgData name="Georges MATHIO" userId="1057b68d-d9cf-4cd5-bc4c-3fe68ec33e97" providerId="ADAL" clId="{C7549606-A5F3-423B-AD39-8A4C31AD62F0}" dt="2024-10-17T08:44:41.640" v="1640" actId="14100"/>
          <ac:picMkLst>
            <pc:docMk/>
            <pc:sldMk cId="2112080799" sldId="271"/>
            <ac:picMk id="2050" creationId="{F656ABB5-F56C-44F3-94DD-E7FA5CBBD1FF}"/>
          </ac:picMkLst>
        </pc:picChg>
      </pc:sldChg>
      <pc:sldChg chg="addSp modSp new mod">
        <pc:chgData name="Georges MATHIO" userId="1057b68d-d9cf-4cd5-bc4c-3fe68ec33e97" providerId="ADAL" clId="{C7549606-A5F3-423B-AD39-8A4C31AD62F0}" dt="2024-10-17T09:17:11.242" v="2029" actId="27636"/>
        <pc:sldMkLst>
          <pc:docMk/>
          <pc:sldMk cId="3063286718" sldId="272"/>
        </pc:sldMkLst>
        <pc:spChg chg="mod">
          <ac:chgData name="Georges MATHIO" userId="1057b68d-d9cf-4cd5-bc4c-3fe68ec33e97" providerId="ADAL" clId="{C7549606-A5F3-423B-AD39-8A4C31AD62F0}" dt="2024-10-17T08:45:35.268" v="1684" actId="20577"/>
          <ac:spMkLst>
            <pc:docMk/>
            <pc:sldMk cId="3063286718" sldId="272"/>
            <ac:spMk id="2" creationId="{3D93CB8B-21C0-0EA1-B26C-795BF302F63E}"/>
          </ac:spMkLst>
        </pc:spChg>
        <pc:spChg chg="mod">
          <ac:chgData name="Georges MATHIO" userId="1057b68d-d9cf-4cd5-bc4c-3fe68ec33e97" providerId="ADAL" clId="{C7549606-A5F3-423B-AD39-8A4C31AD62F0}" dt="2024-10-17T09:17:11.242" v="2029" actId="27636"/>
          <ac:spMkLst>
            <pc:docMk/>
            <pc:sldMk cId="3063286718" sldId="272"/>
            <ac:spMk id="3" creationId="{EB371C06-42AB-6EA6-D7A9-7F3B9B8BB65B}"/>
          </ac:spMkLst>
        </pc:spChg>
        <pc:spChg chg="add mod">
          <ac:chgData name="Georges MATHIO" userId="1057b68d-d9cf-4cd5-bc4c-3fe68ec33e97" providerId="ADAL" clId="{C7549606-A5F3-423B-AD39-8A4C31AD62F0}" dt="2024-10-17T08:46:47.169" v="1724" actId="20577"/>
          <ac:spMkLst>
            <pc:docMk/>
            <pc:sldMk cId="3063286718" sldId="272"/>
            <ac:spMk id="4" creationId="{9F38A074-B924-41E0-1419-81059EE81009}"/>
          </ac:spMkLst>
        </pc:spChg>
        <pc:spChg chg="add mod">
          <ac:chgData name="Georges MATHIO" userId="1057b68d-d9cf-4cd5-bc4c-3fe68ec33e97" providerId="ADAL" clId="{C7549606-A5F3-423B-AD39-8A4C31AD62F0}" dt="2024-10-17T08:54:33.912" v="1802" actId="114"/>
          <ac:spMkLst>
            <pc:docMk/>
            <pc:sldMk cId="3063286718" sldId="272"/>
            <ac:spMk id="5" creationId="{193D5D1F-80C2-ED35-EF1E-BA0BB3216ED2}"/>
          </ac:spMkLst>
        </pc:spChg>
        <pc:picChg chg="add mod">
          <ac:chgData name="Georges MATHIO" userId="1057b68d-d9cf-4cd5-bc4c-3fe68ec33e97" providerId="ADAL" clId="{C7549606-A5F3-423B-AD39-8A4C31AD62F0}" dt="2024-10-17T09:03:57.360" v="1899" actId="1076"/>
          <ac:picMkLst>
            <pc:docMk/>
            <pc:sldMk cId="3063286718" sldId="272"/>
            <ac:picMk id="1026" creationId="{73BB3368-2331-91BE-1DA1-11A9306A4AFA}"/>
          </ac:picMkLst>
        </pc:picChg>
      </pc:sldChg>
      <pc:sldChg chg="addSp delSp modSp add mod">
        <pc:chgData name="Georges MATHIO" userId="1057b68d-d9cf-4cd5-bc4c-3fe68ec33e97" providerId="ADAL" clId="{C7549606-A5F3-423B-AD39-8A4C31AD62F0}" dt="2024-10-17T09:50:30.042" v="2369" actId="27636"/>
        <pc:sldMkLst>
          <pc:docMk/>
          <pc:sldMk cId="3113290312" sldId="273"/>
        </pc:sldMkLst>
        <pc:spChg chg="mod">
          <ac:chgData name="Georges MATHIO" userId="1057b68d-d9cf-4cd5-bc4c-3fe68ec33e97" providerId="ADAL" clId="{C7549606-A5F3-423B-AD39-8A4C31AD62F0}" dt="2024-10-17T09:38:29.980" v="2062" actId="20577"/>
          <ac:spMkLst>
            <pc:docMk/>
            <pc:sldMk cId="3113290312" sldId="273"/>
            <ac:spMk id="2" creationId="{2C5802AC-DDF9-7FF2-534B-35B397D59642}"/>
          </ac:spMkLst>
        </pc:spChg>
        <pc:spChg chg="mod">
          <ac:chgData name="Georges MATHIO" userId="1057b68d-d9cf-4cd5-bc4c-3fe68ec33e97" providerId="ADAL" clId="{C7549606-A5F3-423B-AD39-8A4C31AD62F0}" dt="2024-10-17T09:50:30.042" v="2369" actId="27636"/>
          <ac:spMkLst>
            <pc:docMk/>
            <pc:sldMk cId="3113290312" sldId="273"/>
            <ac:spMk id="3" creationId="{275D7284-F27E-90E9-C228-D591CFAC23BE}"/>
          </ac:spMkLst>
        </pc:spChg>
        <pc:spChg chg="add">
          <ac:chgData name="Georges MATHIO" userId="1057b68d-d9cf-4cd5-bc4c-3fe68ec33e97" providerId="ADAL" clId="{C7549606-A5F3-423B-AD39-8A4C31AD62F0}" dt="2024-10-17T09:31:56.100" v="2037"/>
          <ac:spMkLst>
            <pc:docMk/>
            <pc:sldMk cId="3113290312" sldId="273"/>
            <ac:spMk id="6" creationId="{CFA73DA3-E8A0-8449-1CB3-22F6897721D5}"/>
          </ac:spMkLst>
        </pc:spChg>
        <pc:spChg chg="add">
          <ac:chgData name="Georges MATHIO" userId="1057b68d-d9cf-4cd5-bc4c-3fe68ec33e97" providerId="ADAL" clId="{C7549606-A5F3-423B-AD39-8A4C31AD62F0}" dt="2024-10-17T09:31:59.412" v="2038"/>
          <ac:spMkLst>
            <pc:docMk/>
            <pc:sldMk cId="3113290312" sldId="273"/>
            <ac:spMk id="7" creationId="{478B2698-010B-DF2C-D231-69D56E8F9797}"/>
          </ac:spMkLst>
        </pc:spChg>
        <pc:picChg chg="add mod">
          <ac:chgData name="Georges MATHIO" userId="1057b68d-d9cf-4cd5-bc4c-3fe68ec33e97" providerId="ADAL" clId="{C7549606-A5F3-423B-AD39-8A4C31AD62F0}" dt="2024-10-17T09:38:17.633" v="2045"/>
          <ac:picMkLst>
            <pc:docMk/>
            <pc:sldMk cId="3113290312" sldId="273"/>
            <ac:picMk id="8" creationId="{4BCB3F97-489C-FB88-6737-AEAC5729FE5C}"/>
          </ac:picMkLst>
        </pc:picChg>
        <pc:picChg chg="del">
          <ac:chgData name="Georges MATHIO" userId="1057b68d-d9cf-4cd5-bc4c-3fe68ec33e97" providerId="ADAL" clId="{C7549606-A5F3-423B-AD39-8A4C31AD62F0}" dt="2024-10-17T09:06:48.011" v="1917" actId="478"/>
          <ac:picMkLst>
            <pc:docMk/>
            <pc:sldMk cId="3113290312" sldId="273"/>
            <ac:picMk id="1026" creationId="{21A41028-DAF6-CDEC-B654-58DCC4EE5FA0}"/>
          </ac:picMkLst>
        </pc:picChg>
      </pc:sldChg>
    </pc:docChg>
  </pc:docChgLst>
  <pc:docChgLst>
    <pc:chgData name="Georges MATHIO" userId="S::georges.mathio@estia.fr::1057b68d-d9cf-4cd5-bc4c-3fe68ec33e97" providerId="AD" clId="Web-{7FB7BF05-9048-28FC-5EB7-CE05B75ADC04}"/>
    <pc:docChg chg="addSld delSld modSld">
      <pc:chgData name="Georges MATHIO" userId="S::georges.mathio@estia.fr::1057b68d-d9cf-4cd5-bc4c-3fe68ec33e97" providerId="AD" clId="Web-{7FB7BF05-9048-28FC-5EB7-CE05B75ADC04}" dt="2023-10-26T13:13:17.279" v="42" actId="20577"/>
      <pc:docMkLst>
        <pc:docMk/>
      </pc:docMkLst>
      <pc:sldChg chg="modSp">
        <pc:chgData name="Georges MATHIO" userId="S::georges.mathio@estia.fr::1057b68d-d9cf-4cd5-bc4c-3fe68ec33e97" providerId="AD" clId="Web-{7FB7BF05-9048-28FC-5EB7-CE05B75ADC04}" dt="2023-10-26T13:10:36.055" v="30" actId="1076"/>
        <pc:sldMkLst>
          <pc:docMk/>
          <pc:sldMk cId="2526593619" sldId="256"/>
        </pc:sldMkLst>
        <pc:spChg chg="mod">
          <ac:chgData name="Georges MATHIO" userId="S::georges.mathio@estia.fr::1057b68d-d9cf-4cd5-bc4c-3fe68ec33e97" providerId="AD" clId="Web-{7FB7BF05-9048-28FC-5EB7-CE05B75ADC04}" dt="2023-10-26T13:10:31.790" v="29" actId="1076"/>
          <ac:spMkLst>
            <pc:docMk/>
            <pc:sldMk cId="2526593619" sldId="256"/>
            <ac:spMk id="2" creationId="{00000000-0000-0000-0000-000000000000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0:36.055" v="30" actId="1076"/>
          <ac:spMkLst>
            <pc:docMk/>
            <pc:sldMk cId="2526593619" sldId="256"/>
            <ac:spMk id="3" creationId="{00000000-0000-0000-0000-000000000000}"/>
          </ac:spMkLst>
        </pc:spChg>
      </pc:sldChg>
      <pc:sldChg chg="modSp new">
        <pc:chgData name="Georges MATHIO" userId="S::georges.mathio@estia.fr::1057b68d-d9cf-4cd5-bc4c-3fe68ec33e97" providerId="AD" clId="Web-{7FB7BF05-9048-28FC-5EB7-CE05B75ADC04}" dt="2023-10-26T13:13:17.279" v="42" actId="20577"/>
        <pc:sldMkLst>
          <pc:docMk/>
          <pc:sldMk cId="1029684144" sldId="257"/>
        </pc:sldMkLst>
        <pc:spChg chg="mod">
          <ac:chgData name="Georges MATHIO" userId="S::georges.mathio@estia.fr::1057b68d-d9cf-4cd5-bc4c-3fe68ec33e97" providerId="AD" clId="Web-{7FB7BF05-9048-28FC-5EB7-CE05B75ADC04}" dt="2023-10-26T13:13:09.950" v="34" actId="20577"/>
          <ac:spMkLst>
            <pc:docMk/>
            <pc:sldMk cId="1029684144" sldId="257"/>
            <ac:spMk id="2" creationId="{B5D39F23-9E5E-3FC9-8F53-3F96A255A95E}"/>
          </ac:spMkLst>
        </pc:spChg>
        <pc:spChg chg="mod">
          <ac:chgData name="Georges MATHIO" userId="S::georges.mathio@estia.fr::1057b68d-d9cf-4cd5-bc4c-3fe68ec33e97" providerId="AD" clId="Web-{7FB7BF05-9048-28FC-5EB7-CE05B75ADC04}" dt="2023-10-26T13:13:17.279" v="42" actId="20577"/>
          <ac:spMkLst>
            <pc:docMk/>
            <pc:sldMk cId="1029684144" sldId="257"/>
            <ac:spMk id="3" creationId="{84CB716B-E483-042C-35D2-F2CBBF99143C}"/>
          </ac:spMkLst>
        </pc:spChg>
      </pc:sldChg>
      <pc:sldChg chg="new del">
        <pc:chgData name="Georges MATHIO" userId="S::georges.mathio@estia.fr::1057b68d-d9cf-4cd5-bc4c-3fe68ec33e97" providerId="AD" clId="Web-{7FB7BF05-9048-28FC-5EB7-CE05B75ADC04}" dt="2023-10-26T13:09:48.992" v="6"/>
        <pc:sldMkLst>
          <pc:docMk/>
          <pc:sldMk cId="3970989700" sldId="257"/>
        </pc:sldMkLst>
      </pc:sldChg>
    </pc:docChg>
  </pc:docChgLst>
  <pc:docChgLst>
    <pc:chgData name="Georges MATHIO" userId="1057b68d-d9cf-4cd5-bc4c-3fe68ec33e97" providerId="ADAL" clId="{E6940D7C-E9FA-4CB7-8496-77EAA65A8D16}"/>
    <pc:docChg chg="undo custSel addSld delSld modSld addMainMaster delMainMaster modMainMaster">
      <pc:chgData name="Georges MATHIO" userId="1057b68d-d9cf-4cd5-bc4c-3fe68ec33e97" providerId="ADAL" clId="{E6940D7C-E9FA-4CB7-8496-77EAA65A8D16}" dt="2024-10-17T15:06:08.994" v="1686" actId="1076"/>
      <pc:docMkLst>
        <pc:docMk/>
      </pc:docMkLst>
      <pc:sldChg chg="addSp delSp modSp mod">
        <pc:chgData name="Georges MATHIO" userId="1057b68d-d9cf-4cd5-bc4c-3fe68ec33e97" providerId="ADAL" clId="{E6940D7C-E9FA-4CB7-8496-77EAA65A8D16}" dt="2024-10-17T14:18:21.383" v="255" actId="478"/>
        <pc:sldMkLst>
          <pc:docMk/>
          <pc:sldMk cId="2526593619" sldId="256"/>
        </pc:sldMkLst>
        <pc:spChg chg="mod">
          <ac:chgData name="Georges MATHIO" userId="1057b68d-d9cf-4cd5-bc4c-3fe68ec33e97" providerId="ADAL" clId="{E6940D7C-E9FA-4CB7-8496-77EAA65A8D16}" dt="2024-10-17T14:08:54.022" v="26" actId="14100"/>
          <ac:spMkLst>
            <pc:docMk/>
            <pc:sldMk cId="2526593619" sldId="256"/>
            <ac:spMk id="3" creationId="{00000000-0000-0000-0000-000000000000}"/>
          </ac:spMkLst>
        </pc:spChg>
        <pc:spChg chg="add del mod">
          <ac:chgData name="Georges MATHIO" userId="1057b68d-d9cf-4cd5-bc4c-3fe68ec33e97" providerId="ADAL" clId="{E6940D7C-E9FA-4CB7-8496-77EAA65A8D16}" dt="2024-10-17T14:18:21.383" v="255" actId="478"/>
          <ac:spMkLst>
            <pc:docMk/>
            <pc:sldMk cId="2526593619" sldId="256"/>
            <ac:spMk id="4" creationId="{EEADDD03-38AC-F3F3-951B-BCDA57D1728B}"/>
          </ac:spMkLst>
        </pc:spChg>
        <pc:picChg chg="del">
          <ac:chgData name="Georges MATHIO" userId="1057b68d-d9cf-4cd5-bc4c-3fe68ec33e97" providerId="ADAL" clId="{E6940D7C-E9FA-4CB7-8496-77EAA65A8D16}" dt="2024-10-17T14:08:58.396" v="27" actId="478"/>
          <ac:picMkLst>
            <pc:docMk/>
            <pc:sldMk cId="2526593619" sldId="256"/>
            <ac:picMk id="5" creationId="{F73F8FC2-5B6F-E10C-9677-54E44621F570}"/>
          </ac:picMkLst>
        </pc:picChg>
      </pc:sldChg>
      <pc:sldChg chg="delSp modSp del mod">
        <pc:chgData name="Georges MATHIO" userId="1057b68d-d9cf-4cd5-bc4c-3fe68ec33e97" providerId="ADAL" clId="{E6940D7C-E9FA-4CB7-8496-77EAA65A8D16}" dt="2024-10-17T14:16:51.933" v="238" actId="47"/>
        <pc:sldMkLst>
          <pc:docMk/>
          <pc:sldMk cId="1824297136" sldId="257"/>
        </pc:sldMkLst>
        <pc:spChg chg="mod">
          <ac:chgData name="Georges MATHIO" userId="1057b68d-d9cf-4cd5-bc4c-3fe68ec33e97" providerId="ADAL" clId="{E6940D7C-E9FA-4CB7-8496-77EAA65A8D16}" dt="2024-10-17T14:15:09.185" v="222" actId="20577"/>
          <ac:spMkLst>
            <pc:docMk/>
            <pc:sldMk cId="1824297136" sldId="257"/>
            <ac:spMk id="3" creationId="{F877468A-C6BD-DFB1-948A-75293497D502}"/>
          </ac:spMkLst>
        </pc:spChg>
        <pc:spChg chg="del">
          <ac:chgData name="Georges MATHIO" userId="1057b68d-d9cf-4cd5-bc4c-3fe68ec33e97" providerId="ADAL" clId="{E6940D7C-E9FA-4CB7-8496-77EAA65A8D16}" dt="2024-10-17T14:09:06.991" v="30" actId="478"/>
          <ac:spMkLst>
            <pc:docMk/>
            <pc:sldMk cId="1824297136" sldId="257"/>
            <ac:spMk id="4" creationId="{279A6B06-12BF-FCC1-2101-B0F5F7F2818D}"/>
          </ac:spMkLst>
        </pc:spChg>
        <pc:spChg chg="del">
          <ac:chgData name="Georges MATHIO" userId="1057b68d-d9cf-4cd5-bc4c-3fe68ec33e97" providerId="ADAL" clId="{E6940D7C-E9FA-4CB7-8496-77EAA65A8D16}" dt="2024-10-17T14:09:06.991" v="30" actId="478"/>
          <ac:spMkLst>
            <pc:docMk/>
            <pc:sldMk cId="1824297136" sldId="257"/>
            <ac:spMk id="5" creationId="{CE27A112-7FC1-A1B5-6D89-D81AB3205368}"/>
          </ac:spMkLst>
        </pc:spChg>
        <pc:spChg chg="del">
          <ac:chgData name="Georges MATHIO" userId="1057b68d-d9cf-4cd5-bc4c-3fe68ec33e97" providerId="ADAL" clId="{E6940D7C-E9FA-4CB7-8496-77EAA65A8D16}" dt="2024-10-17T14:09:06.991" v="30" actId="478"/>
          <ac:spMkLst>
            <pc:docMk/>
            <pc:sldMk cId="1824297136" sldId="257"/>
            <ac:spMk id="10" creationId="{9743D097-CC0D-F6F7-BA08-3BDBD61FA7C8}"/>
          </ac:spMkLst>
        </pc:spChg>
        <pc:picChg chg="del mod">
          <ac:chgData name="Georges MATHIO" userId="1057b68d-d9cf-4cd5-bc4c-3fe68ec33e97" providerId="ADAL" clId="{E6940D7C-E9FA-4CB7-8496-77EAA65A8D16}" dt="2024-10-17T14:09:05.568" v="29" actId="478"/>
          <ac:picMkLst>
            <pc:docMk/>
            <pc:sldMk cId="1824297136" sldId="257"/>
            <ac:picMk id="9" creationId="{59CADDEB-7579-FE28-281D-0238BE80DCD4}"/>
          </ac:picMkLst>
        </pc:picChg>
      </pc:sldChg>
      <pc:sldChg chg="addSp modSp new mod">
        <pc:chgData name="Georges MATHIO" userId="1057b68d-d9cf-4cd5-bc4c-3fe68ec33e97" providerId="ADAL" clId="{E6940D7C-E9FA-4CB7-8496-77EAA65A8D16}" dt="2024-10-17T14:44:54.105" v="1432" actId="1076"/>
        <pc:sldMkLst>
          <pc:docMk/>
          <pc:sldMk cId="1860795518" sldId="257"/>
        </pc:sldMkLst>
        <pc:spChg chg="mod">
          <ac:chgData name="Georges MATHIO" userId="1057b68d-d9cf-4cd5-bc4c-3fe68ec33e97" providerId="ADAL" clId="{E6940D7C-E9FA-4CB7-8496-77EAA65A8D16}" dt="2024-10-17T14:18:13.773" v="254" actId="20577"/>
          <ac:spMkLst>
            <pc:docMk/>
            <pc:sldMk cId="1860795518" sldId="257"/>
            <ac:spMk id="2" creationId="{F564EC60-92FC-014F-CD55-EE3EDF5AA293}"/>
          </ac:spMkLst>
        </pc:spChg>
        <pc:spChg chg="mod">
          <ac:chgData name="Georges MATHIO" userId="1057b68d-d9cf-4cd5-bc4c-3fe68ec33e97" providerId="ADAL" clId="{E6940D7C-E9FA-4CB7-8496-77EAA65A8D16}" dt="2024-10-17T14:18:32.591" v="257" actId="14100"/>
          <ac:spMkLst>
            <pc:docMk/>
            <pc:sldMk cId="1860795518" sldId="257"/>
            <ac:spMk id="3" creationId="{04595F57-156D-1ED1-4F9A-822747FF3173}"/>
          </ac:spMkLst>
        </pc:spChg>
        <pc:spChg chg="add mod">
          <ac:chgData name="Georges MATHIO" userId="1057b68d-d9cf-4cd5-bc4c-3fe68ec33e97" providerId="ADAL" clId="{E6940D7C-E9FA-4CB7-8496-77EAA65A8D16}" dt="2024-10-17T14:19:45.086" v="261" actId="14100"/>
          <ac:spMkLst>
            <pc:docMk/>
            <pc:sldMk cId="1860795518" sldId="257"/>
            <ac:spMk id="4" creationId="{59BF6A23-41A0-1E0B-0D10-799ABA62D24B}"/>
          </ac:spMkLst>
        </pc:spChg>
        <pc:picChg chg="add mod ord modCrop">
          <ac:chgData name="Georges MATHIO" userId="1057b68d-d9cf-4cd5-bc4c-3fe68ec33e97" providerId="ADAL" clId="{E6940D7C-E9FA-4CB7-8496-77EAA65A8D16}" dt="2024-10-17T14:44:54.105" v="1432" actId="1076"/>
          <ac:picMkLst>
            <pc:docMk/>
            <pc:sldMk cId="1860795518" sldId="257"/>
            <ac:picMk id="6" creationId="{C4552C36-13AD-5F5A-0CDD-2D97CAE21741}"/>
          </ac:picMkLst>
        </pc:picChg>
        <pc:picChg chg="add">
          <ac:chgData name="Georges MATHIO" userId="1057b68d-d9cf-4cd5-bc4c-3fe68ec33e97" providerId="ADAL" clId="{E6940D7C-E9FA-4CB7-8496-77EAA65A8D16}" dt="2024-10-17T14:19:28.578" v="258"/>
          <ac:picMkLst>
            <pc:docMk/>
            <pc:sldMk cId="1860795518" sldId="257"/>
            <ac:picMk id="1026" creationId="{CE11FDE4-7E84-BF77-904A-0B33CB4D8B6E}"/>
          </ac:picMkLst>
        </pc:picChg>
      </pc:sldChg>
      <pc:sldChg chg="addSp delSp modSp new mod">
        <pc:chgData name="Georges MATHIO" userId="1057b68d-d9cf-4cd5-bc4c-3fe68ec33e97" providerId="ADAL" clId="{E6940D7C-E9FA-4CB7-8496-77EAA65A8D16}" dt="2024-10-17T15:03:35.420" v="1635" actId="1076"/>
        <pc:sldMkLst>
          <pc:docMk/>
          <pc:sldMk cId="1544430804" sldId="258"/>
        </pc:sldMkLst>
        <pc:spChg chg="mod">
          <ac:chgData name="Georges MATHIO" userId="1057b68d-d9cf-4cd5-bc4c-3fe68ec33e97" providerId="ADAL" clId="{E6940D7C-E9FA-4CB7-8496-77EAA65A8D16}" dt="2024-10-17T14:38:02.905" v="1224" actId="20577"/>
          <ac:spMkLst>
            <pc:docMk/>
            <pc:sldMk cId="1544430804" sldId="258"/>
            <ac:spMk id="2" creationId="{A3CC3E3C-5190-B67C-9925-ADBD0FF1D396}"/>
          </ac:spMkLst>
        </pc:spChg>
        <pc:spChg chg="del mod">
          <ac:chgData name="Georges MATHIO" userId="1057b68d-d9cf-4cd5-bc4c-3fe68ec33e97" providerId="ADAL" clId="{E6940D7C-E9FA-4CB7-8496-77EAA65A8D16}" dt="2024-10-17T14:42:31.179" v="1414" actId="478"/>
          <ac:spMkLst>
            <pc:docMk/>
            <pc:sldMk cId="1544430804" sldId="258"/>
            <ac:spMk id="3" creationId="{0CCD2E41-3A94-EF52-0B94-7A99A26A1236}"/>
          </ac:spMkLst>
        </pc:spChg>
        <pc:spChg chg="add">
          <ac:chgData name="Georges MATHIO" userId="1057b68d-d9cf-4cd5-bc4c-3fe68ec33e97" providerId="ADAL" clId="{E6940D7C-E9FA-4CB7-8496-77EAA65A8D16}" dt="2024-10-17T14:28:29.759" v="807"/>
          <ac:spMkLst>
            <pc:docMk/>
            <pc:sldMk cId="1544430804" sldId="258"/>
            <ac:spMk id="4" creationId="{1678C63B-0782-91CF-D39F-8E355D71AEF9}"/>
          </ac:spMkLst>
        </pc:spChg>
        <pc:spChg chg="add mod">
          <ac:chgData name="Georges MATHIO" userId="1057b68d-d9cf-4cd5-bc4c-3fe68ec33e97" providerId="ADAL" clId="{E6940D7C-E9FA-4CB7-8496-77EAA65A8D16}" dt="2024-10-17T15:03:02.318" v="1578" actId="1076"/>
          <ac:spMkLst>
            <pc:docMk/>
            <pc:sldMk cId="1544430804" sldId="258"/>
            <ac:spMk id="6" creationId="{C916A6D4-4772-C339-9CF5-36375890586C}"/>
          </ac:spMkLst>
        </pc:spChg>
        <pc:spChg chg="add del mod">
          <ac:chgData name="Georges MATHIO" userId="1057b68d-d9cf-4cd5-bc4c-3fe68ec33e97" providerId="ADAL" clId="{E6940D7C-E9FA-4CB7-8496-77EAA65A8D16}" dt="2024-10-17T14:33:26.739" v="1121" actId="478"/>
          <ac:spMkLst>
            <pc:docMk/>
            <pc:sldMk cId="1544430804" sldId="258"/>
            <ac:spMk id="7" creationId="{038A03F9-D483-85F8-66D8-17DC24514D37}"/>
          </ac:spMkLst>
        </pc:spChg>
        <pc:spChg chg="add mod">
          <ac:chgData name="Georges MATHIO" userId="1057b68d-d9cf-4cd5-bc4c-3fe68ec33e97" providerId="ADAL" clId="{E6940D7C-E9FA-4CB7-8496-77EAA65A8D16}" dt="2024-10-17T14:33:46.037" v="1122"/>
          <ac:spMkLst>
            <pc:docMk/>
            <pc:sldMk cId="1544430804" sldId="258"/>
            <ac:spMk id="8" creationId="{ACBF819E-CD3D-43CD-16FA-CA5C80F750B6}"/>
          </ac:spMkLst>
        </pc:spChg>
        <pc:spChg chg="add mod">
          <ac:chgData name="Georges MATHIO" userId="1057b68d-d9cf-4cd5-bc4c-3fe68ec33e97" providerId="ADAL" clId="{E6940D7C-E9FA-4CB7-8496-77EAA65A8D16}" dt="2024-10-17T14:33:55.411" v="1123"/>
          <ac:spMkLst>
            <pc:docMk/>
            <pc:sldMk cId="1544430804" sldId="258"/>
            <ac:spMk id="9" creationId="{68390D16-F0B7-DB6F-64EA-5A1122175E4B}"/>
          </ac:spMkLst>
        </pc:spChg>
        <pc:spChg chg="add mod">
          <ac:chgData name="Georges MATHIO" userId="1057b68d-d9cf-4cd5-bc4c-3fe68ec33e97" providerId="ADAL" clId="{E6940D7C-E9FA-4CB7-8496-77EAA65A8D16}" dt="2024-10-17T15:02:58.899" v="1577" actId="1076"/>
          <ac:spMkLst>
            <pc:docMk/>
            <pc:sldMk cId="1544430804" sldId="258"/>
            <ac:spMk id="10" creationId="{CC96A6A7-CEB2-E2C2-0A9E-A26523C74C08}"/>
          </ac:spMkLst>
        </pc:spChg>
        <pc:spChg chg="add mod">
          <ac:chgData name="Georges MATHIO" userId="1057b68d-d9cf-4cd5-bc4c-3fe68ec33e97" providerId="ADAL" clId="{E6940D7C-E9FA-4CB7-8496-77EAA65A8D16}" dt="2024-10-17T15:03:12.290" v="1623" actId="207"/>
          <ac:spMkLst>
            <pc:docMk/>
            <pc:sldMk cId="1544430804" sldId="258"/>
            <ac:spMk id="14" creationId="{188628A5-994D-A1FA-FF4C-59D79C438585}"/>
          </ac:spMkLst>
        </pc:spChg>
        <pc:spChg chg="add del mod">
          <ac:chgData name="Georges MATHIO" userId="1057b68d-d9cf-4cd5-bc4c-3fe68ec33e97" providerId="ADAL" clId="{E6940D7C-E9FA-4CB7-8496-77EAA65A8D16}" dt="2024-10-17T14:42:33.078" v="1415" actId="478"/>
          <ac:spMkLst>
            <pc:docMk/>
            <pc:sldMk cId="1544430804" sldId="258"/>
            <ac:spMk id="16" creationId="{7288D936-5606-EBEE-2BD1-6D63286A9561}"/>
          </ac:spMkLst>
        </pc:spChg>
        <pc:spChg chg="add">
          <ac:chgData name="Georges MATHIO" userId="1057b68d-d9cf-4cd5-bc4c-3fe68ec33e97" providerId="ADAL" clId="{E6940D7C-E9FA-4CB7-8496-77EAA65A8D16}" dt="2024-10-17T14:46:22.543" v="1433"/>
          <ac:spMkLst>
            <pc:docMk/>
            <pc:sldMk cId="1544430804" sldId="258"/>
            <ac:spMk id="17" creationId="{8005B19F-BB60-4936-4A05-AFA1CE74D9E0}"/>
          </ac:spMkLst>
        </pc:spChg>
        <pc:graphicFrameChg chg="add del mod modGraphic">
          <ac:chgData name="Georges MATHIO" userId="1057b68d-d9cf-4cd5-bc4c-3fe68ec33e97" providerId="ADAL" clId="{E6940D7C-E9FA-4CB7-8496-77EAA65A8D16}" dt="2024-10-17T14:40:08.427" v="1259" actId="478"/>
          <ac:graphicFrameMkLst>
            <pc:docMk/>
            <pc:sldMk cId="1544430804" sldId="258"/>
            <ac:graphicFrameMk id="13" creationId="{643FD81D-F694-AD35-87DE-5515C3B055D2}"/>
          </ac:graphicFrameMkLst>
        </pc:graphicFrameChg>
        <pc:picChg chg="add mod">
          <ac:chgData name="Georges MATHIO" userId="1057b68d-d9cf-4cd5-bc4c-3fe68ec33e97" providerId="ADAL" clId="{E6940D7C-E9FA-4CB7-8496-77EAA65A8D16}" dt="2024-10-17T15:03:24.330" v="1627" actId="1076"/>
          <ac:picMkLst>
            <pc:docMk/>
            <pc:sldMk cId="1544430804" sldId="258"/>
            <ac:picMk id="5" creationId="{B054B12A-5679-C364-C4EB-BF837708FF38}"/>
          </ac:picMkLst>
        </pc:picChg>
        <pc:picChg chg="add mod">
          <ac:chgData name="Georges MATHIO" userId="1057b68d-d9cf-4cd5-bc4c-3fe68ec33e97" providerId="ADAL" clId="{E6940D7C-E9FA-4CB7-8496-77EAA65A8D16}" dt="2024-10-17T14:35:59.409" v="1151" actId="14100"/>
          <ac:picMkLst>
            <pc:docMk/>
            <pc:sldMk cId="1544430804" sldId="258"/>
            <ac:picMk id="12" creationId="{D2415E2A-5B1C-3A82-E369-117CAF163FF6}"/>
          </ac:picMkLst>
        </pc:picChg>
        <pc:picChg chg="add mod">
          <ac:chgData name="Georges MATHIO" userId="1057b68d-d9cf-4cd5-bc4c-3fe68ec33e97" providerId="ADAL" clId="{E6940D7C-E9FA-4CB7-8496-77EAA65A8D16}" dt="2024-10-17T15:03:33.943" v="1634" actId="1076"/>
          <ac:picMkLst>
            <pc:docMk/>
            <pc:sldMk cId="1544430804" sldId="258"/>
            <ac:picMk id="19" creationId="{CA0CB986-8EA8-E861-D6B2-34BD53A21520}"/>
          </ac:picMkLst>
        </pc:picChg>
        <pc:picChg chg="add mod">
          <ac:chgData name="Georges MATHIO" userId="1057b68d-d9cf-4cd5-bc4c-3fe68ec33e97" providerId="ADAL" clId="{E6940D7C-E9FA-4CB7-8496-77EAA65A8D16}" dt="2024-10-17T15:03:32.046" v="1633" actId="1076"/>
          <ac:picMkLst>
            <pc:docMk/>
            <pc:sldMk cId="1544430804" sldId="258"/>
            <ac:picMk id="1028" creationId="{F2F431C0-3E6E-0B4F-A1E2-E71CCCEC7F95}"/>
          </ac:picMkLst>
        </pc:picChg>
        <pc:picChg chg="add mod">
          <ac:chgData name="Georges MATHIO" userId="1057b68d-d9cf-4cd5-bc4c-3fe68ec33e97" providerId="ADAL" clId="{E6940D7C-E9FA-4CB7-8496-77EAA65A8D16}" dt="2024-10-17T15:03:02.318" v="1578" actId="1076"/>
          <ac:picMkLst>
            <pc:docMk/>
            <pc:sldMk cId="1544430804" sldId="258"/>
            <ac:picMk id="1030" creationId="{4E5C41AC-F765-28F0-9BCB-0B3C54BE4956}"/>
          </ac:picMkLst>
        </pc:picChg>
        <pc:picChg chg="add mod">
          <ac:chgData name="Georges MATHIO" userId="1057b68d-d9cf-4cd5-bc4c-3fe68ec33e97" providerId="ADAL" clId="{E6940D7C-E9FA-4CB7-8496-77EAA65A8D16}" dt="2024-10-17T15:02:58.899" v="1577" actId="1076"/>
          <ac:picMkLst>
            <pc:docMk/>
            <pc:sldMk cId="1544430804" sldId="258"/>
            <ac:picMk id="1038" creationId="{A7FC76E8-4D6B-38F0-C3AE-442F128E5E6E}"/>
          </ac:picMkLst>
        </pc:picChg>
        <pc:picChg chg="add mod">
          <ac:chgData name="Georges MATHIO" userId="1057b68d-d9cf-4cd5-bc4c-3fe68ec33e97" providerId="ADAL" clId="{E6940D7C-E9FA-4CB7-8496-77EAA65A8D16}" dt="2024-10-17T15:03:28.586" v="1630" actId="1076"/>
          <ac:picMkLst>
            <pc:docMk/>
            <pc:sldMk cId="1544430804" sldId="258"/>
            <ac:picMk id="1040" creationId="{8B703A3C-91F8-5E3E-BD32-EC76BBEA97B6}"/>
          </ac:picMkLst>
        </pc:picChg>
        <pc:picChg chg="add mod">
          <ac:chgData name="Georges MATHIO" userId="1057b68d-d9cf-4cd5-bc4c-3fe68ec33e97" providerId="ADAL" clId="{E6940D7C-E9FA-4CB7-8496-77EAA65A8D16}" dt="2024-10-17T14:46:41.797" v="1434"/>
          <ac:picMkLst>
            <pc:docMk/>
            <pc:sldMk cId="1544430804" sldId="258"/>
            <ac:picMk id="1044" creationId="{1FE38FE9-9062-F28A-A2A3-3248F5031915}"/>
          </ac:picMkLst>
        </pc:picChg>
        <pc:picChg chg="add del mod">
          <ac:chgData name="Georges MATHIO" userId="1057b68d-d9cf-4cd5-bc4c-3fe68ec33e97" providerId="ADAL" clId="{E6940D7C-E9FA-4CB7-8496-77EAA65A8D16}" dt="2024-10-17T14:48:34.303" v="1476" actId="478"/>
          <ac:picMkLst>
            <pc:docMk/>
            <pc:sldMk cId="1544430804" sldId="258"/>
            <ac:picMk id="1046" creationId="{41832F23-687B-0832-3572-383FECD60910}"/>
          </ac:picMkLst>
        </pc:picChg>
        <pc:picChg chg="add">
          <ac:chgData name="Georges MATHIO" userId="1057b68d-d9cf-4cd5-bc4c-3fe68ec33e97" providerId="ADAL" clId="{E6940D7C-E9FA-4CB7-8496-77EAA65A8D16}" dt="2024-10-17T15:02:09.493" v="1537"/>
          <ac:picMkLst>
            <pc:docMk/>
            <pc:sldMk cId="1544430804" sldId="258"/>
            <ac:picMk id="1048" creationId="{7FA98062-5F17-055E-84B8-E1AF719B9AD1}"/>
          </ac:picMkLst>
        </pc:picChg>
        <pc:picChg chg="add mod">
          <ac:chgData name="Georges MATHIO" userId="1057b68d-d9cf-4cd5-bc4c-3fe68ec33e97" providerId="ADAL" clId="{E6940D7C-E9FA-4CB7-8496-77EAA65A8D16}" dt="2024-10-17T15:03:35.420" v="1635" actId="1076"/>
          <ac:picMkLst>
            <pc:docMk/>
            <pc:sldMk cId="1544430804" sldId="258"/>
            <ac:picMk id="1050" creationId="{EB07F7CA-9F7F-3B1A-2684-A077FA1EE869}"/>
          </ac:picMkLst>
        </pc:picChg>
      </pc:sldChg>
      <pc:sldChg chg="new del">
        <pc:chgData name="Georges MATHIO" userId="1057b68d-d9cf-4cd5-bc4c-3fe68ec33e97" providerId="ADAL" clId="{E6940D7C-E9FA-4CB7-8496-77EAA65A8D16}" dt="2024-10-17T14:16:52.343" v="239" actId="47"/>
        <pc:sldMkLst>
          <pc:docMk/>
          <pc:sldMk cId="2575110758" sldId="258"/>
        </pc:sldMkLst>
      </pc:sldChg>
      <pc:sldChg chg="modSp new del mod">
        <pc:chgData name="Georges MATHIO" userId="1057b68d-d9cf-4cd5-bc4c-3fe68ec33e97" providerId="ADAL" clId="{E6940D7C-E9FA-4CB7-8496-77EAA65A8D16}" dt="2024-10-17T14:16:07.267" v="236" actId="680"/>
        <pc:sldMkLst>
          <pc:docMk/>
          <pc:sldMk cId="2599328269" sldId="259"/>
        </pc:sldMkLst>
        <pc:spChg chg="mod">
          <ac:chgData name="Georges MATHIO" userId="1057b68d-d9cf-4cd5-bc4c-3fe68ec33e97" providerId="ADAL" clId="{E6940D7C-E9FA-4CB7-8496-77EAA65A8D16}" dt="2024-10-17T14:16:06.994" v="235" actId="20577"/>
          <ac:spMkLst>
            <pc:docMk/>
            <pc:sldMk cId="2599328269" sldId="259"/>
            <ac:spMk id="2" creationId="{18CB3200-8523-7CCB-457A-5D2F70D243F0}"/>
          </ac:spMkLst>
        </pc:spChg>
        <pc:spChg chg="mod">
          <ac:chgData name="Georges MATHIO" userId="1057b68d-d9cf-4cd5-bc4c-3fe68ec33e97" providerId="ADAL" clId="{E6940D7C-E9FA-4CB7-8496-77EAA65A8D16}" dt="2024-10-17T14:16:06.726" v="234" actId="20577"/>
          <ac:spMkLst>
            <pc:docMk/>
            <pc:sldMk cId="2599328269" sldId="259"/>
            <ac:spMk id="3" creationId="{579080EE-4B72-F3F8-7321-F371F990E16E}"/>
          </ac:spMkLst>
        </pc:spChg>
      </pc:sldChg>
      <pc:sldChg chg="del">
        <pc:chgData name="Georges MATHIO" userId="1057b68d-d9cf-4cd5-bc4c-3fe68ec33e97" providerId="ADAL" clId="{E6940D7C-E9FA-4CB7-8496-77EAA65A8D16}" dt="2024-10-17T14:09:14.320" v="38" actId="47"/>
        <pc:sldMkLst>
          <pc:docMk/>
          <pc:sldMk cId="2592200161" sldId="264"/>
        </pc:sldMkLst>
      </pc:sldChg>
      <pc:sldChg chg="del">
        <pc:chgData name="Georges MATHIO" userId="1057b68d-d9cf-4cd5-bc4c-3fe68ec33e97" providerId="ADAL" clId="{E6940D7C-E9FA-4CB7-8496-77EAA65A8D16}" dt="2024-10-17T14:09:15.864" v="39" actId="47"/>
        <pc:sldMkLst>
          <pc:docMk/>
          <pc:sldMk cId="2843119897" sldId="265"/>
        </pc:sldMkLst>
      </pc:sldChg>
      <pc:sldChg chg="addSp delSp modSp add mod">
        <pc:chgData name="Georges MATHIO" userId="1057b68d-d9cf-4cd5-bc4c-3fe68ec33e97" providerId="ADAL" clId="{E6940D7C-E9FA-4CB7-8496-77EAA65A8D16}" dt="2024-10-17T15:06:08.994" v="1686" actId="1076"/>
        <pc:sldMkLst>
          <pc:docMk/>
          <pc:sldMk cId="3094259395" sldId="265"/>
        </pc:sldMkLst>
        <pc:spChg chg="mod">
          <ac:chgData name="Georges MATHIO" userId="1057b68d-d9cf-4cd5-bc4c-3fe68ec33e97" providerId="ADAL" clId="{E6940D7C-E9FA-4CB7-8496-77EAA65A8D16}" dt="2024-10-17T15:03:54.038" v="1658" actId="20577"/>
          <ac:spMkLst>
            <pc:docMk/>
            <pc:sldMk cId="3094259395" sldId="265"/>
            <ac:spMk id="2" creationId="{8AE1D70E-C040-1542-B36E-7DDF82084F61}"/>
          </ac:spMkLst>
        </pc:spChg>
        <pc:spChg chg="mod">
          <ac:chgData name="Georges MATHIO" userId="1057b68d-d9cf-4cd5-bc4c-3fe68ec33e97" providerId="ADAL" clId="{E6940D7C-E9FA-4CB7-8496-77EAA65A8D16}" dt="2024-10-17T15:06:08.994" v="1686" actId="1076"/>
          <ac:spMkLst>
            <pc:docMk/>
            <pc:sldMk cId="3094259395" sldId="265"/>
            <ac:spMk id="3" creationId="{77DC5684-6FE2-D7D0-22C7-10C14611179B}"/>
          </ac:spMkLst>
        </pc:spChg>
        <pc:picChg chg="add mod">
          <ac:chgData name="Georges MATHIO" userId="1057b68d-d9cf-4cd5-bc4c-3fe68ec33e97" providerId="ADAL" clId="{E6940D7C-E9FA-4CB7-8496-77EAA65A8D16}" dt="2024-10-17T15:04:16.855" v="1671" actId="14861"/>
          <ac:picMkLst>
            <pc:docMk/>
            <pc:sldMk cId="3094259395" sldId="265"/>
            <ac:picMk id="4" creationId="{498668D2-9AB4-3F1C-6CF0-2726D91A4751}"/>
          </ac:picMkLst>
        </pc:picChg>
        <pc:picChg chg="del">
          <ac:chgData name="Georges MATHIO" userId="1057b68d-d9cf-4cd5-bc4c-3fe68ec33e97" providerId="ADAL" clId="{E6940D7C-E9FA-4CB7-8496-77EAA65A8D16}" dt="2024-10-17T15:04:02.767" v="1660" actId="478"/>
          <ac:picMkLst>
            <pc:docMk/>
            <pc:sldMk cId="3094259395" sldId="265"/>
            <ac:picMk id="7" creationId="{AFC06658-BFBB-005C-EE3C-154C28020115}"/>
          </ac:picMkLst>
        </pc:picChg>
      </pc:sldChg>
      <pc:sldChg chg="del">
        <pc:chgData name="Georges MATHIO" userId="1057b68d-d9cf-4cd5-bc4c-3fe68ec33e97" providerId="ADAL" clId="{E6940D7C-E9FA-4CB7-8496-77EAA65A8D16}" dt="2024-10-17T14:09:13.263" v="32" actId="47"/>
        <pc:sldMkLst>
          <pc:docMk/>
          <pc:sldMk cId="2373733268" sldId="266"/>
        </pc:sldMkLst>
      </pc:sldChg>
      <pc:sldChg chg="del">
        <pc:chgData name="Georges MATHIO" userId="1057b68d-d9cf-4cd5-bc4c-3fe68ec33e97" providerId="ADAL" clId="{E6940D7C-E9FA-4CB7-8496-77EAA65A8D16}" dt="2024-10-17T14:09:13.615" v="34" actId="47"/>
        <pc:sldMkLst>
          <pc:docMk/>
          <pc:sldMk cId="2720580075" sldId="268"/>
        </pc:sldMkLst>
      </pc:sldChg>
      <pc:sldChg chg="del">
        <pc:chgData name="Georges MATHIO" userId="1057b68d-d9cf-4cd5-bc4c-3fe68ec33e97" providerId="ADAL" clId="{E6940D7C-E9FA-4CB7-8496-77EAA65A8D16}" dt="2024-10-17T14:09:12.956" v="31" actId="47"/>
        <pc:sldMkLst>
          <pc:docMk/>
          <pc:sldMk cId="4167943880" sldId="269"/>
        </pc:sldMkLst>
      </pc:sldChg>
      <pc:sldChg chg="del">
        <pc:chgData name="Georges MATHIO" userId="1057b68d-d9cf-4cd5-bc4c-3fe68ec33e97" providerId="ADAL" clId="{E6940D7C-E9FA-4CB7-8496-77EAA65A8D16}" dt="2024-10-17T14:09:13.482" v="33" actId="47"/>
        <pc:sldMkLst>
          <pc:docMk/>
          <pc:sldMk cId="4025307010" sldId="270"/>
        </pc:sldMkLst>
      </pc:sldChg>
      <pc:sldChg chg="del">
        <pc:chgData name="Georges MATHIO" userId="1057b68d-d9cf-4cd5-bc4c-3fe68ec33e97" providerId="ADAL" clId="{E6940D7C-E9FA-4CB7-8496-77EAA65A8D16}" dt="2024-10-17T14:09:13.795" v="35" actId="47"/>
        <pc:sldMkLst>
          <pc:docMk/>
          <pc:sldMk cId="2112080799" sldId="271"/>
        </pc:sldMkLst>
      </pc:sldChg>
      <pc:sldChg chg="del">
        <pc:chgData name="Georges MATHIO" userId="1057b68d-d9cf-4cd5-bc4c-3fe68ec33e97" providerId="ADAL" clId="{E6940D7C-E9FA-4CB7-8496-77EAA65A8D16}" dt="2024-10-17T14:09:13.951" v="36" actId="47"/>
        <pc:sldMkLst>
          <pc:docMk/>
          <pc:sldMk cId="3063286718" sldId="272"/>
        </pc:sldMkLst>
      </pc:sldChg>
      <pc:sldChg chg="del">
        <pc:chgData name="Georges MATHIO" userId="1057b68d-d9cf-4cd5-bc4c-3fe68ec33e97" providerId="ADAL" clId="{E6940D7C-E9FA-4CB7-8496-77EAA65A8D16}" dt="2024-10-17T14:09:14.128" v="37" actId="47"/>
        <pc:sldMkLst>
          <pc:docMk/>
          <pc:sldMk cId="3113290312" sldId="273"/>
        </pc:sldMkLst>
      </pc:sldChg>
      <pc:sldMasterChg chg="modSldLayout">
        <pc:chgData name="Georges MATHIO" userId="1057b68d-d9cf-4cd5-bc4c-3fe68ec33e97" providerId="ADAL" clId="{E6940D7C-E9FA-4CB7-8496-77EAA65A8D16}" dt="2024-10-17T14:17:48.964" v="242"/>
        <pc:sldMasterMkLst>
          <pc:docMk/>
          <pc:sldMasterMk cId="0" sldId="2147483648"/>
        </pc:sldMasterMkLst>
        <pc:sldLayoutChg chg="addSp modSp">
          <pc:chgData name="Georges MATHIO" userId="1057b68d-d9cf-4cd5-bc4c-3fe68ec33e97" providerId="ADAL" clId="{E6940D7C-E9FA-4CB7-8496-77EAA65A8D16}" dt="2024-10-17T14:17:48.964" v="242"/>
          <pc:sldLayoutMkLst>
            <pc:docMk/>
            <pc:sldMasterMk cId="0" sldId="2147483648"/>
            <pc:sldLayoutMk cId="4289970423" sldId="2147483650"/>
          </pc:sldLayoutMkLst>
          <pc:spChg chg="add mod">
            <ac:chgData name="Georges MATHIO" userId="1057b68d-d9cf-4cd5-bc4c-3fe68ec33e97" providerId="ADAL" clId="{E6940D7C-E9FA-4CB7-8496-77EAA65A8D16}" dt="2024-10-17T14:17:48.964" v="242"/>
            <ac:spMkLst>
              <pc:docMk/>
              <pc:sldMasterMk cId="0" sldId="2147483648"/>
              <pc:sldLayoutMk cId="4289970423" sldId="2147483650"/>
              <ac:spMk id="3" creationId="{F4542EFB-699B-BCC5-4492-280188E858BC}"/>
            </ac:spMkLst>
          </pc:spChg>
        </pc:sldLayoutChg>
        <pc:sldLayoutChg chg="addSp modSp">
          <pc:chgData name="Georges MATHIO" userId="1057b68d-d9cf-4cd5-bc4c-3fe68ec33e97" providerId="ADAL" clId="{E6940D7C-E9FA-4CB7-8496-77EAA65A8D16}" dt="2024-10-17T14:15:47.825" v="224"/>
          <pc:sldLayoutMkLst>
            <pc:docMk/>
            <pc:sldMasterMk cId="0" sldId="2147483648"/>
            <pc:sldLayoutMk cId="0" sldId="2147483654"/>
          </pc:sldLayoutMkLst>
          <pc:spChg chg="add mod">
            <ac:chgData name="Georges MATHIO" userId="1057b68d-d9cf-4cd5-bc4c-3fe68ec33e97" providerId="ADAL" clId="{E6940D7C-E9FA-4CB7-8496-77EAA65A8D16}" dt="2024-10-17T14:15:47.825" v="224"/>
            <ac:spMkLst>
              <pc:docMk/>
              <pc:sldMasterMk cId="0" sldId="2147483648"/>
              <pc:sldLayoutMk cId="0" sldId="2147483654"/>
              <ac:spMk id="3" creationId="{AC58F4FC-3B25-6178-1B5D-4F1E6CE0EB6E}"/>
            </ac:spMkLst>
          </pc:spChg>
        </pc:sldLayoutChg>
      </pc:sldMasterChg>
      <pc:sldMasterChg chg="new del mod addSldLayout delSldLayout">
        <pc:chgData name="Georges MATHIO" userId="1057b68d-d9cf-4cd5-bc4c-3fe68ec33e97" providerId="ADAL" clId="{E6940D7C-E9FA-4CB7-8496-77EAA65A8D16}" dt="2024-10-17T14:17:43.522" v="241" actId="6938"/>
        <pc:sldMasterMkLst>
          <pc:docMk/>
          <pc:sldMasterMk cId="2215125689" sldId="2147483650"/>
        </pc:sldMasterMkLst>
        <pc:sldLayoutChg chg="new del replId">
          <pc:chgData name="Georges MATHIO" userId="1057b68d-d9cf-4cd5-bc4c-3fe68ec33e97" providerId="ADAL" clId="{E6940D7C-E9FA-4CB7-8496-77EAA65A8D16}" dt="2024-10-17T14:17:43.522" v="241" actId="6938"/>
          <pc:sldLayoutMkLst>
            <pc:docMk/>
            <pc:sldMasterMk cId="2215125689" sldId="2147483650"/>
            <pc:sldLayoutMk cId="2791540494" sldId="2147483651"/>
          </pc:sldLayoutMkLst>
        </pc:sldLayoutChg>
        <pc:sldLayoutChg chg="new del replId">
          <pc:chgData name="Georges MATHIO" userId="1057b68d-d9cf-4cd5-bc4c-3fe68ec33e97" providerId="ADAL" clId="{E6940D7C-E9FA-4CB7-8496-77EAA65A8D16}" dt="2024-10-17T14:17:43.522" v="241" actId="6938"/>
          <pc:sldLayoutMkLst>
            <pc:docMk/>
            <pc:sldMasterMk cId="2215125689" sldId="2147483650"/>
            <pc:sldLayoutMk cId="1901555151" sldId="2147483652"/>
          </pc:sldLayoutMkLst>
        </pc:sldLayoutChg>
        <pc:sldLayoutChg chg="new del replId">
          <pc:chgData name="Georges MATHIO" userId="1057b68d-d9cf-4cd5-bc4c-3fe68ec33e97" providerId="ADAL" clId="{E6940D7C-E9FA-4CB7-8496-77EAA65A8D16}" dt="2024-10-17T14:17:43.522" v="241" actId="6938"/>
          <pc:sldLayoutMkLst>
            <pc:docMk/>
            <pc:sldMasterMk cId="2215125689" sldId="2147483650"/>
            <pc:sldLayoutMk cId="4097229129" sldId="2147483653"/>
          </pc:sldLayoutMkLst>
        </pc:sldLayoutChg>
        <pc:sldLayoutChg chg="new del replId">
          <pc:chgData name="Georges MATHIO" userId="1057b68d-d9cf-4cd5-bc4c-3fe68ec33e97" providerId="ADAL" clId="{E6940D7C-E9FA-4CB7-8496-77EAA65A8D16}" dt="2024-10-17T14:17:43.522" v="241" actId="6938"/>
          <pc:sldLayoutMkLst>
            <pc:docMk/>
            <pc:sldMasterMk cId="2215125689" sldId="2147483650"/>
            <pc:sldLayoutMk cId="2175598463" sldId="2147483654"/>
          </pc:sldLayoutMkLst>
        </pc:sldLayoutChg>
        <pc:sldLayoutChg chg="new del replId">
          <pc:chgData name="Georges MATHIO" userId="1057b68d-d9cf-4cd5-bc4c-3fe68ec33e97" providerId="ADAL" clId="{E6940D7C-E9FA-4CB7-8496-77EAA65A8D16}" dt="2024-10-17T14:17:43.522" v="241" actId="6938"/>
          <pc:sldLayoutMkLst>
            <pc:docMk/>
            <pc:sldMasterMk cId="2215125689" sldId="2147483650"/>
            <pc:sldLayoutMk cId="1147551014" sldId="2147483655"/>
          </pc:sldLayoutMkLst>
        </pc:sldLayoutChg>
        <pc:sldLayoutChg chg="new del replId">
          <pc:chgData name="Georges MATHIO" userId="1057b68d-d9cf-4cd5-bc4c-3fe68ec33e97" providerId="ADAL" clId="{E6940D7C-E9FA-4CB7-8496-77EAA65A8D16}" dt="2024-10-17T14:17:43.522" v="241" actId="6938"/>
          <pc:sldLayoutMkLst>
            <pc:docMk/>
            <pc:sldMasterMk cId="2215125689" sldId="2147483650"/>
            <pc:sldLayoutMk cId="3365278238" sldId="2147483656"/>
          </pc:sldLayoutMkLst>
        </pc:sldLayoutChg>
        <pc:sldLayoutChg chg="new del replId">
          <pc:chgData name="Georges MATHIO" userId="1057b68d-d9cf-4cd5-bc4c-3fe68ec33e97" providerId="ADAL" clId="{E6940D7C-E9FA-4CB7-8496-77EAA65A8D16}" dt="2024-10-17T14:17:43.522" v="241" actId="6938"/>
          <pc:sldLayoutMkLst>
            <pc:docMk/>
            <pc:sldMasterMk cId="2215125689" sldId="2147483650"/>
            <pc:sldLayoutMk cId="268972118" sldId="2147483657"/>
          </pc:sldLayoutMkLst>
        </pc:sldLayoutChg>
        <pc:sldLayoutChg chg="new del replId">
          <pc:chgData name="Georges MATHIO" userId="1057b68d-d9cf-4cd5-bc4c-3fe68ec33e97" providerId="ADAL" clId="{E6940D7C-E9FA-4CB7-8496-77EAA65A8D16}" dt="2024-10-17T14:17:43.522" v="241" actId="6938"/>
          <pc:sldLayoutMkLst>
            <pc:docMk/>
            <pc:sldMasterMk cId="2215125689" sldId="2147483650"/>
            <pc:sldLayoutMk cId="2194915904" sldId="2147483658"/>
          </pc:sldLayoutMkLst>
        </pc:sldLayoutChg>
        <pc:sldLayoutChg chg="new del replId">
          <pc:chgData name="Georges MATHIO" userId="1057b68d-d9cf-4cd5-bc4c-3fe68ec33e97" providerId="ADAL" clId="{E6940D7C-E9FA-4CB7-8496-77EAA65A8D16}" dt="2024-10-17T14:17:43.522" v="241" actId="6938"/>
          <pc:sldLayoutMkLst>
            <pc:docMk/>
            <pc:sldMasterMk cId="2215125689" sldId="2147483650"/>
            <pc:sldLayoutMk cId="2964297911" sldId="2147483659"/>
          </pc:sldLayoutMkLst>
        </pc:sldLayoutChg>
        <pc:sldLayoutChg chg="new del replId">
          <pc:chgData name="Georges MATHIO" userId="1057b68d-d9cf-4cd5-bc4c-3fe68ec33e97" providerId="ADAL" clId="{E6940D7C-E9FA-4CB7-8496-77EAA65A8D16}" dt="2024-10-17T14:17:43.522" v="241" actId="6938"/>
          <pc:sldLayoutMkLst>
            <pc:docMk/>
            <pc:sldMasterMk cId="2215125689" sldId="2147483650"/>
            <pc:sldLayoutMk cId="2526645109" sldId="2147483660"/>
          </pc:sldLayoutMkLst>
        </pc:sldLayoutChg>
        <pc:sldLayoutChg chg="new del replId">
          <pc:chgData name="Georges MATHIO" userId="1057b68d-d9cf-4cd5-bc4c-3fe68ec33e97" providerId="ADAL" clId="{E6940D7C-E9FA-4CB7-8496-77EAA65A8D16}" dt="2024-10-17T14:17:43.522" v="241" actId="6938"/>
          <pc:sldLayoutMkLst>
            <pc:docMk/>
            <pc:sldMasterMk cId="2215125689" sldId="2147483650"/>
            <pc:sldLayoutMk cId="3671488756" sldId="2147483661"/>
          </pc:sldLayoutMkLst>
        </pc:sldLayoutChg>
      </pc:sldMasterChg>
    </pc:docChg>
  </pc:docChgLst>
  <pc:docChgLst>
    <pc:chgData name="Georges MATHIO" userId="1057b68d-d9cf-4cd5-bc4c-3fe68ec33e97" providerId="ADAL" clId="{3A9060C8-6DB1-4570-88D9-41C95ED894CC}"/>
    <pc:docChg chg="undo custSel addSld modSld sldOrd">
      <pc:chgData name="Georges MATHIO" userId="1057b68d-d9cf-4cd5-bc4c-3fe68ec33e97" providerId="ADAL" clId="{3A9060C8-6DB1-4570-88D9-41C95ED894CC}" dt="2024-12-03T13:15:39.202" v="1510" actId="20577"/>
      <pc:docMkLst>
        <pc:docMk/>
      </pc:docMkLst>
      <pc:sldChg chg="addSp modSp mod">
        <pc:chgData name="Georges MATHIO" userId="1057b68d-d9cf-4cd5-bc4c-3fe68ec33e97" providerId="ADAL" clId="{3A9060C8-6DB1-4570-88D9-41C95ED894CC}" dt="2024-12-02T12:35:31.756" v="628" actId="14100"/>
        <pc:sldMkLst>
          <pc:docMk/>
          <pc:sldMk cId="2526593619" sldId="256"/>
        </pc:sldMkLst>
        <pc:spChg chg="mod">
          <ac:chgData name="Georges MATHIO" userId="1057b68d-d9cf-4cd5-bc4c-3fe68ec33e97" providerId="ADAL" clId="{3A9060C8-6DB1-4570-88D9-41C95ED894CC}" dt="2024-11-08T12:55:06.754" v="163" actId="121"/>
          <ac:spMkLst>
            <pc:docMk/>
            <pc:sldMk cId="2526593619" sldId="256"/>
            <ac:spMk id="3" creationId="{00000000-0000-0000-0000-000000000000}"/>
          </ac:spMkLst>
        </pc:spChg>
        <pc:picChg chg="add mod">
          <ac:chgData name="Georges MATHIO" userId="1057b68d-d9cf-4cd5-bc4c-3fe68ec33e97" providerId="ADAL" clId="{3A9060C8-6DB1-4570-88D9-41C95ED894CC}" dt="2024-12-02T12:35:31.756" v="628" actId="14100"/>
          <ac:picMkLst>
            <pc:docMk/>
            <pc:sldMk cId="2526593619" sldId="256"/>
            <ac:picMk id="1026" creationId="{728D020C-32F4-2AC5-FC75-6F24B4842BD2}"/>
          </ac:picMkLst>
        </pc:picChg>
      </pc:sldChg>
      <pc:sldChg chg="addSp delSp modSp mod">
        <pc:chgData name="Georges MATHIO" userId="1057b68d-d9cf-4cd5-bc4c-3fe68ec33e97" providerId="ADAL" clId="{3A9060C8-6DB1-4570-88D9-41C95ED894CC}" dt="2024-12-03T12:59:05.827" v="1246" actId="693"/>
        <pc:sldMkLst>
          <pc:docMk/>
          <pc:sldMk cId="1860795518" sldId="257"/>
        </pc:sldMkLst>
        <pc:spChg chg="mod">
          <ac:chgData name="Georges MATHIO" userId="1057b68d-d9cf-4cd5-bc4c-3fe68ec33e97" providerId="ADAL" clId="{3A9060C8-6DB1-4570-88D9-41C95ED894CC}" dt="2024-12-02T12:56:33.880" v="818" actId="20577"/>
          <ac:spMkLst>
            <pc:docMk/>
            <pc:sldMk cId="1860795518" sldId="257"/>
            <ac:spMk id="3" creationId="{04595F57-156D-1ED1-4F9A-822747FF3173}"/>
          </ac:spMkLst>
        </pc:spChg>
        <pc:spChg chg="add mod">
          <ac:chgData name="Georges MATHIO" userId="1057b68d-d9cf-4cd5-bc4c-3fe68ec33e97" providerId="ADAL" clId="{3A9060C8-6DB1-4570-88D9-41C95ED894CC}" dt="2024-12-03T12:59:05.827" v="1246" actId="693"/>
          <ac:spMkLst>
            <pc:docMk/>
            <pc:sldMk cId="1860795518" sldId="257"/>
            <ac:spMk id="5" creationId="{0C90B6BF-0335-87C2-C730-996313AF7FD4}"/>
          </ac:spMkLst>
        </pc:spChg>
        <pc:spChg chg="add mod">
          <ac:chgData name="Georges MATHIO" userId="1057b68d-d9cf-4cd5-bc4c-3fe68ec33e97" providerId="ADAL" clId="{3A9060C8-6DB1-4570-88D9-41C95ED894CC}" dt="2024-12-03T12:56:34.630" v="1236" actId="1076"/>
          <ac:spMkLst>
            <pc:docMk/>
            <pc:sldMk cId="1860795518" sldId="257"/>
            <ac:spMk id="6" creationId="{3124A8FD-6457-B569-1F9B-F1ED32F2488E}"/>
          </ac:spMkLst>
        </pc:spChg>
        <pc:spChg chg="add mod">
          <ac:chgData name="Georges MATHIO" userId="1057b68d-d9cf-4cd5-bc4c-3fe68ec33e97" providerId="ADAL" clId="{3A9060C8-6DB1-4570-88D9-41C95ED894CC}" dt="2024-12-03T12:56:34.015" v="1235" actId="1076"/>
          <ac:spMkLst>
            <pc:docMk/>
            <pc:sldMk cId="1860795518" sldId="257"/>
            <ac:spMk id="7" creationId="{FFC36D65-2D73-0229-C752-1DF0A3F43D33}"/>
          </ac:spMkLst>
        </pc:spChg>
        <pc:spChg chg="add mod">
          <ac:chgData name="Georges MATHIO" userId="1057b68d-d9cf-4cd5-bc4c-3fe68ec33e97" providerId="ADAL" clId="{3A9060C8-6DB1-4570-88D9-41C95ED894CC}" dt="2024-12-03T12:58:55.671" v="1245"/>
          <ac:spMkLst>
            <pc:docMk/>
            <pc:sldMk cId="1860795518" sldId="257"/>
            <ac:spMk id="8" creationId="{1E0DBA82-748D-97F7-40BB-C16EA3110B1B}"/>
          </ac:spMkLst>
        </pc:spChg>
        <pc:picChg chg="add mod">
          <ac:chgData name="Georges MATHIO" userId="1057b68d-d9cf-4cd5-bc4c-3fe68ec33e97" providerId="ADAL" clId="{3A9060C8-6DB1-4570-88D9-41C95ED894CC}" dt="2024-12-03T12:56:20.408" v="1231" actId="1076"/>
          <ac:picMkLst>
            <pc:docMk/>
            <pc:sldMk cId="1860795518" sldId="257"/>
            <ac:picMk id="4" creationId="{7B050643-E12F-DE38-AACC-22954E4DFE0C}"/>
          </ac:picMkLst>
        </pc:picChg>
        <pc:picChg chg="del">
          <ac:chgData name="Georges MATHIO" userId="1057b68d-d9cf-4cd5-bc4c-3fe68ec33e97" providerId="ADAL" clId="{3A9060C8-6DB1-4570-88D9-41C95ED894CC}" dt="2024-11-08T12:52:21.301" v="0" actId="478"/>
          <ac:picMkLst>
            <pc:docMk/>
            <pc:sldMk cId="1860795518" sldId="257"/>
            <ac:picMk id="6" creationId="{C4552C36-13AD-5F5A-0CDD-2D97CAE21741}"/>
          </ac:picMkLst>
        </pc:picChg>
      </pc:sldChg>
      <pc:sldChg chg="addSp modSp mod modAnim">
        <pc:chgData name="Georges MATHIO" userId="1057b68d-d9cf-4cd5-bc4c-3fe68ec33e97" providerId="ADAL" clId="{3A9060C8-6DB1-4570-88D9-41C95ED894CC}" dt="2024-12-02T12:38:02.267" v="649"/>
        <pc:sldMkLst>
          <pc:docMk/>
          <pc:sldMk cId="1544430804" sldId="258"/>
        </pc:sldMkLst>
        <pc:spChg chg="add mod">
          <ac:chgData name="Georges MATHIO" userId="1057b68d-d9cf-4cd5-bc4c-3fe68ec33e97" providerId="ADAL" clId="{3A9060C8-6DB1-4570-88D9-41C95ED894CC}" dt="2024-12-02T12:36:50.042" v="642" actId="693"/>
          <ac:spMkLst>
            <pc:docMk/>
            <pc:sldMk cId="1544430804" sldId="258"/>
            <ac:spMk id="3" creationId="{EFF23DE3-0356-B161-E4C1-D5A75BC17FAC}"/>
          </ac:spMkLst>
        </pc:spChg>
        <pc:spChg chg="add mod">
          <ac:chgData name="Georges MATHIO" userId="1057b68d-d9cf-4cd5-bc4c-3fe68ec33e97" providerId="ADAL" clId="{3A9060C8-6DB1-4570-88D9-41C95ED894CC}" dt="2024-12-02T12:36:38.059" v="641" actId="1076"/>
          <ac:spMkLst>
            <pc:docMk/>
            <pc:sldMk cId="1544430804" sldId="258"/>
            <ac:spMk id="4" creationId="{5260FE83-5109-7867-DB3C-F03BB451D140}"/>
          </ac:spMkLst>
        </pc:spChg>
        <pc:spChg chg="mod">
          <ac:chgData name="Georges MATHIO" userId="1057b68d-d9cf-4cd5-bc4c-3fe68ec33e97" providerId="ADAL" clId="{3A9060C8-6DB1-4570-88D9-41C95ED894CC}" dt="2024-12-02T12:37:33.534" v="646" actId="1076"/>
          <ac:spMkLst>
            <pc:docMk/>
            <pc:sldMk cId="1544430804" sldId="258"/>
            <ac:spMk id="6" creationId="{C916A6D4-4772-C339-9CF5-36375890586C}"/>
          </ac:spMkLst>
        </pc:spChg>
        <pc:spChg chg="mod">
          <ac:chgData name="Georges MATHIO" userId="1057b68d-d9cf-4cd5-bc4c-3fe68ec33e97" providerId="ADAL" clId="{3A9060C8-6DB1-4570-88D9-41C95ED894CC}" dt="2024-12-02T12:37:30.282" v="645" actId="1076"/>
          <ac:spMkLst>
            <pc:docMk/>
            <pc:sldMk cId="1544430804" sldId="258"/>
            <ac:spMk id="10" creationId="{CC96A6A7-CEB2-E2C2-0A9E-A26523C74C08}"/>
          </ac:spMkLst>
        </pc:spChg>
        <pc:picChg chg="mod">
          <ac:chgData name="Georges MATHIO" userId="1057b68d-d9cf-4cd5-bc4c-3fe68ec33e97" providerId="ADAL" clId="{3A9060C8-6DB1-4570-88D9-41C95ED894CC}" dt="2024-12-02T12:36:15.772" v="636" actId="1076"/>
          <ac:picMkLst>
            <pc:docMk/>
            <pc:sldMk cId="1544430804" sldId="258"/>
            <ac:picMk id="5" creationId="{B054B12A-5679-C364-C4EB-BF837708FF38}"/>
          </ac:picMkLst>
        </pc:picChg>
        <pc:picChg chg="mod">
          <ac:chgData name="Georges MATHIO" userId="1057b68d-d9cf-4cd5-bc4c-3fe68ec33e97" providerId="ADAL" clId="{3A9060C8-6DB1-4570-88D9-41C95ED894CC}" dt="2024-11-08T12:52:48.103" v="162" actId="14861"/>
          <ac:picMkLst>
            <pc:docMk/>
            <pc:sldMk cId="1544430804" sldId="258"/>
            <ac:picMk id="19" creationId="{CA0CB986-8EA8-E861-D6B2-34BD53A21520}"/>
          </ac:picMkLst>
        </pc:picChg>
        <pc:picChg chg="mod">
          <ac:chgData name="Georges MATHIO" userId="1057b68d-d9cf-4cd5-bc4c-3fe68ec33e97" providerId="ADAL" clId="{3A9060C8-6DB1-4570-88D9-41C95ED894CC}" dt="2024-12-02T12:37:19.242" v="643" actId="1076"/>
          <ac:picMkLst>
            <pc:docMk/>
            <pc:sldMk cId="1544430804" sldId="258"/>
            <ac:picMk id="1028" creationId="{F2F431C0-3E6E-0B4F-A1E2-E71CCCEC7F95}"/>
          </ac:picMkLst>
        </pc:picChg>
        <pc:picChg chg="mod">
          <ac:chgData name="Georges MATHIO" userId="1057b68d-d9cf-4cd5-bc4c-3fe68ec33e97" providerId="ADAL" clId="{3A9060C8-6DB1-4570-88D9-41C95ED894CC}" dt="2024-12-02T12:37:27.318" v="644" actId="1076"/>
          <ac:picMkLst>
            <pc:docMk/>
            <pc:sldMk cId="1544430804" sldId="258"/>
            <ac:picMk id="1038" creationId="{A7FC76E8-4D6B-38F0-C3AE-442F128E5E6E}"/>
          </ac:picMkLst>
        </pc:picChg>
        <pc:picChg chg="mod">
          <ac:chgData name="Georges MATHIO" userId="1057b68d-d9cf-4cd5-bc4c-3fe68ec33e97" providerId="ADAL" clId="{3A9060C8-6DB1-4570-88D9-41C95ED894CC}" dt="2024-11-08T12:52:48.103" v="162" actId="14861"/>
          <ac:picMkLst>
            <pc:docMk/>
            <pc:sldMk cId="1544430804" sldId="258"/>
            <ac:picMk id="1040" creationId="{8B703A3C-91F8-5E3E-BD32-EC76BBEA97B6}"/>
          </ac:picMkLst>
        </pc:picChg>
        <pc:picChg chg="mod">
          <ac:chgData name="Georges MATHIO" userId="1057b68d-d9cf-4cd5-bc4c-3fe68ec33e97" providerId="ADAL" clId="{3A9060C8-6DB1-4570-88D9-41C95ED894CC}" dt="2024-11-08T12:52:48.103" v="162" actId="14861"/>
          <ac:picMkLst>
            <pc:docMk/>
            <pc:sldMk cId="1544430804" sldId="258"/>
            <ac:picMk id="1050" creationId="{EB07F7CA-9F7F-3B1A-2684-A077FA1EE869}"/>
          </ac:picMkLst>
        </pc:picChg>
      </pc:sldChg>
      <pc:sldChg chg="addSp delSp modSp add mod ord modAnim">
        <pc:chgData name="Georges MATHIO" userId="1057b68d-d9cf-4cd5-bc4c-3fe68ec33e97" providerId="ADAL" clId="{3A9060C8-6DB1-4570-88D9-41C95ED894CC}" dt="2024-12-03T13:15:39.202" v="1510" actId="20577"/>
        <pc:sldMkLst>
          <pc:docMk/>
          <pc:sldMk cId="3325561610" sldId="263"/>
        </pc:sldMkLst>
        <pc:spChg chg="del">
          <ac:chgData name="Georges MATHIO" userId="1057b68d-d9cf-4cd5-bc4c-3fe68ec33e97" providerId="ADAL" clId="{3A9060C8-6DB1-4570-88D9-41C95ED894CC}" dt="2024-12-03T13:15:31.141" v="1504" actId="478"/>
          <ac:spMkLst>
            <pc:docMk/>
            <pc:sldMk cId="3325561610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3A9060C8-6DB1-4570-88D9-41C95ED894CC}" dt="2024-12-03T13:06:27.440" v="1321" actId="478"/>
          <ac:spMkLst>
            <pc:docMk/>
            <pc:sldMk cId="3325561610" sldId="263"/>
            <ac:spMk id="3" creationId="{FA93D096-54F4-D02E-BA37-B7FD9735B501}"/>
          </ac:spMkLst>
        </pc:spChg>
        <pc:spChg chg="add mod">
          <ac:chgData name="Georges MATHIO" userId="1057b68d-d9cf-4cd5-bc4c-3fe68ec33e97" providerId="ADAL" clId="{3A9060C8-6DB1-4570-88D9-41C95ED894CC}" dt="2024-12-03T13:07:10.875" v="1381" actId="1076"/>
          <ac:spMkLst>
            <pc:docMk/>
            <pc:sldMk cId="3325561610" sldId="263"/>
            <ac:spMk id="4" creationId="{CE3E803B-EB4B-C86B-C54D-C25126E18C51}"/>
          </ac:spMkLst>
        </pc:spChg>
        <pc:spChg chg="add del mod">
          <ac:chgData name="Georges MATHIO" userId="1057b68d-d9cf-4cd5-bc4c-3fe68ec33e97" providerId="ADAL" clId="{3A9060C8-6DB1-4570-88D9-41C95ED894CC}" dt="2024-12-03T13:15:34.435" v="1505" actId="478"/>
          <ac:spMkLst>
            <pc:docMk/>
            <pc:sldMk cId="3325561610" sldId="263"/>
            <ac:spMk id="6" creationId="{8F5FBDDA-609A-A6EC-3905-835FE990ABBC}"/>
          </ac:spMkLst>
        </pc:spChg>
        <pc:spChg chg="add mod">
          <ac:chgData name="Georges MATHIO" userId="1057b68d-d9cf-4cd5-bc4c-3fe68ec33e97" providerId="ADAL" clId="{3A9060C8-6DB1-4570-88D9-41C95ED894CC}" dt="2024-12-03T13:15:39.202" v="1510" actId="20577"/>
          <ac:spMkLst>
            <pc:docMk/>
            <pc:sldMk cId="3325561610" sldId="263"/>
            <ac:spMk id="7" creationId="{1A5B1D65-4C30-544D-5067-8A7183550A5C}"/>
          </ac:spMkLst>
        </pc:spChg>
        <pc:spChg chg="del">
          <ac:chgData name="Georges MATHIO" userId="1057b68d-d9cf-4cd5-bc4c-3fe68ec33e97" providerId="ADAL" clId="{3A9060C8-6DB1-4570-88D9-41C95ED894CC}" dt="2024-12-03T13:06:31.548" v="1322" actId="478"/>
          <ac:spMkLst>
            <pc:docMk/>
            <pc:sldMk cId="3325561610" sldId="263"/>
            <ac:spMk id="8" creationId="{8C1BBF7E-EA70-9FE6-C90F-A1284432D1C6}"/>
          </ac:spMkLst>
        </pc:spChg>
        <pc:spChg chg="mod ord">
          <ac:chgData name="Georges MATHIO" userId="1057b68d-d9cf-4cd5-bc4c-3fe68ec33e97" providerId="ADAL" clId="{3A9060C8-6DB1-4570-88D9-41C95ED894CC}" dt="2024-12-03T13:08:34.770" v="1393" actId="166"/>
          <ac:spMkLst>
            <pc:docMk/>
            <pc:sldMk cId="3325561610" sldId="263"/>
            <ac:spMk id="14" creationId="{1BC36406-F20D-655C-3ABF-4FE17415DAD3}"/>
          </ac:spMkLst>
        </pc:spChg>
        <pc:spChg chg="mod">
          <ac:chgData name="Georges MATHIO" userId="1057b68d-d9cf-4cd5-bc4c-3fe68ec33e97" providerId="ADAL" clId="{3A9060C8-6DB1-4570-88D9-41C95ED894CC}" dt="2024-12-03T13:08:51.033" v="1395" actId="14100"/>
          <ac:spMkLst>
            <pc:docMk/>
            <pc:sldMk cId="3325561610" sldId="263"/>
            <ac:spMk id="17" creationId="{E48B3046-FECA-2023-98AD-A182722A3D5E}"/>
          </ac:spMkLst>
        </pc:spChg>
        <pc:spChg chg="mod ord">
          <ac:chgData name="Georges MATHIO" userId="1057b68d-d9cf-4cd5-bc4c-3fe68ec33e97" providerId="ADAL" clId="{3A9060C8-6DB1-4570-88D9-41C95ED894CC}" dt="2024-12-03T13:08:34.770" v="1393" actId="166"/>
          <ac:spMkLst>
            <pc:docMk/>
            <pc:sldMk cId="3325561610" sldId="263"/>
            <ac:spMk id="18" creationId="{9AB9687A-3127-5D3D-EE8E-A3096927D230}"/>
          </ac:spMkLst>
        </pc:spChg>
        <pc:spChg chg="mod">
          <ac:chgData name="Georges MATHIO" userId="1057b68d-d9cf-4cd5-bc4c-3fe68ec33e97" providerId="ADAL" clId="{3A9060C8-6DB1-4570-88D9-41C95ED894CC}" dt="2024-12-03T13:07:53.594" v="1384" actId="14100"/>
          <ac:spMkLst>
            <pc:docMk/>
            <pc:sldMk cId="3325561610" sldId="263"/>
            <ac:spMk id="29" creationId="{FF81BE5A-AD49-0A8C-DDCC-1E0C0382DBEA}"/>
          </ac:spMkLst>
        </pc:spChg>
        <pc:spChg chg="mod">
          <ac:chgData name="Georges MATHIO" userId="1057b68d-d9cf-4cd5-bc4c-3fe68ec33e97" providerId="ADAL" clId="{3A9060C8-6DB1-4570-88D9-41C95ED894CC}" dt="2024-12-03T13:07:50.568" v="1383" actId="14100"/>
          <ac:spMkLst>
            <pc:docMk/>
            <pc:sldMk cId="3325561610" sldId="263"/>
            <ac:spMk id="34" creationId="{106AFC5B-F384-A61E-57D0-B78DBDEC30B5}"/>
          </ac:spMkLst>
        </pc:spChg>
        <pc:spChg chg="mod">
          <ac:chgData name="Georges MATHIO" userId="1057b68d-d9cf-4cd5-bc4c-3fe68ec33e97" providerId="ADAL" clId="{3A9060C8-6DB1-4570-88D9-41C95ED894CC}" dt="2024-12-03T13:08:04.287" v="1387" actId="14100"/>
          <ac:spMkLst>
            <pc:docMk/>
            <pc:sldMk cId="3325561610" sldId="263"/>
            <ac:spMk id="39" creationId="{F3AB2B3B-DD0D-FBA8-EF11-0380F5B0688D}"/>
          </ac:spMkLst>
        </pc:spChg>
        <pc:spChg chg="mod">
          <ac:chgData name="Georges MATHIO" userId="1057b68d-d9cf-4cd5-bc4c-3fe68ec33e97" providerId="ADAL" clId="{3A9060C8-6DB1-4570-88D9-41C95ED894CC}" dt="2024-12-03T13:07:06.153" v="1380" actId="1035"/>
          <ac:spMkLst>
            <pc:docMk/>
            <pc:sldMk cId="3325561610" sldId="263"/>
            <ac:spMk id="40" creationId="{32C87E68-FADD-4710-BF3C-7AB1245291A1}"/>
          </ac:spMkLst>
        </pc:spChg>
        <pc:spChg chg="mod">
          <ac:chgData name="Georges MATHIO" userId="1057b68d-d9cf-4cd5-bc4c-3fe68ec33e97" providerId="ADAL" clId="{3A9060C8-6DB1-4570-88D9-41C95ED894CC}" dt="2024-12-03T13:07:06.153" v="1380" actId="1035"/>
          <ac:spMkLst>
            <pc:docMk/>
            <pc:sldMk cId="3325561610" sldId="263"/>
            <ac:spMk id="41" creationId="{07F526FB-A3D6-3412-BAED-8856C619F8D2}"/>
          </ac:spMkLst>
        </pc:spChg>
        <pc:spChg chg="mod">
          <ac:chgData name="Georges MATHIO" userId="1057b68d-d9cf-4cd5-bc4c-3fe68ec33e97" providerId="ADAL" clId="{3A9060C8-6DB1-4570-88D9-41C95ED894CC}" dt="2024-12-03T13:07:06.153" v="1380" actId="1035"/>
          <ac:spMkLst>
            <pc:docMk/>
            <pc:sldMk cId="3325561610" sldId="263"/>
            <ac:spMk id="42" creationId="{E3F274B1-370F-87B2-2BF2-70C4317E3E27}"/>
          </ac:spMkLst>
        </pc:spChg>
        <pc:spChg chg="mod">
          <ac:chgData name="Georges MATHIO" userId="1057b68d-d9cf-4cd5-bc4c-3fe68ec33e97" providerId="ADAL" clId="{3A9060C8-6DB1-4570-88D9-41C95ED894CC}" dt="2024-12-03T13:07:06.153" v="1380" actId="1035"/>
          <ac:spMkLst>
            <pc:docMk/>
            <pc:sldMk cId="3325561610" sldId="263"/>
            <ac:spMk id="47" creationId="{3CB7D693-E472-4CF4-E6EE-3F85690C8777}"/>
          </ac:spMkLst>
        </pc:spChg>
        <pc:spChg chg="mod">
          <ac:chgData name="Georges MATHIO" userId="1057b68d-d9cf-4cd5-bc4c-3fe68ec33e97" providerId="ADAL" clId="{3A9060C8-6DB1-4570-88D9-41C95ED894CC}" dt="2024-12-03T13:07:06.153" v="1380" actId="1035"/>
          <ac:spMkLst>
            <pc:docMk/>
            <pc:sldMk cId="3325561610" sldId="263"/>
            <ac:spMk id="48" creationId="{2FA86C7C-CF2F-52A8-10F5-AD210DC3C70C}"/>
          </ac:spMkLst>
        </pc:spChg>
        <pc:spChg chg="mod">
          <ac:chgData name="Georges MATHIO" userId="1057b68d-d9cf-4cd5-bc4c-3fe68ec33e97" providerId="ADAL" clId="{3A9060C8-6DB1-4570-88D9-41C95ED894CC}" dt="2024-12-03T13:08:44.423" v="1394" actId="14100"/>
          <ac:spMkLst>
            <pc:docMk/>
            <pc:sldMk cId="3325561610" sldId="263"/>
            <ac:spMk id="49" creationId="{713BB2BD-938E-EEA5-D5BB-E39AB09879D8}"/>
          </ac:spMkLst>
        </pc:spChg>
        <pc:grpChg chg="mod">
          <ac:chgData name="Georges MATHIO" userId="1057b68d-d9cf-4cd5-bc4c-3fe68ec33e97" providerId="ADAL" clId="{3A9060C8-6DB1-4570-88D9-41C95ED894CC}" dt="2024-12-03T13:06:46.330" v="1356" actId="1036"/>
          <ac:grpSpMkLst>
            <pc:docMk/>
            <pc:sldMk cId="3325561610" sldId="263"/>
            <ac:grpSpMk id="24" creationId="{0479B4B8-9537-CC87-56CB-32F24F2CBA21}"/>
          </ac:grpSpMkLst>
        </pc:grpChg>
        <pc:grpChg chg="mod">
          <ac:chgData name="Georges MATHIO" userId="1057b68d-d9cf-4cd5-bc4c-3fe68ec33e97" providerId="ADAL" clId="{3A9060C8-6DB1-4570-88D9-41C95ED894CC}" dt="2024-12-03T13:06:46.330" v="1356" actId="1036"/>
          <ac:grpSpMkLst>
            <pc:docMk/>
            <pc:sldMk cId="3325561610" sldId="263"/>
            <ac:grpSpMk id="25" creationId="{B293E5BD-E6FF-5264-2134-15B2858F94CF}"/>
          </ac:grpSpMkLst>
        </pc:grpChg>
        <pc:grpChg chg="mod">
          <ac:chgData name="Georges MATHIO" userId="1057b68d-d9cf-4cd5-bc4c-3fe68ec33e97" providerId="ADAL" clId="{3A9060C8-6DB1-4570-88D9-41C95ED894CC}" dt="2024-12-03T13:06:46.330" v="1356" actId="1036"/>
          <ac:grpSpMkLst>
            <pc:docMk/>
            <pc:sldMk cId="3325561610" sldId="263"/>
            <ac:grpSpMk id="30" creationId="{7FD97DA1-3C89-F116-705A-A8C64073FAA8}"/>
          </ac:grpSpMkLst>
        </pc:grpChg>
        <pc:grpChg chg="mod">
          <ac:chgData name="Georges MATHIO" userId="1057b68d-d9cf-4cd5-bc4c-3fe68ec33e97" providerId="ADAL" clId="{3A9060C8-6DB1-4570-88D9-41C95ED894CC}" dt="2024-12-03T13:06:46.330" v="1356" actId="1036"/>
          <ac:grpSpMkLst>
            <pc:docMk/>
            <pc:sldMk cId="3325561610" sldId="263"/>
            <ac:grpSpMk id="35" creationId="{1C0ECA21-A452-229D-9B08-032B09E98B30}"/>
          </ac:grpSpMkLst>
        </pc:grpChg>
        <pc:grpChg chg="mod">
          <ac:chgData name="Georges MATHIO" userId="1057b68d-d9cf-4cd5-bc4c-3fe68ec33e97" providerId="ADAL" clId="{3A9060C8-6DB1-4570-88D9-41C95ED894CC}" dt="2024-12-03T13:06:46.330" v="1356" actId="1036"/>
          <ac:grpSpMkLst>
            <pc:docMk/>
            <pc:sldMk cId="3325561610" sldId="263"/>
            <ac:grpSpMk id="43" creationId="{E3331002-F0BC-C008-C882-71A3338D2A33}"/>
          </ac:grpSpMkLst>
        </pc:grpChg>
        <pc:picChg chg="mod ord">
          <ac:chgData name="Georges MATHIO" userId="1057b68d-d9cf-4cd5-bc4c-3fe68ec33e97" providerId="ADAL" clId="{3A9060C8-6DB1-4570-88D9-41C95ED894CC}" dt="2024-12-03T13:08:34.770" v="1393" actId="166"/>
          <ac:picMkLst>
            <pc:docMk/>
            <pc:sldMk cId="3325561610" sldId="263"/>
            <ac:picMk id="22" creationId="{7B580882-1E27-3AD8-3945-3EAB195AE87C}"/>
          </ac:picMkLst>
        </pc:picChg>
      </pc:sldChg>
      <pc:sldChg chg="addSp modSp mod modTransition modAnim modShow">
        <pc:chgData name="Georges MATHIO" userId="1057b68d-d9cf-4cd5-bc4c-3fe68ec33e97" providerId="ADAL" clId="{3A9060C8-6DB1-4570-88D9-41C95ED894CC}" dt="2024-12-03T13:13:47.160" v="1493" actId="1076"/>
        <pc:sldMkLst>
          <pc:docMk/>
          <pc:sldMk cId="3094259395" sldId="265"/>
        </pc:sldMkLst>
        <pc:spChg chg="mod">
          <ac:chgData name="Georges MATHIO" userId="1057b68d-d9cf-4cd5-bc4c-3fe68ec33e97" providerId="ADAL" clId="{3A9060C8-6DB1-4570-88D9-41C95ED894CC}" dt="2024-12-02T12:54:16.556" v="775" actId="1076"/>
          <ac:spMkLst>
            <pc:docMk/>
            <pc:sldMk cId="3094259395" sldId="265"/>
            <ac:spMk id="5" creationId="{30B95D2B-6C90-9692-8E9C-87B3FA2F3901}"/>
          </ac:spMkLst>
        </pc:spChg>
        <pc:spChg chg="add mod">
          <ac:chgData name="Georges MATHIO" userId="1057b68d-d9cf-4cd5-bc4c-3fe68ec33e97" providerId="ADAL" clId="{3A9060C8-6DB1-4570-88D9-41C95ED894CC}" dt="2024-12-03T12:58:40.902" v="1241"/>
          <ac:spMkLst>
            <pc:docMk/>
            <pc:sldMk cId="3094259395" sldId="265"/>
            <ac:spMk id="6" creationId="{B104894F-CE08-648B-7B77-D2B8DF0623C0}"/>
          </ac:spMkLst>
        </pc:spChg>
        <pc:spChg chg="add mod">
          <ac:chgData name="Georges MATHIO" userId="1057b68d-d9cf-4cd5-bc4c-3fe68ec33e97" providerId="ADAL" clId="{3A9060C8-6DB1-4570-88D9-41C95ED894CC}" dt="2024-12-03T12:59:12.835" v="1259" actId="20577"/>
          <ac:spMkLst>
            <pc:docMk/>
            <pc:sldMk cId="3094259395" sldId="265"/>
            <ac:spMk id="9" creationId="{5CC97485-08BA-DF45-5EB2-9E8FCDE0E8C5}"/>
          </ac:spMkLst>
        </pc:spChg>
        <pc:picChg chg="add mod">
          <ac:chgData name="Georges MATHIO" userId="1057b68d-d9cf-4cd5-bc4c-3fe68ec33e97" providerId="ADAL" clId="{3A9060C8-6DB1-4570-88D9-41C95ED894CC}" dt="2024-12-02T12:53:50.152" v="767"/>
          <ac:picMkLst>
            <pc:docMk/>
            <pc:sldMk cId="3094259395" sldId="265"/>
            <ac:picMk id="6" creationId="{AC9CCB36-C0EC-85F0-7C59-DF6FD6414BD9}"/>
          </ac:picMkLst>
        </pc:picChg>
        <pc:picChg chg="add mod">
          <ac:chgData name="Georges MATHIO" userId="1057b68d-d9cf-4cd5-bc4c-3fe68ec33e97" providerId="ADAL" clId="{3A9060C8-6DB1-4570-88D9-41C95ED894CC}" dt="2024-12-03T13:13:47.160" v="1493" actId="1076"/>
          <ac:picMkLst>
            <pc:docMk/>
            <pc:sldMk cId="3094259395" sldId="265"/>
            <ac:picMk id="7" creationId="{CF057DEB-4955-B56C-DB35-65EB18CF3501}"/>
          </ac:picMkLst>
        </pc:picChg>
        <pc:picChg chg="add">
          <ac:chgData name="Georges MATHIO" userId="1057b68d-d9cf-4cd5-bc4c-3fe68ec33e97" providerId="ADAL" clId="{3A9060C8-6DB1-4570-88D9-41C95ED894CC}" dt="2024-12-03T12:58:44.561" v="1242"/>
          <ac:picMkLst>
            <pc:docMk/>
            <pc:sldMk cId="3094259395" sldId="265"/>
            <ac:picMk id="8" creationId="{0D425444-BAE3-3A88-5E2A-48CAAD96B20D}"/>
          </ac:picMkLst>
        </pc:picChg>
      </pc:sldChg>
      <pc:sldChg chg="addSp delSp modSp add mod modTransition">
        <pc:chgData name="Georges MATHIO" userId="1057b68d-d9cf-4cd5-bc4c-3fe68ec33e97" providerId="ADAL" clId="{3A9060C8-6DB1-4570-88D9-41C95ED894CC}" dt="2024-12-02T12:54:44.924" v="789"/>
        <pc:sldMkLst>
          <pc:docMk/>
          <pc:sldMk cId="1310229318" sldId="266"/>
        </pc:sldMkLst>
        <pc:spChg chg="mod">
          <ac:chgData name="Georges MATHIO" userId="1057b68d-d9cf-4cd5-bc4c-3fe68ec33e97" providerId="ADAL" clId="{3A9060C8-6DB1-4570-88D9-41C95ED894CC}" dt="2024-11-13T15:22:22.109" v="176" actId="20577"/>
          <ac:spMkLst>
            <pc:docMk/>
            <pc:sldMk cId="1310229318" sldId="266"/>
            <ac:spMk id="2" creationId="{FEF80AFB-D71C-C35E-5C9C-D874F75EDB73}"/>
          </ac:spMkLst>
        </pc:spChg>
        <pc:spChg chg="mod">
          <ac:chgData name="Georges MATHIO" userId="1057b68d-d9cf-4cd5-bc4c-3fe68ec33e97" providerId="ADAL" clId="{3A9060C8-6DB1-4570-88D9-41C95ED894CC}" dt="2024-11-13T15:36:09.752" v="317" actId="1076"/>
          <ac:spMkLst>
            <pc:docMk/>
            <pc:sldMk cId="1310229318" sldId="266"/>
            <ac:spMk id="3" creationId="{E67F58B7-E415-06A8-672E-AAF597DA6310}"/>
          </ac:spMkLst>
        </pc:spChg>
        <pc:spChg chg="mod">
          <ac:chgData name="Georges MATHIO" userId="1057b68d-d9cf-4cd5-bc4c-3fe68ec33e97" providerId="ADAL" clId="{3A9060C8-6DB1-4570-88D9-41C95ED894CC}" dt="2024-11-13T15:30:05.784" v="223" actId="20577"/>
          <ac:spMkLst>
            <pc:docMk/>
            <pc:sldMk cId="1310229318" sldId="266"/>
            <ac:spMk id="5" creationId="{D0F0E638-AAC9-FC37-B940-B1BCA5467189}"/>
          </ac:spMkLst>
        </pc:spChg>
        <pc:spChg chg="add mod">
          <ac:chgData name="Georges MATHIO" userId="1057b68d-d9cf-4cd5-bc4c-3fe68ec33e97" providerId="ADAL" clId="{3A9060C8-6DB1-4570-88D9-41C95ED894CC}" dt="2024-11-13T15:34:30.660" v="274" actId="20577"/>
          <ac:spMkLst>
            <pc:docMk/>
            <pc:sldMk cId="1310229318" sldId="266"/>
            <ac:spMk id="7" creationId="{C62DD6F6-4F33-9229-D9AD-9069EB627511}"/>
          </ac:spMkLst>
        </pc:spChg>
        <pc:picChg chg="del">
          <ac:chgData name="Georges MATHIO" userId="1057b68d-d9cf-4cd5-bc4c-3fe68ec33e97" providerId="ADAL" clId="{3A9060C8-6DB1-4570-88D9-41C95ED894CC}" dt="2024-11-13T15:22:33.315" v="177" actId="478"/>
          <ac:picMkLst>
            <pc:docMk/>
            <pc:sldMk cId="1310229318" sldId="266"/>
            <ac:picMk id="4" creationId="{20EEDE99-67BF-DF97-A23E-4F943B949BA3}"/>
          </ac:picMkLst>
        </pc:picChg>
        <pc:picChg chg="add mod">
          <ac:chgData name="Georges MATHIO" userId="1057b68d-d9cf-4cd5-bc4c-3fe68ec33e97" providerId="ADAL" clId="{3A9060C8-6DB1-4570-88D9-41C95ED894CC}" dt="2024-11-13T15:36:24.747" v="319" actId="14100"/>
          <ac:picMkLst>
            <pc:docMk/>
            <pc:sldMk cId="1310229318" sldId="266"/>
            <ac:picMk id="6" creationId="{55494D2E-907B-BBFB-244C-71E719BACB33}"/>
          </ac:picMkLst>
        </pc:picChg>
      </pc:sldChg>
      <pc:sldChg chg="addSp delSp modSp new mod modTransition modAnim">
        <pc:chgData name="Georges MATHIO" userId="1057b68d-d9cf-4cd5-bc4c-3fe68ec33e97" providerId="ADAL" clId="{3A9060C8-6DB1-4570-88D9-41C95ED894CC}" dt="2024-12-03T13:13:54.823" v="1497"/>
        <pc:sldMkLst>
          <pc:docMk/>
          <pc:sldMk cId="1395906562" sldId="267"/>
        </pc:sldMkLst>
        <pc:spChg chg="mod">
          <ac:chgData name="Georges MATHIO" userId="1057b68d-d9cf-4cd5-bc4c-3fe68ec33e97" providerId="ADAL" clId="{3A9060C8-6DB1-4570-88D9-41C95ED894CC}" dt="2024-11-13T15:37:39.716" v="340" actId="20577"/>
          <ac:spMkLst>
            <pc:docMk/>
            <pc:sldMk cId="1395906562" sldId="267"/>
            <ac:spMk id="2" creationId="{600994F1-E94C-E75E-BC63-D7DCA7A48771}"/>
          </ac:spMkLst>
        </pc:spChg>
        <pc:spChg chg="del">
          <ac:chgData name="Georges MATHIO" userId="1057b68d-d9cf-4cd5-bc4c-3fe68ec33e97" providerId="ADAL" clId="{3A9060C8-6DB1-4570-88D9-41C95ED894CC}" dt="2024-11-13T15:37:44.356" v="341" actId="478"/>
          <ac:spMkLst>
            <pc:docMk/>
            <pc:sldMk cId="1395906562" sldId="267"/>
            <ac:spMk id="3" creationId="{AD66733F-E3D7-7664-0557-08AE8BFB17AF}"/>
          </ac:spMkLst>
        </pc:spChg>
        <pc:spChg chg="add del mod ord">
          <ac:chgData name="Georges MATHIO" userId="1057b68d-d9cf-4cd5-bc4c-3fe68ec33e97" providerId="ADAL" clId="{3A9060C8-6DB1-4570-88D9-41C95ED894CC}" dt="2024-11-13T15:45:35.224" v="489" actId="478"/>
          <ac:spMkLst>
            <pc:docMk/>
            <pc:sldMk cId="1395906562" sldId="267"/>
            <ac:spMk id="5" creationId="{7C05C3D2-C150-3137-C774-0CA71D84AC56}"/>
          </ac:spMkLst>
        </pc:spChg>
        <pc:spChg chg="add mod">
          <ac:chgData name="Georges MATHIO" userId="1057b68d-d9cf-4cd5-bc4c-3fe68ec33e97" providerId="ADAL" clId="{3A9060C8-6DB1-4570-88D9-41C95ED894CC}" dt="2024-11-13T15:38:39.434" v="352" actId="571"/>
          <ac:spMkLst>
            <pc:docMk/>
            <pc:sldMk cId="1395906562" sldId="267"/>
            <ac:spMk id="6" creationId="{F1B2C3D5-F2FF-875A-CD8A-4993BE674611}"/>
          </ac:spMkLst>
        </pc:spChg>
        <pc:spChg chg="add mod">
          <ac:chgData name="Georges MATHIO" userId="1057b68d-d9cf-4cd5-bc4c-3fe68ec33e97" providerId="ADAL" clId="{3A9060C8-6DB1-4570-88D9-41C95ED894CC}" dt="2024-12-02T12:41:06.036" v="705" actId="122"/>
          <ac:spMkLst>
            <pc:docMk/>
            <pc:sldMk cId="1395906562" sldId="267"/>
            <ac:spMk id="7" creationId="{761F2331-7560-0288-FFDC-FD7F7E7568D3}"/>
          </ac:spMkLst>
        </pc:spChg>
        <pc:spChg chg="add del mod">
          <ac:chgData name="Georges MATHIO" userId="1057b68d-d9cf-4cd5-bc4c-3fe68ec33e97" providerId="ADAL" clId="{3A9060C8-6DB1-4570-88D9-41C95ED894CC}" dt="2024-11-13T15:44:34.772" v="418" actId="478"/>
          <ac:spMkLst>
            <pc:docMk/>
            <pc:sldMk cId="1395906562" sldId="267"/>
            <ac:spMk id="8" creationId="{8C9ACE23-31F3-1851-4B61-0ADE8341702B}"/>
          </ac:spMkLst>
        </pc:spChg>
        <pc:spChg chg="add mod">
          <ac:chgData name="Georges MATHIO" userId="1057b68d-d9cf-4cd5-bc4c-3fe68ec33e97" providerId="ADAL" clId="{3A9060C8-6DB1-4570-88D9-41C95ED894CC}" dt="2024-11-13T15:45:54.406" v="501" actId="14100"/>
          <ac:spMkLst>
            <pc:docMk/>
            <pc:sldMk cId="1395906562" sldId="267"/>
            <ac:spMk id="9" creationId="{25150703-BD46-767E-3638-10052711D97B}"/>
          </ac:spMkLst>
        </pc:spChg>
        <pc:spChg chg="add mod">
          <ac:chgData name="Georges MATHIO" userId="1057b68d-d9cf-4cd5-bc4c-3fe68ec33e97" providerId="ADAL" clId="{3A9060C8-6DB1-4570-88D9-41C95ED894CC}" dt="2024-12-03T13:03:45.535" v="1318" actId="1076"/>
          <ac:spMkLst>
            <pc:docMk/>
            <pc:sldMk cId="1395906562" sldId="267"/>
            <ac:spMk id="10" creationId="{F304579E-ABA3-EFEC-3A70-DD8C8C6A4105}"/>
          </ac:spMkLst>
        </pc:spChg>
        <pc:spChg chg="add mod">
          <ac:chgData name="Georges MATHIO" userId="1057b68d-d9cf-4cd5-bc4c-3fe68ec33e97" providerId="ADAL" clId="{3A9060C8-6DB1-4570-88D9-41C95ED894CC}" dt="2024-11-13T15:45:31.380" v="488" actId="571"/>
          <ac:spMkLst>
            <pc:docMk/>
            <pc:sldMk cId="1395906562" sldId="267"/>
            <ac:spMk id="11" creationId="{A3AFEB01-AAC8-A55C-3898-496204F3778C}"/>
          </ac:spMkLst>
        </pc:spChg>
        <pc:spChg chg="add mod">
          <ac:chgData name="Georges MATHIO" userId="1057b68d-d9cf-4cd5-bc4c-3fe68ec33e97" providerId="ADAL" clId="{3A9060C8-6DB1-4570-88D9-41C95ED894CC}" dt="2024-12-02T12:41:28.852" v="715" actId="1076"/>
          <ac:spMkLst>
            <pc:docMk/>
            <pc:sldMk cId="1395906562" sldId="267"/>
            <ac:spMk id="19" creationId="{77538D64-3838-49C5-D0DF-3080D20D3CE9}"/>
          </ac:spMkLst>
        </pc:spChg>
        <pc:spChg chg="add mod">
          <ac:chgData name="Georges MATHIO" userId="1057b68d-d9cf-4cd5-bc4c-3fe68ec33e97" providerId="ADAL" clId="{3A9060C8-6DB1-4570-88D9-41C95ED894CC}" dt="2024-12-03T13:03:16.379" v="1269" actId="20577"/>
          <ac:spMkLst>
            <pc:docMk/>
            <pc:sldMk cId="1395906562" sldId="267"/>
            <ac:spMk id="20" creationId="{3045F926-CF0A-102B-4DE4-ECB0E1CFF544}"/>
          </ac:spMkLst>
        </pc:spChg>
        <pc:spChg chg="add mod">
          <ac:chgData name="Georges MATHIO" userId="1057b68d-d9cf-4cd5-bc4c-3fe68ec33e97" providerId="ADAL" clId="{3A9060C8-6DB1-4570-88D9-41C95ED894CC}" dt="2024-12-02T12:41:55.458" v="727" actId="1076"/>
          <ac:spMkLst>
            <pc:docMk/>
            <pc:sldMk cId="1395906562" sldId="267"/>
            <ac:spMk id="21" creationId="{65E226BB-7BAF-10CD-8ACF-571388459F9E}"/>
          </ac:spMkLst>
        </pc:spChg>
        <pc:picChg chg="add mod">
          <ac:chgData name="Georges MATHIO" userId="1057b68d-d9cf-4cd5-bc4c-3fe68ec33e97" providerId="ADAL" clId="{3A9060C8-6DB1-4570-88D9-41C95ED894CC}" dt="2024-12-02T12:55:18.035" v="791" actId="1076"/>
          <ac:picMkLst>
            <pc:docMk/>
            <pc:sldMk cId="1395906562" sldId="267"/>
            <ac:picMk id="3" creationId="{502787AD-7855-AA67-830D-AFC53C15D82F}"/>
          </ac:picMkLst>
        </pc:picChg>
        <pc:picChg chg="add mod">
          <ac:chgData name="Georges MATHIO" userId="1057b68d-d9cf-4cd5-bc4c-3fe68ec33e97" providerId="ADAL" clId="{3A9060C8-6DB1-4570-88D9-41C95ED894CC}" dt="2024-12-02T12:40:17.946" v="702" actId="1076"/>
          <ac:picMkLst>
            <pc:docMk/>
            <pc:sldMk cId="1395906562" sldId="267"/>
            <ac:picMk id="4" creationId="{72661BE0-E89D-B7B3-5692-4AF0E35BA792}"/>
          </ac:picMkLst>
        </pc:picChg>
        <pc:cxnChg chg="add mod">
          <ac:chgData name="Georges MATHIO" userId="1057b68d-d9cf-4cd5-bc4c-3fe68ec33e97" providerId="ADAL" clId="{3A9060C8-6DB1-4570-88D9-41C95ED894CC}" dt="2024-11-13T15:47:09.994" v="554" actId="14100"/>
          <ac:cxnSpMkLst>
            <pc:docMk/>
            <pc:sldMk cId="1395906562" sldId="267"/>
            <ac:cxnSpMk id="13" creationId="{95F8C278-3EBE-05F4-BCD0-FEB26F753CC3}"/>
          </ac:cxnSpMkLst>
        </pc:cxnChg>
        <pc:cxnChg chg="add mod">
          <ac:chgData name="Georges MATHIO" userId="1057b68d-d9cf-4cd5-bc4c-3fe68ec33e97" providerId="ADAL" clId="{3A9060C8-6DB1-4570-88D9-41C95ED894CC}" dt="2024-11-13T15:47:16.410" v="557" actId="14100"/>
          <ac:cxnSpMkLst>
            <pc:docMk/>
            <pc:sldMk cId="1395906562" sldId="267"/>
            <ac:cxnSpMk id="16" creationId="{545C6885-FF98-DB9D-D35B-D30241A790A3}"/>
          </ac:cxnSpMkLst>
        </pc:cxnChg>
      </pc:sldChg>
      <pc:sldChg chg="addSp delSp modSp add mod modTransition delAnim modAnim">
        <pc:chgData name="Georges MATHIO" userId="1057b68d-d9cf-4cd5-bc4c-3fe68ec33e97" providerId="ADAL" clId="{3A9060C8-6DB1-4570-88D9-41C95ED894CC}" dt="2024-12-03T13:14:47.672" v="1498" actId="166"/>
        <pc:sldMkLst>
          <pc:docMk/>
          <pc:sldMk cId="3847611574" sldId="268"/>
        </pc:sldMkLst>
        <pc:spChg chg="mod">
          <ac:chgData name="Georges MATHIO" userId="1057b68d-d9cf-4cd5-bc4c-3fe68ec33e97" providerId="ADAL" clId="{3A9060C8-6DB1-4570-88D9-41C95ED894CC}" dt="2024-12-02T12:43:19.557" v="753" actId="20577"/>
          <ac:spMkLst>
            <pc:docMk/>
            <pc:sldMk cId="3847611574" sldId="268"/>
            <ac:spMk id="2" creationId="{DB9C651A-3083-F5B6-A610-0227CC6B9C3F}"/>
          </ac:spMkLst>
        </pc:spChg>
        <pc:spChg chg="add mod">
          <ac:chgData name="Georges MATHIO" userId="1057b68d-d9cf-4cd5-bc4c-3fe68ec33e97" providerId="ADAL" clId="{3A9060C8-6DB1-4570-88D9-41C95ED894CC}" dt="2024-12-02T13:32:37.299" v="1227" actId="20577"/>
          <ac:spMkLst>
            <pc:docMk/>
            <pc:sldMk cId="3847611574" sldId="268"/>
            <ac:spMk id="3" creationId="{282E7F46-9E8F-D557-783B-BC03709A20E9}"/>
          </ac:spMkLst>
        </pc:spChg>
        <pc:spChg chg="del">
          <ac:chgData name="Georges MATHIO" userId="1057b68d-d9cf-4cd5-bc4c-3fe68ec33e97" providerId="ADAL" clId="{3A9060C8-6DB1-4570-88D9-41C95ED894CC}" dt="2024-12-02T12:43:21.828" v="754" actId="478"/>
          <ac:spMkLst>
            <pc:docMk/>
            <pc:sldMk cId="3847611574" sldId="268"/>
            <ac:spMk id="7" creationId="{BCD6E8BE-A892-25AF-80B6-383A1E2D7AD3}"/>
          </ac:spMkLst>
        </pc:spChg>
        <pc:spChg chg="del">
          <ac:chgData name="Georges MATHIO" userId="1057b68d-d9cf-4cd5-bc4c-3fe68ec33e97" providerId="ADAL" clId="{3A9060C8-6DB1-4570-88D9-41C95ED894CC}" dt="2024-12-02T12:43:29.988" v="762" actId="478"/>
          <ac:spMkLst>
            <pc:docMk/>
            <pc:sldMk cId="3847611574" sldId="268"/>
            <ac:spMk id="9" creationId="{084EF366-E9AE-50C1-864F-87DB65F2EC34}"/>
          </ac:spMkLst>
        </pc:spChg>
        <pc:spChg chg="del">
          <ac:chgData name="Georges MATHIO" userId="1057b68d-d9cf-4cd5-bc4c-3fe68ec33e97" providerId="ADAL" clId="{3A9060C8-6DB1-4570-88D9-41C95ED894CC}" dt="2024-12-02T12:43:27.968" v="760" actId="478"/>
          <ac:spMkLst>
            <pc:docMk/>
            <pc:sldMk cId="3847611574" sldId="268"/>
            <ac:spMk id="10" creationId="{FDC81243-B25A-8991-45AB-D4B8F6631D76}"/>
          </ac:spMkLst>
        </pc:spChg>
        <pc:spChg chg="del mod">
          <ac:chgData name="Georges MATHIO" userId="1057b68d-d9cf-4cd5-bc4c-3fe68ec33e97" providerId="ADAL" clId="{3A9060C8-6DB1-4570-88D9-41C95ED894CC}" dt="2024-12-02T12:43:24.146" v="757" actId="478"/>
          <ac:spMkLst>
            <pc:docMk/>
            <pc:sldMk cId="3847611574" sldId="268"/>
            <ac:spMk id="19" creationId="{C12932B0-C5AB-4A05-BA42-68A9DA508B03}"/>
          </ac:spMkLst>
        </pc:spChg>
        <pc:spChg chg="del mod">
          <ac:chgData name="Georges MATHIO" userId="1057b68d-d9cf-4cd5-bc4c-3fe68ec33e97" providerId="ADAL" clId="{3A9060C8-6DB1-4570-88D9-41C95ED894CC}" dt="2024-12-02T12:43:29.270" v="761" actId="478"/>
          <ac:spMkLst>
            <pc:docMk/>
            <pc:sldMk cId="3847611574" sldId="268"/>
            <ac:spMk id="20" creationId="{5238E04A-959D-F83A-A8BE-A1AF97FA0062}"/>
          </ac:spMkLst>
        </pc:spChg>
        <pc:spChg chg="del">
          <ac:chgData name="Georges MATHIO" userId="1057b68d-d9cf-4cd5-bc4c-3fe68ec33e97" providerId="ADAL" clId="{3A9060C8-6DB1-4570-88D9-41C95ED894CC}" dt="2024-12-02T12:43:32.030" v="763" actId="478"/>
          <ac:spMkLst>
            <pc:docMk/>
            <pc:sldMk cId="3847611574" sldId="268"/>
            <ac:spMk id="21" creationId="{B4978D3E-28B4-50D0-AC6D-376BC3D1867E}"/>
          </ac:spMkLst>
        </pc:spChg>
        <pc:picChg chg="mod ord">
          <ac:chgData name="Georges MATHIO" userId="1057b68d-d9cf-4cd5-bc4c-3fe68ec33e97" providerId="ADAL" clId="{3A9060C8-6DB1-4570-88D9-41C95ED894CC}" dt="2024-12-03T13:14:47.672" v="1498" actId="166"/>
          <ac:picMkLst>
            <pc:docMk/>
            <pc:sldMk cId="3847611574" sldId="268"/>
            <ac:picMk id="4" creationId="{73E0C717-93EE-9518-55B1-C77DCC0D37CA}"/>
          </ac:picMkLst>
        </pc:picChg>
        <pc:cxnChg chg="del">
          <ac:chgData name="Georges MATHIO" userId="1057b68d-d9cf-4cd5-bc4c-3fe68ec33e97" providerId="ADAL" clId="{3A9060C8-6DB1-4570-88D9-41C95ED894CC}" dt="2024-12-02T12:43:22.848" v="755" actId="478"/>
          <ac:cxnSpMkLst>
            <pc:docMk/>
            <pc:sldMk cId="3847611574" sldId="268"/>
            <ac:cxnSpMk id="13" creationId="{9AAA0EBF-C6A7-663C-3B04-099C667824AC}"/>
          </ac:cxnSpMkLst>
        </pc:cxnChg>
        <pc:cxnChg chg="del mod">
          <ac:chgData name="Georges MATHIO" userId="1057b68d-d9cf-4cd5-bc4c-3fe68ec33e97" providerId="ADAL" clId="{3A9060C8-6DB1-4570-88D9-41C95ED894CC}" dt="2024-12-02T12:43:25.376" v="758" actId="478"/>
          <ac:cxnSpMkLst>
            <pc:docMk/>
            <pc:sldMk cId="3847611574" sldId="268"/>
            <ac:cxnSpMk id="16" creationId="{E1AF6737-FEA3-CDAD-D03B-A8AEFBB9EDE5}"/>
          </ac:cxnSpMkLst>
        </pc:cxnChg>
      </pc:sldChg>
      <pc:sldChg chg="addSp delSp modSp add mod modTransition">
        <pc:chgData name="Georges MATHIO" userId="1057b68d-d9cf-4cd5-bc4c-3fe68ec33e97" providerId="ADAL" clId="{3A9060C8-6DB1-4570-88D9-41C95ED894CC}" dt="2024-12-03T13:15:19.256" v="1503"/>
        <pc:sldMkLst>
          <pc:docMk/>
          <pc:sldMk cId="2337404392" sldId="269"/>
        </pc:sldMkLst>
        <pc:spChg chg="del mod">
          <ac:chgData name="Georges MATHIO" userId="1057b68d-d9cf-4cd5-bc4c-3fe68ec33e97" providerId="ADAL" clId="{3A9060C8-6DB1-4570-88D9-41C95ED894CC}" dt="2024-12-03T13:15:11.987" v="1501" actId="478"/>
          <ac:spMkLst>
            <pc:docMk/>
            <pc:sldMk cId="2337404392" sldId="269"/>
            <ac:spMk id="2" creationId="{3D737B61-D8A2-FA58-3A15-13DA802159E9}"/>
          </ac:spMkLst>
        </pc:spChg>
        <pc:spChg chg="del">
          <ac:chgData name="Georges MATHIO" userId="1057b68d-d9cf-4cd5-bc4c-3fe68ec33e97" providerId="ADAL" clId="{3A9060C8-6DB1-4570-88D9-41C95ED894CC}" dt="2024-12-03T13:14:53.461" v="1499" actId="478"/>
          <ac:spMkLst>
            <pc:docMk/>
            <pc:sldMk cId="2337404392" sldId="269"/>
            <ac:spMk id="4" creationId="{DD2DB4A1-AB08-6CC6-F56B-4A69A73292D2}"/>
          </ac:spMkLst>
        </pc:spChg>
        <pc:spChg chg="add mod">
          <ac:chgData name="Georges MATHIO" userId="1057b68d-d9cf-4cd5-bc4c-3fe68ec33e97" providerId="ADAL" clId="{3A9060C8-6DB1-4570-88D9-41C95ED894CC}" dt="2024-12-03T13:15:19.256" v="1503"/>
          <ac:spMkLst>
            <pc:docMk/>
            <pc:sldMk cId="2337404392" sldId="269"/>
            <ac:spMk id="5" creationId="{3BF4C764-5BB0-7013-3ACF-444F800BE131}"/>
          </ac:spMkLst>
        </pc:spChg>
        <pc:spChg chg="add del mod">
          <ac:chgData name="Georges MATHIO" userId="1057b68d-d9cf-4cd5-bc4c-3fe68ec33e97" providerId="ADAL" clId="{3A9060C8-6DB1-4570-88D9-41C95ED894CC}" dt="2024-12-03T13:15:16.953" v="1502" actId="478"/>
          <ac:spMkLst>
            <pc:docMk/>
            <pc:sldMk cId="2337404392" sldId="269"/>
            <ac:spMk id="7" creationId="{1F88270E-C468-02EF-A5A1-693916830810}"/>
          </ac:spMkLst>
        </pc:spChg>
        <pc:spChg chg="mod">
          <ac:chgData name="Georges MATHIO" userId="1057b68d-d9cf-4cd5-bc4c-3fe68ec33e97" providerId="ADAL" clId="{3A9060C8-6DB1-4570-88D9-41C95ED894CC}" dt="2024-12-03T13:10:37.400" v="1443" actId="20577"/>
          <ac:spMkLst>
            <pc:docMk/>
            <pc:sldMk cId="2337404392" sldId="269"/>
            <ac:spMk id="14" creationId="{300266E6-50E2-1AF7-8A7C-ED3DAE487FBB}"/>
          </ac:spMkLst>
        </pc:spChg>
        <pc:spChg chg="mod">
          <ac:chgData name="Georges MATHIO" userId="1057b68d-d9cf-4cd5-bc4c-3fe68ec33e97" providerId="ADAL" clId="{3A9060C8-6DB1-4570-88D9-41C95ED894CC}" dt="2024-12-03T13:10:56.233" v="1463"/>
          <ac:spMkLst>
            <pc:docMk/>
            <pc:sldMk cId="2337404392" sldId="269"/>
            <ac:spMk id="17" creationId="{33264F9F-D74E-3C96-2D99-148556F8CDDF}"/>
          </ac:spMkLst>
        </pc:spChg>
        <pc:spChg chg="del">
          <ac:chgData name="Georges MATHIO" userId="1057b68d-d9cf-4cd5-bc4c-3fe68ec33e97" providerId="ADAL" clId="{3A9060C8-6DB1-4570-88D9-41C95ED894CC}" dt="2024-12-03T13:10:07.295" v="1408" actId="478"/>
          <ac:spMkLst>
            <pc:docMk/>
            <pc:sldMk cId="2337404392" sldId="269"/>
            <ac:spMk id="18" creationId="{C1C1AD1C-4758-0BDF-F87F-655F9BB92F0E}"/>
          </ac:spMkLst>
        </pc:spChg>
        <pc:spChg chg="mod">
          <ac:chgData name="Georges MATHIO" userId="1057b68d-d9cf-4cd5-bc4c-3fe68ec33e97" providerId="ADAL" clId="{3A9060C8-6DB1-4570-88D9-41C95ED894CC}" dt="2024-12-03T13:10:57.370" v="1464"/>
          <ac:spMkLst>
            <pc:docMk/>
            <pc:sldMk cId="2337404392" sldId="269"/>
            <ac:spMk id="29" creationId="{9B253FA4-322B-6E77-86F7-294280204EDB}"/>
          </ac:spMkLst>
        </pc:spChg>
        <pc:spChg chg="mod">
          <ac:chgData name="Georges MATHIO" userId="1057b68d-d9cf-4cd5-bc4c-3fe68ec33e97" providerId="ADAL" clId="{3A9060C8-6DB1-4570-88D9-41C95ED894CC}" dt="2024-12-03T13:10:58.394" v="1465"/>
          <ac:spMkLst>
            <pc:docMk/>
            <pc:sldMk cId="2337404392" sldId="269"/>
            <ac:spMk id="34" creationId="{591BBB86-16E9-A1DD-B089-03D0C729DC24}"/>
          </ac:spMkLst>
        </pc:spChg>
        <pc:spChg chg="mod">
          <ac:chgData name="Georges MATHIO" userId="1057b68d-d9cf-4cd5-bc4c-3fe68ec33e97" providerId="ADAL" clId="{3A9060C8-6DB1-4570-88D9-41C95ED894CC}" dt="2024-12-03T13:10:59.874" v="1466"/>
          <ac:spMkLst>
            <pc:docMk/>
            <pc:sldMk cId="2337404392" sldId="269"/>
            <ac:spMk id="39" creationId="{96AEBCEA-E9D0-FC51-805F-4CD2A6E651C4}"/>
          </ac:spMkLst>
        </pc:spChg>
        <pc:spChg chg="add del">
          <ac:chgData name="Georges MATHIO" userId="1057b68d-d9cf-4cd5-bc4c-3fe68ec33e97" providerId="ADAL" clId="{3A9060C8-6DB1-4570-88D9-41C95ED894CC}" dt="2024-12-03T13:11:38.438" v="1479" actId="478"/>
          <ac:spMkLst>
            <pc:docMk/>
            <pc:sldMk cId="2337404392" sldId="269"/>
            <ac:spMk id="40" creationId="{6AE2AA48-3C35-8666-DDA9-D2D0D0E75100}"/>
          </ac:spMkLst>
        </pc:spChg>
        <pc:spChg chg="add del">
          <ac:chgData name="Georges MATHIO" userId="1057b68d-d9cf-4cd5-bc4c-3fe68ec33e97" providerId="ADAL" clId="{3A9060C8-6DB1-4570-88D9-41C95ED894CC}" dt="2024-12-03T13:11:38.438" v="1479" actId="478"/>
          <ac:spMkLst>
            <pc:docMk/>
            <pc:sldMk cId="2337404392" sldId="269"/>
            <ac:spMk id="41" creationId="{3681B5D4-93F9-AAD5-5926-C66DAFBC1A6D}"/>
          </ac:spMkLst>
        </pc:spChg>
        <pc:spChg chg="add del">
          <ac:chgData name="Georges MATHIO" userId="1057b68d-d9cf-4cd5-bc4c-3fe68ec33e97" providerId="ADAL" clId="{3A9060C8-6DB1-4570-88D9-41C95ED894CC}" dt="2024-12-03T13:11:38.438" v="1479" actId="478"/>
          <ac:spMkLst>
            <pc:docMk/>
            <pc:sldMk cId="2337404392" sldId="269"/>
            <ac:spMk id="42" creationId="{F08663B0-852E-9621-F576-2569C28DA508}"/>
          </ac:spMkLst>
        </pc:spChg>
        <pc:spChg chg="add del">
          <ac:chgData name="Georges MATHIO" userId="1057b68d-d9cf-4cd5-bc4c-3fe68ec33e97" providerId="ADAL" clId="{3A9060C8-6DB1-4570-88D9-41C95ED894CC}" dt="2024-12-03T13:11:38.438" v="1479" actId="478"/>
          <ac:spMkLst>
            <pc:docMk/>
            <pc:sldMk cId="2337404392" sldId="269"/>
            <ac:spMk id="47" creationId="{A4FF65FB-BB64-A983-0812-C2070EFDAE94}"/>
          </ac:spMkLst>
        </pc:spChg>
        <pc:spChg chg="add del">
          <ac:chgData name="Georges MATHIO" userId="1057b68d-d9cf-4cd5-bc4c-3fe68ec33e97" providerId="ADAL" clId="{3A9060C8-6DB1-4570-88D9-41C95ED894CC}" dt="2024-12-03T13:12:56.443" v="1490" actId="478"/>
          <ac:spMkLst>
            <pc:docMk/>
            <pc:sldMk cId="2337404392" sldId="269"/>
            <ac:spMk id="48" creationId="{AE93DB92-52E0-6A74-2F1A-AB776A12552E}"/>
          </ac:spMkLst>
        </pc:spChg>
        <pc:spChg chg="mod">
          <ac:chgData name="Georges MATHIO" userId="1057b68d-d9cf-4cd5-bc4c-3fe68ec33e97" providerId="ADAL" clId="{3A9060C8-6DB1-4570-88D9-41C95ED894CC}" dt="2024-12-03T13:10:52.165" v="1462" actId="20577"/>
          <ac:spMkLst>
            <pc:docMk/>
            <pc:sldMk cId="2337404392" sldId="269"/>
            <ac:spMk id="49" creationId="{9428C1CD-86F6-379A-FA15-F8BDD6941764}"/>
          </ac:spMkLst>
        </pc:spChg>
        <pc:picChg chg="add mod">
          <ac:chgData name="Georges MATHIO" userId="1057b68d-d9cf-4cd5-bc4c-3fe68ec33e97" providerId="ADAL" clId="{3A9060C8-6DB1-4570-88D9-41C95ED894CC}" dt="2024-12-03T13:10:46.667" v="1456" actId="1037"/>
          <ac:picMkLst>
            <pc:docMk/>
            <pc:sldMk cId="2337404392" sldId="269"/>
            <ac:picMk id="3" creationId="{38F40AFD-2821-B94E-E6CE-96B493288710}"/>
          </ac:picMkLst>
        </pc:picChg>
        <pc:picChg chg="del">
          <ac:chgData name="Georges MATHIO" userId="1057b68d-d9cf-4cd5-bc4c-3fe68ec33e97" providerId="ADAL" clId="{3A9060C8-6DB1-4570-88D9-41C95ED894CC}" dt="2024-12-03T13:10:03.814" v="1407" actId="478"/>
          <ac:picMkLst>
            <pc:docMk/>
            <pc:sldMk cId="2337404392" sldId="269"/>
            <ac:picMk id="22" creationId="{2E820C04-F917-8631-9C87-36C86ED5BDC0}"/>
          </ac:picMkLst>
        </pc:picChg>
      </pc:sldChg>
    </pc:docChg>
  </pc:docChgLst>
  <pc:docChgLst>
    <pc:chgData name="Georges MATHIO" userId="1057b68d-d9cf-4cd5-bc4c-3fe68ec33e97" providerId="ADAL" clId="{6896E697-4535-4548-B5BB-7BF60D63B382}"/>
    <pc:docChg chg="undo redo custSel addSld delSld modSld sldOrd modMainMaster">
      <pc:chgData name="Georges MATHIO" userId="1057b68d-d9cf-4cd5-bc4c-3fe68ec33e97" providerId="ADAL" clId="{6896E697-4535-4548-B5BB-7BF60D63B382}" dt="2023-11-06T10:26:22.863" v="3928"/>
      <pc:docMkLst>
        <pc:docMk/>
      </pc:docMkLst>
      <pc:sldChg chg="addSp delSp modSp del mod setBg">
        <pc:chgData name="Georges MATHIO" userId="1057b68d-d9cf-4cd5-bc4c-3fe68ec33e97" providerId="ADAL" clId="{6896E697-4535-4548-B5BB-7BF60D63B382}" dt="2023-10-26T13:39:07.448" v="856" actId="47"/>
        <pc:sldMkLst>
          <pc:docMk/>
          <pc:sldMk cId="1029684144" sldId="257"/>
        </pc:sldMkLst>
        <pc:spChg chg="mod">
          <ac:chgData name="Georges MATHIO" userId="1057b68d-d9cf-4cd5-bc4c-3fe68ec33e97" providerId="ADAL" clId="{6896E697-4535-4548-B5BB-7BF60D63B382}" dt="2023-10-26T13:15:07.700" v="1" actId="26606"/>
          <ac:spMkLst>
            <pc:docMk/>
            <pc:sldMk cId="1029684144" sldId="257"/>
            <ac:spMk id="2" creationId="{B5D39F23-9E5E-3FC9-8F53-3F96A255A95E}"/>
          </ac:spMkLst>
        </pc:spChg>
        <pc:spChg chg="del">
          <ac:chgData name="Georges MATHIO" userId="1057b68d-d9cf-4cd5-bc4c-3fe68ec33e97" providerId="ADAL" clId="{6896E697-4535-4548-B5BB-7BF60D63B382}" dt="2023-10-26T13:14:45.571" v="0"/>
          <ac:spMkLst>
            <pc:docMk/>
            <pc:sldMk cId="1029684144" sldId="257"/>
            <ac:spMk id="3" creationId="{84CB716B-E483-042C-35D2-F2CBBF99143C}"/>
          </ac:spMkLst>
        </pc:spChg>
        <pc:spChg chg="add mod">
          <ac:chgData name="Georges MATHIO" userId="1057b68d-d9cf-4cd5-bc4c-3fe68ec33e97" providerId="ADAL" clId="{6896E697-4535-4548-B5BB-7BF60D63B382}" dt="2023-10-26T13:36:14.492" v="730" actId="20577"/>
          <ac:spMkLst>
            <pc:docMk/>
            <pc:sldMk cId="1029684144" sldId="257"/>
            <ac:spMk id="9" creationId="{7DB127C4-6BEF-994A-4088-80E108A99217}"/>
          </ac:spMkLst>
        </pc:spChg>
        <pc:picChg chg="add mod">
          <ac:chgData name="Georges MATHIO" userId="1057b68d-d9cf-4cd5-bc4c-3fe68ec33e97" providerId="ADAL" clId="{6896E697-4535-4548-B5BB-7BF60D63B382}" dt="2023-10-26T13:15:30.345" v="4" actId="1076"/>
          <ac:picMkLst>
            <pc:docMk/>
            <pc:sldMk cId="1029684144" sldId="257"/>
            <ac:picMk id="5" creationId="{2DF1A251-FB83-C0F4-0593-FA905925C05F}"/>
          </ac:picMkLst>
        </pc:picChg>
      </pc:sldChg>
      <pc:sldChg chg="addSp delSp modSp new mod">
        <pc:chgData name="Georges MATHIO" userId="1057b68d-d9cf-4cd5-bc4c-3fe68ec33e97" providerId="ADAL" clId="{6896E697-4535-4548-B5BB-7BF60D63B382}" dt="2023-10-26T14:11:37.867" v="2689" actId="20577"/>
        <pc:sldMkLst>
          <pc:docMk/>
          <pc:sldMk cId="1554076419" sldId="258"/>
        </pc:sldMkLst>
        <pc:spChg chg="mod">
          <ac:chgData name="Georges MATHIO" userId="1057b68d-d9cf-4cd5-bc4c-3fe68ec33e97" providerId="ADAL" clId="{6896E697-4535-4548-B5BB-7BF60D63B382}" dt="2023-10-26T13:50:16.276" v="1346" actId="1038"/>
          <ac:spMkLst>
            <pc:docMk/>
            <pc:sldMk cId="1554076419" sldId="258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22:21.611" v="117" actId="478"/>
          <ac:spMkLst>
            <pc:docMk/>
            <pc:sldMk cId="1554076419" sldId="258"/>
            <ac:spMk id="3" creationId="{CCEA649E-CF4E-CD85-C8AF-E0296B17BA99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4" creationId="{5185E7B7-BF77-8FA5-F450-22EF6CADB3AF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5" creationId="{EBC66D41-2824-5251-9360-B8C227F88DA6}"/>
          </ac:spMkLst>
        </pc:spChg>
        <pc:spChg chg="add mod">
          <ac:chgData name="Georges MATHIO" userId="1057b68d-d9cf-4cd5-bc4c-3fe68ec33e97" providerId="ADAL" clId="{6896E697-4535-4548-B5BB-7BF60D63B382}" dt="2023-10-26T14:00:38.959" v="2328" actId="14100"/>
          <ac:spMkLst>
            <pc:docMk/>
            <pc:sldMk cId="1554076419" sldId="258"/>
            <ac:spMk id="6" creationId="{35FC96DA-A44D-A097-BC28-168510AB2271}"/>
          </ac:spMkLst>
        </pc:spChg>
        <pc:spChg chg="add mod">
          <ac:chgData name="Georges MATHIO" userId="1057b68d-d9cf-4cd5-bc4c-3fe68ec33e97" providerId="ADAL" clId="{6896E697-4535-4548-B5BB-7BF60D63B382}" dt="2023-10-26T13:27:03.540" v="345" actId="1035"/>
          <ac:spMkLst>
            <pc:docMk/>
            <pc:sldMk cId="1554076419" sldId="258"/>
            <ac:spMk id="7" creationId="{D0A8403C-5777-28EF-83D9-19F6822459A6}"/>
          </ac:spMkLst>
        </pc:spChg>
        <pc:spChg chg="add mod">
          <ac:chgData name="Georges MATHIO" userId="1057b68d-d9cf-4cd5-bc4c-3fe68ec33e97" providerId="ADAL" clId="{6896E697-4535-4548-B5BB-7BF60D63B382}" dt="2023-10-26T13:33:42.475" v="657" actId="20577"/>
          <ac:spMkLst>
            <pc:docMk/>
            <pc:sldMk cId="1554076419" sldId="258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3:29:02.344" v="373"/>
          <ac:spMkLst>
            <pc:docMk/>
            <pc:sldMk cId="1554076419" sldId="258"/>
            <ac:spMk id="9" creationId="{B3589FF7-0800-014E-47A6-815EE0415BD3}"/>
          </ac:spMkLst>
        </pc:spChg>
        <pc:spChg chg="add del mod">
          <ac:chgData name="Georges MATHIO" userId="1057b68d-d9cf-4cd5-bc4c-3fe68ec33e97" providerId="ADAL" clId="{6896E697-4535-4548-B5BB-7BF60D63B382}" dt="2023-10-26T13:29:01.806" v="372"/>
          <ac:spMkLst>
            <pc:docMk/>
            <pc:sldMk cId="1554076419" sldId="258"/>
            <ac:spMk id="10" creationId="{DFA8BC40-1922-CF33-3FF0-841C7D5CC6D8}"/>
          </ac:spMkLst>
        </pc:spChg>
        <pc:spChg chg="add mod">
          <ac:chgData name="Georges MATHIO" userId="1057b68d-d9cf-4cd5-bc4c-3fe68ec33e97" providerId="ADAL" clId="{6896E697-4535-4548-B5BB-7BF60D63B382}" dt="2023-10-26T13:34:07.586" v="688" actId="20577"/>
          <ac:spMkLst>
            <pc:docMk/>
            <pc:sldMk cId="1554076419" sldId="258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08:26.834" v="2660" actId="404"/>
          <ac:spMkLst>
            <pc:docMk/>
            <pc:sldMk cId="1554076419" sldId="258"/>
            <ac:spMk id="15" creationId="{1685C597-34CB-D272-A180-F815DAC2AE2C}"/>
          </ac:spMkLst>
        </pc:spChg>
        <pc:spChg chg="add mod">
          <ac:chgData name="Georges MATHIO" userId="1057b68d-d9cf-4cd5-bc4c-3fe68ec33e97" providerId="ADAL" clId="{6896E697-4535-4548-B5BB-7BF60D63B382}" dt="2023-10-26T14:11:37.867" v="2689" actId="20577"/>
          <ac:spMkLst>
            <pc:docMk/>
            <pc:sldMk cId="1554076419" sldId="258"/>
            <ac:spMk id="20" creationId="{39F9D3FD-D936-8011-4FE9-236D6D545DC8}"/>
          </ac:spMkLst>
        </pc:spChg>
        <pc:picChg chg="add mod">
          <ac:chgData name="Georges MATHIO" userId="1057b68d-d9cf-4cd5-bc4c-3fe68ec33e97" providerId="ADAL" clId="{6896E697-4535-4548-B5BB-7BF60D63B382}" dt="2023-10-26T14:07:33.809" v="2634" actId="1076"/>
          <ac:picMkLst>
            <pc:docMk/>
            <pc:sldMk cId="1554076419" sldId="258"/>
            <ac:picMk id="14" creationId="{DCF32F33-6E31-C54F-B79D-7B935267ADE7}"/>
          </ac:picMkLst>
        </pc:picChg>
        <pc:picChg chg="add del mod">
          <ac:chgData name="Georges MATHIO" userId="1057b68d-d9cf-4cd5-bc4c-3fe68ec33e97" providerId="ADAL" clId="{6896E697-4535-4548-B5BB-7BF60D63B382}" dt="2023-10-26T14:09:16.569" v="2662"/>
          <ac:picMkLst>
            <pc:docMk/>
            <pc:sldMk cId="1554076419" sldId="258"/>
            <ac:picMk id="17" creationId="{A08BD237-79BA-9359-3E54-302D076396B9}"/>
          </ac:picMkLst>
        </pc:picChg>
        <pc:picChg chg="add mod">
          <ac:chgData name="Georges MATHIO" userId="1057b68d-d9cf-4cd5-bc4c-3fe68ec33e97" providerId="ADAL" clId="{6896E697-4535-4548-B5BB-7BF60D63B382}" dt="2023-10-26T14:11:21.105" v="2667" actId="1076"/>
          <ac:picMkLst>
            <pc:docMk/>
            <pc:sldMk cId="1554076419" sldId="258"/>
            <ac:picMk id="19" creationId="{532C8E65-911C-75A2-6761-FDED691BB28F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54:54.547" v="3835" actId="20577"/>
        <pc:sldMkLst>
          <pc:docMk/>
          <pc:sldMk cId="2482283123" sldId="259"/>
        </pc:sldMkLst>
        <pc:spChg chg="mod">
          <ac:chgData name="Georges MATHIO" userId="1057b68d-d9cf-4cd5-bc4c-3fe68ec33e97" providerId="ADAL" clId="{6896E697-4535-4548-B5BB-7BF60D63B382}" dt="2023-10-26T14:01:56.894" v="2364" actId="20577"/>
          <ac:spMkLst>
            <pc:docMk/>
            <pc:sldMk cId="2482283123" sldId="259"/>
            <ac:spMk id="2" creationId="{8AE1D70E-C040-1542-B36E-7DDF82084F61}"/>
          </ac:spMkLst>
        </pc:spChg>
        <pc:spChg chg="add mod">
          <ac:chgData name="Georges MATHIO" userId="1057b68d-d9cf-4cd5-bc4c-3fe68ec33e97" providerId="ADAL" clId="{6896E697-4535-4548-B5BB-7BF60D63B382}" dt="2023-10-26T14:54:54.547" v="3835" actId="20577"/>
          <ac:spMkLst>
            <pc:docMk/>
            <pc:sldMk cId="2482283123" sldId="259"/>
            <ac:spMk id="3" creationId="{B5620FEA-FA3C-B3F6-C2FC-F9D51C3D46CB}"/>
          </ac:spMkLst>
        </pc:spChg>
        <pc:spChg chg="del mod">
          <ac:chgData name="Georges MATHIO" userId="1057b68d-d9cf-4cd5-bc4c-3fe68ec33e97" providerId="ADAL" clId="{6896E697-4535-4548-B5BB-7BF60D63B382}" dt="2023-10-26T13:37:04.525" v="791" actId="478"/>
          <ac:spMkLst>
            <pc:docMk/>
            <pc:sldMk cId="2482283123" sldId="259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7:02.586" v="789" actId="478"/>
          <ac:spMkLst>
            <pc:docMk/>
            <pc:sldMk cId="2482283123" sldId="259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7:05.895" v="792" actId="478"/>
          <ac:spMkLst>
            <pc:docMk/>
            <pc:sldMk cId="2482283123" sldId="259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7:06.610" v="793" actId="478"/>
          <ac:spMkLst>
            <pc:docMk/>
            <pc:sldMk cId="2482283123" sldId="259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7:08.590" v="794" actId="478"/>
          <ac:spMkLst>
            <pc:docMk/>
            <pc:sldMk cId="2482283123" sldId="259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9" creationId="{F92C6909-680E-CF22-9519-97912FB02AE3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0" creationId="{00B98920-E429-EA37-32A1-15F673B7F6C0}"/>
          </ac:spMkLst>
        </pc:spChg>
        <pc:spChg chg="del mod">
          <ac:chgData name="Georges MATHIO" userId="1057b68d-d9cf-4cd5-bc4c-3fe68ec33e97" providerId="ADAL" clId="{6896E697-4535-4548-B5BB-7BF60D63B382}" dt="2023-10-26T13:58:24.509" v="2316" actId="478"/>
          <ac:spMkLst>
            <pc:docMk/>
            <pc:sldMk cId="2482283123" sldId="259"/>
            <ac:spMk id="11" creationId="{3538C984-96B3-4E9A-E4F7-3FC99AFA0885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2" creationId="{AAB7740C-4FF2-3FB0-C776-B2057AEEDFFA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3" creationId="{D49EF494-F074-94AF-912E-9F870691ABF9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5" creationId="{BEB1539C-3ADF-857B-3F60-EA487C2E3A7F}"/>
          </ac:spMkLst>
        </pc:spChg>
        <pc:spChg chg="add del mod">
          <ac:chgData name="Georges MATHIO" userId="1057b68d-d9cf-4cd5-bc4c-3fe68ec33e97" providerId="ADAL" clId="{6896E697-4535-4548-B5BB-7BF60D63B382}" dt="2023-10-26T14:12:16.654" v="2701"/>
          <ac:spMkLst>
            <pc:docMk/>
            <pc:sldMk cId="2482283123" sldId="259"/>
            <ac:spMk id="17" creationId="{42D6C3BB-6244-2D85-38D8-1645F83FC98C}"/>
          </ac:spMkLst>
        </pc:spChg>
        <pc:grpChg chg="add mod">
          <ac:chgData name="Georges MATHIO" userId="1057b68d-d9cf-4cd5-bc4c-3fe68ec33e97" providerId="ADAL" clId="{6896E697-4535-4548-B5BB-7BF60D63B382}" dt="2023-10-26T14:12:16.175" v="2700" actId="164"/>
          <ac:grpSpMkLst>
            <pc:docMk/>
            <pc:sldMk cId="2482283123" sldId="259"/>
            <ac:grpSpMk id="18" creationId="{BB1470EE-36CD-991A-20B0-D926D35A8960}"/>
          </ac:grpSpMkLst>
        </pc:grp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4" creationId="{D04D66EA-406C-39DA-86C0-54642E43BC9F}"/>
          </ac:picMkLst>
        </pc:picChg>
        <pc:picChg chg="add del mod">
          <ac:chgData name="Georges MATHIO" userId="1057b68d-d9cf-4cd5-bc4c-3fe68ec33e97" providerId="ADAL" clId="{6896E697-4535-4548-B5BB-7BF60D63B382}" dt="2023-10-26T14:12:16.654" v="2701"/>
          <ac:picMkLst>
            <pc:docMk/>
            <pc:sldMk cId="2482283123" sldId="259"/>
            <ac:picMk id="16" creationId="{C45ADC7C-D46A-59C5-EC42-21934DCBFB40}"/>
          </ac:picMkLst>
        </pc:picChg>
        <pc:picChg chg="add mod">
          <ac:chgData name="Georges MATHIO" userId="1057b68d-d9cf-4cd5-bc4c-3fe68ec33e97" providerId="ADAL" clId="{6896E697-4535-4548-B5BB-7BF60D63B382}" dt="2023-10-26T14:12:59.775" v="2705" actId="1076"/>
          <ac:picMkLst>
            <pc:docMk/>
            <pc:sldMk cId="2482283123" sldId="259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16:24.917" v="2793" actId="1076"/>
        <pc:sldMkLst>
          <pc:docMk/>
          <pc:sldMk cId="319033476" sldId="260"/>
        </pc:sldMkLst>
        <pc:spChg chg="mod">
          <ac:chgData name="Georges MATHIO" userId="1057b68d-d9cf-4cd5-bc4c-3fe68ec33e97" providerId="ADAL" clId="{6896E697-4535-4548-B5BB-7BF60D63B382}" dt="2023-10-26T13:50:00.666" v="1311" actId="1037"/>
          <ac:spMkLst>
            <pc:docMk/>
            <pc:sldMk cId="319033476" sldId="260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4" creationId="{5185E7B7-BF77-8FA5-F450-22EF6CADB3AF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5" creationId="{EBC66D41-2824-5251-9360-B8C227F88DA6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6" creationId="{35FC96DA-A44D-A097-BC28-168510AB2271}"/>
          </ac:spMkLst>
        </pc:spChg>
        <pc:spChg chg="del">
          <ac:chgData name="Georges MATHIO" userId="1057b68d-d9cf-4cd5-bc4c-3fe68ec33e97" providerId="ADAL" clId="{6896E697-4535-4548-B5BB-7BF60D63B382}" dt="2023-10-26T13:38:31.551" v="800" actId="478"/>
          <ac:spMkLst>
            <pc:docMk/>
            <pc:sldMk cId="319033476" sldId="260"/>
            <ac:spMk id="7" creationId="{D0A8403C-5777-28EF-83D9-19F6822459A6}"/>
          </ac:spMkLst>
        </pc:spChg>
        <pc:spChg chg="del">
          <ac:chgData name="Georges MATHIO" userId="1057b68d-d9cf-4cd5-bc4c-3fe68ec33e97" providerId="ADAL" clId="{6896E697-4535-4548-B5BB-7BF60D63B382}" dt="2023-10-26T13:38:33.530" v="801" actId="478"/>
          <ac:spMkLst>
            <pc:docMk/>
            <pc:sldMk cId="319033476" sldId="260"/>
            <ac:spMk id="8" creationId="{8C1BBF7E-EA70-9FE6-C90F-A1284432D1C6}"/>
          </ac:spMkLst>
        </pc:spChg>
        <pc:spChg chg="add del mod">
          <ac:chgData name="Georges MATHIO" userId="1057b68d-d9cf-4cd5-bc4c-3fe68ec33e97" providerId="ADAL" clId="{6896E697-4535-4548-B5BB-7BF60D63B382}" dt="2023-10-26T14:15:42.067" v="2754"/>
          <ac:spMkLst>
            <pc:docMk/>
            <pc:sldMk cId="319033476" sldId="260"/>
            <ac:spMk id="9" creationId="{4DD1B261-04A1-1D78-B4EA-3DC942764A4E}"/>
          </ac:spMkLst>
        </pc:spChg>
        <pc:spChg chg="add mod">
          <ac:chgData name="Georges MATHIO" userId="1057b68d-d9cf-4cd5-bc4c-3fe68ec33e97" providerId="ADAL" clId="{6896E697-4535-4548-B5BB-7BF60D63B382}" dt="2023-10-26T14:16:21.677" v="2792" actId="1076"/>
          <ac:spMkLst>
            <pc:docMk/>
            <pc:sldMk cId="319033476" sldId="260"/>
            <ac:spMk id="10" creationId="{C5311046-E730-ED12-CF8A-7238F55775CD}"/>
          </ac:spMkLst>
        </pc:spChg>
        <pc:spChg chg="mod">
          <ac:chgData name="Georges MATHIO" userId="1057b68d-d9cf-4cd5-bc4c-3fe68ec33e97" providerId="ADAL" clId="{6896E697-4535-4548-B5BB-7BF60D63B382}" dt="2023-10-26T14:16:24.917" v="2793" actId="1076"/>
          <ac:spMkLst>
            <pc:docMk/>
            <pc:sldMk cId="319033476" sldId="260"/>
            <ac:spMk id="11" creationId="{3538C984-96B3-4E9A-E4F7-3FC99AFA0885}"/>
          </ac:spMkLst>
        </pc:spChg>
        <pc:picChg chg="add mod">
          <ac:chgData name="Georges MATHIO" userId="1057b68d-d9cf-4cd5-bc4c-3fe68ec33e97" providerId="ADAL" clId="{6896E697-4535-4548-B5BB-7BF60D63B382}" dt="2023-10-26T13:49:50.876" v="1288" actId="1035"/>
          <ac:picMkLst>
            <pc:docMk/>
            <pc:sldMk cId="319033476" sldId="260"/>
            <ac:picMk id="3" creationId="{855F086E-FF23-87F8-0B76-DEB6171DEA92}"/>
          </ac:picMkLst>
        </pc:picChg>
      </pc:sldChg>
      <pc:sldChg chg="addSp delSp modSp add mod ord">
        <pc:chgData name="Georges MATHIO" userId="1057b68d-d9cf-4cd5-bc4c-3fe68ec33e97" providerId="ADAL" clId="{6896E697-4535-4548-B5BB-7BF60D63B382}" dt="2023-10-26T14:54:05.827" v="3749" actId="1036"/>
        <pc:sldMkLst>
          <pc:docMk/>
          <pc:sldMk cId="1018468898" sldId="261"/>
        </pc:sldMkLst>
        <pc:spChg chg="mod">
          <ac:chgData name="Georges MATHIO" userId="1057b68d-d9cf-4cd5-bc4c-3fe68ec33e97" providerId="ADAL" clId="{6896E697-4535-4548-B5BB-7BF60D63B382}" dt="2023-10-26T14:54:05.827" v="3749" actId="1036"/>
          <ac:spMkLst>
            <pc:docMk/>
            <pc:sldMk cId="1018468898" sldId="261"/>
            <ac:spMk id="3" creationId="{B5620FEA-FA3C-B3F6-C2FC-F9D51C3D46CB}"/>
          </ac:spMkLst>
        </pc:spChg>
        <pc:picChg chg="add mod">
          <ac:chgData name="Georges MATHIO" userId="1057b68d-d9cf-4cd5-bc4c-3fe68ec33e97" providerId="ADAL" clId="{6896E697-4535-4548-B5BB-7BF60D63B382}" dt="2023-10-26T14:14:58.275" v="2750" actId="1037"/>
          <ac:picMkLst>
            <pc:docMk/>
            <pc:sldMk cId="1018468898" sldId="261"/>
            <ac:picMk id="4" creationId="{C76545A6-7767-C8CC-4CA3-607E4E2EBCC7}"/>
          </ac:picMkLst>
        </pc:picChg>
        <pc:picChg chg="del">
          <ac:chgData name="Georges MATHIO" userId="1057b68d-d9cf-4cd5-bc4c-3fe68ec33e97" providerId="ADAL" clId="{6896E697-4535-4548-B5BB-7BF60D63B382}" dt="2023-10-26T14:14:55.962" v="2745" actId="478"/>
          <ac:picMkLst>
            <pc:docMk/>
            <pc:sldMk cId="1018468898" sldId="261"/>
            <ac:picMk id="20" creationId="{9A29B551-7885-5305-AD60-A326E0D0CB63}"/>
          </ac:picMkLst>
        </pc:picChg>
      </pc:sldChg>
      <pc:sldChg chg="addSp delSp modSp add mod">
        <pc:chgData name="Georges MATHIO" userId="1057b68d-d9cf-4cd5-bc4c-3fe68ec33e97" providerId="ADAL" clId="{6896E697-4535-4548-B5BB-7BF60D63B382}" dt="2023-10-26T14:38:33.926" v="3521" actId="20577"/>
        <pc:sldMkLst>
          <pc:docMk/>
          <pc:sldMk cId="340622423" sldId="262"/>
        </pc:sldMkLst>
        <pc:spChg chg="mod">
          <ac:chgData name="Georges MATHIO" userId="1057b68d-d9cf-4cd5-bc4c-3fe68ec33e97" providerId="ADAL" clId="{6896E697-4535-4548-B5BB-7BF60D63B382}" dt="2023-10-26T14:27:17.381" v="3377" actId="20577"/>
          <ac:spMkLst>
            <pc:docMk/>
            <pc:sldMk cId="340622423" sldId="262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27:51.512" v="3379" actId="478"/>
          <ac:spMkLst>
            <pc:docMk/>
            <pc:sldMk cId="340622423" sldId="262"/>
            <ac:spMk id="10" creationId="{C5311046-E730-ED12-CF8A-7238F55775CD}"/>
          </ac:spMkLst>
        </pc:spChg>
        <pc:spChg chg="del mod">
          <ac:chgData name="Georges MATHIO" userId="1057b68d-d9cf-4cd5-bc4c-3fe68ec33e97" providerId="ADAL" clId="{6896E697-4535-4548-B5BB-7BF60D63B382}" dt="2023-10-26T14:34:34.113" v="3424" actId="478"/>
          <ac:spMkLst>
            <pc:docMk/>
            <pc:sldMk cId="340622423" sldId="262"/>
            <ac:spMk id="11" creationId="{3538C984-96B3-4E9A-E4F7-3FC99AFA0885}"/>
          </ac:spMkLst>
        </pc:spChg>
        <pc:spChg chg="add mod">
          <ac:chgData name="Georges MATHIO" userId="1057b68d-d9cf-4cd5-bc4c-3fe68ec33e97" providerId="ADAL" clId="{6896E697-4535-4548-B5BB-7BF60D63B382}" dt="2023-10-26T14:38:06.863" v="3488" actId="6549"/>
          <ac:spMkLst>
            <pc:docMk/>
            <pc:sldMk cId="340622423" sldId="262"/>
            <ac:spMk id="12" creationId="{43908B09-E598-D7B8-CD3B-61A6FBEF591A}"/>
          </ac:spMkLst>
        </pc:spChg>
        <pc:spChg chg="add mod">
          <ac:chgData name="Georges MATHIO" userId="1057b68d-d9cf-4cd5-bc4c-3fe68ec33e97" providerId="ADAL" clId="{6896E697-4535-4548-B5BB-7BF60D63B382}" dt="2023-10-26T14:38:21.055" v="3505" actId="20577"/>
          <ac:spMkLst>
            <pc:docMk/>
            <pc:sldMk cId="340622423" sldId="262"/>
            <ac:spMk id="13" creationId="{BBB09E6E-C20A-FC71-5E15-FC824D16E47D}"/>
          </ac:spMkLst>
        </pc:spChg>
        <pc:spChg chg="add mod">
          <ac:chgData name="Georges MATHIO" userId="1057b68d-d9cf-4cd5-bc4c-3fe68ec33e97" providerId="ADAL" clId="{6896E697-4535-4548-B5BB-7BF60D63B382}" dt="2023-10-26T14:38:33.926" v="3521" actId="20577"/>
          <ac:spMkLst>
            <pc:docMk/>
            <pc:sldMk cId="340622423" sldId="262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27:23.520" v="3378" actId="478"/>
          <ac:picMkLst>
            <pc:docMk/>
            <pc:sldMk cId="340622423" sldId="262"/>
            <ac:picMk id="3" creationId="{855F086E-FF23-87F8-0B76-DEB6171DEA92}"/>
          </ac:picMkLst>
        </pc:picChg>
        <pc:picChg chg="add mod modCrop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5" creationId="{3E2F5131-24A0-604B-0D13-F98590C3F2A6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7" creationId="{3AEF901F-8D06-D46E-3D89-D6BCC19757B8}"/>
          </ac:picMkLst>
        </pc:picChg>
        <pc:picChg chg="add mod">
          <ac:chgData name="Georges MATHIO" userId="1057b68d-d9cf-4cd5-bc4c-3fe68ec33e97" providerId="ADAL" clId="{6896E697-4535-4548-B5BB-7BF60D63B382}" dt="2023-10-26T14:37:18.828" v="3457" actId="1440"/>
          <ac:picMkLst>
            <pc:docMk/>
            <pc:sldMk cId="340622423" sldId="262"/>
            <ac:picMk id="9" creationId="{7F8E4059-1026-3A37-6555-E8B3B6B351DE}"/>
          </ac:picMkLst>
        </pc:picChg>
      </pc:sldChg>
      <pc:sldChg chg="delSp modSp add mod">
        <pc:chgData name="Georges MATHIO" userId="1057b68d-d9cf-4cd5-bc4c-3fe68ec33e97" providerId="ADAL" clId="{6896E697-4535-4548-B5BB-7BF60D63B382}" dt="2023-10-26T14:56:52.447" v="3926" actId="20577"/>
        <pc:sldMkLst>
          <pc:docMk/>
          <pc:sldMk cId="1455700223" sldId="263"/>
        </pc:sldMkLst>
        <pc:spChg chg="mod">
          <ac:chgData name="Georges MATHIO" userId="1057b68d-d9cf-4cd5-bc4c-3fe68ec33e97" providerId="ADAL" clId="{6896E697-4535-4548-B5BB-7BF60D63B382}" dt="2023-10-26T14:39:17.121" v="3531" actId="20577"/>
          <ac:spMkLst>
            <pc:docMk/>
            <pc:sldMk cId="1455700223" sldId="263"/>
            <ac:spMk id="2" creationId="{8AE1D70E-C040-1542-B36E-7DDF82084F61}"/>
          </ac:spMkLst>
        </pc:spChg>
        <pc:spChg chg="del">
          <ac:chgData name="Georges MATHIO" userId="1057b68d-d9cf-4cd5-bc4c-3fe68ec33e97" providerId="ADAL" clId="{6896E697-4535-4548-B5BB-7BF60D63B382}" dt="2023-10-26T14:39:24.552" v="3535" actId="478"/>
          <ac:spMkLst>
            <pc:docMk/>
            <pc:sldMk cId="1455700223" sldId="263"/>
            <ac:spMk id="12" creationId="{43908B09-E598-D7B8-CD3B-61A6FBEF591A}"/>
          </ac:spMkLst>
        </pc:spChg>
        <pc:spChg chg="del">
          <ac:chgData name="Georges MATHIO" userId="1057b68d-d9cf-4cd5-bc4c-3fe68ec33e97" providerId="ADAL" clId="{6896E697-4535-4548-B5BB-7BF60D63B382}" dt="2023-10-26T14:39:26.012" v="3536" actId="478"/>
          <ac:spMkLst>
            <pc:docMk/>
            <pc:sldMk cId="1455700223" sldId="263"/>
            <ac:spMk id="13" creationId="{BBB09E6E-C20A-FC71-5E15-FC824D16E47D}"/>
          </ac:spMkLst>
        </pc:spChg>
        <pc:spChg chg="mod">
          <ac:chgData name="Georges MATHIO" userId="1057b68d-d9cf-4cd5-bc4c-3fe68ec33e97" providerId="ADAL" clId="{6896E697-4535-4548-B5BB-7BF60D63B382}" dt="2023-10-26T14:56:52.447" v="3926" actId="20577"/>
          <ac:spMkLst>
            <pc:docMk/>
            <pc:sldMk cId="1455700223" sldId="263"/>
            <ac:spMk id="14" creationId="{7E30C4D4-D051-74FE-764D-C642BFBB0D1E}"/>
          </ac:spMkLst>
        </pc:spChg>
        <pc:picChg chg="del">
          <ac:chgData name="Georges MATHIO" userId="1057b68d-d9cf-4cd5-bc4c-3fe68ec33e97" providerId="ADAL" clId="{6896E697-4535-4548-B5BB-7BF60D63B382}" dt="2023-10-26T14:39:19.396" v="3532" actId="478"/>
          <ac:picMkLst>
            <pc:docMk/>
            <pc:sldMk cId="1455700223" sldId="263"/>
            <ac:picMk id="5" creationId="{3E2F5131-24A0-604B-0D13-F98590C3F2A6}"/>
          </ac:picMkLst>
        </pc:picChg>
        <pc:picChg chg="del">
          <ac:chgData name="Georges MATHIO" userId="1057b68d-d9cf-4cd5-bc4c-3fe68ec33e97" providerId="ADAL" clId="{6896E697-4535-4548-B5BB-7BF60D63B382}" dt="2023-10-26T14:39:20.862" v="3534" actId="478"/>
          <ac:picMkLst>
            <pc:docMk/>
            <pc:sldMk cId="1455700223" sldId="263"/>
            <ac:picMk id="7" creationId="{3AEF901F-8D06-D46E-3D89-D6BCC19757B8}"/>
          </ac:picMkLst>
        </pc:picChg>
        <pc:picChg chg="del">
          <ac:chgData name="Georges MATHIO" userId="1057b68d-d9cf-4cd5-bc4c-3fe68ec33e97" providerId="ADAL" clId="{6896E697-4535-4548-B5BB-7BF60D63B382}" dt="2023-10-26T14:39:19.731" v="3533" actId="478"/>
          <ac:picMkLst>
            <pc:docMk/>
            <pc:sldMk cId="1455700223" sldId="263"/>
            <ac:picMk id="9" creationId="{7F8E4059-1026-3A37-6555-E8B3B6B351DE}"/>
          </ac:picMkLst>
        </pc:picChg>
      </pc:sldChg>
      <pc:sldMasterChg chg="addSp delSp modSp mod">
        <pc:chgData name="Georges MATHIO" userId="1057b68d-d9cf-4cd5-bc4c-3fe68ec33e97" providerId="ADAL" clId="{6896E697-4535-4548-B5BB-7BF60D63B382}" dt="2023-11-06T10:26:22.863" v="3928"/>
        <pc:sldMasterMkLst>
          <pc:docMk/>
          <pc:sldMasterMk cId="0" sldId="2147483669"/>
        </pc:sldMasterMkLst>
        <pc:spChg chg="add mod">
          <ac:chgData name="Georges MATHIO" userId="1057b68d-d9cf-4cd5-bc4c-3fe68ec33e97" providerId="ADAL" clId="{6896E697-4535-4548-B5BB-7BF60D63B382}" dt="2023-11-06T10:26:22.863" v="3928"/>
          <ac:spMkLst>
            <pc:docMk/>
            <pc:sldMasterMk cId="0" sldId="2147483669"/>
            <ac:spMk id="7" creationId="{6AA074AB-766A-76FA-FB34-4471F2AFCDAA}"/>
          </ac:spMkLst>
        </pc:spChg>
        <pc:picChg chg="add del mod">
          <ac:chgData name="Georges MATHIO" userId="1057b68d-d9cf-4cd5-bc4c-3fe68ec33e97" providerId="ADAL" clId="{6896E697-4535-4548-B5BB-7BF60D63B382}" dt="2023-11-06T10:26:21.544" v="3927" actId="478"/>
          <ac:picMkLst>
            <pc:docMk/>
            <pc:sldMasterMk cId="0" sldId="2147483669"/>
            <ac:picMk id="8" creationId="{396E9789-E64B-700E-1F72-C4F0350E8E00}"/>
          </ac:picMkLst>
        </pc:picChg>
        <pc:picChg chg="add mod">
          <ac:chgData name="Georges MATHIO" userId="1057b68d-d9cf-4cd5-bc4c-3fe68ec33e97" providerId="ADAL" clId="{6896E697-4535-4548-B5BB-7BF60D63B382}" dt="2023-11-06T10:26:22.863" v="3928"/>
          <ac:picMkLst>
            <pc:docMk/>
            <pc:sldMasterMk cId="0" sldId="2147483669"/>
            <ac:picMk id="9" creationId="{2C6B33F3-733F-89B1-872D-AA751F65B9D6}"/>
          </ac:picMkLst>
        </pc:pic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EF6789-4D93-43D8-B60D-0C5DEF3B64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7B4A1-1589-4B83-9C22-DE251D95D0E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75488-675E-48BA-A9A2-BA0F5A60D82B}" type="datetime1">
              <a:rPr lang="en-GB" smtClean="0"/>
              <a:t>03/12/2024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E724B-3C88-4DC9-855B-56F49D64A6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A42BBB-95F1-40A0-9691-67EFE9D0B7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577BD-BE37-474B-8112-471F6F640A97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08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BC9F49-C6C7-4BCF-B5B6-94EE3C9CB663}" type="datetime1">
              <a:rPr lang="en-GB" smtClean="0"/>
              <a:pPr/>
              <a:t>03/12/2024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EB474-4500-4CA8-A4FE-2423436EBB0B}" type="slidenum">
              <a:rPr lang="en-GB" noProof="0" smtClean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796542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3083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Transition: </a:t>
            </a:r>
            <a:r>
              <a:rPr lang="fr-FR" dirty="0" err="1"/>
              <a:t>Before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dive </a:t>
            </a:r>
            <a:r>
              <a:rPr lang="fr-FR" dirty="0" err="1"/>
              <a:t>into</a:t>
            </a:r>
            <a:r>
              <a:rPr lang="fr-FR" dirty="0"/>
              <a:t> the serve code,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theory</a:t>
            </a:r>
            <a:r>
              <a:rPr lang="fr-FR" dirty="0"/>
              <a:t> about APIs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018901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7D3BE-0C28-CB53-1458-9DC640328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7096E7B-5B6B-B93F-66B3-E7D0CB785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559BC24-7503-A727-35C6-C59135B8E1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Transition: </a:t>
            </a:r>
            <a:r>
              <a:rPr lang="fr-FR" dirty="0" err="1"/>
              <a:t>Before</a:t>
            </a:r>
            <a:r>
              <a:rPr lang="fr-FR" dirty="0"/>
              <a:t> </a:t>
            </a:r>
            <a:r>
              <a:rPr lang="fr-FR" dirty="0" err="1"/>
              <a:t>we</a:t>
            </a:r>
            <a:r>
              <a:rPr lang="fr-FR" dirty="0"/>
              <a:t> dive </a:t>
            </a:r>
            <a:r>
              <a:rPr lang="fr-FR" dirty="0" err="1"/>
              <a:t>into</a:t>
            </a:r>
            <a:r>
              <a:rPr lang="fr-FR" dirty="0"/>
              <a:t> the serve code, </a:t>
            </a:r>
            <a:r>
              <a:rPr lang="fr-FR" dirty="0" err="1"/>
              <a:t>some</a:t>
            </a:r>
            <a:r>
              <a:rPr lang="fr-FR" dirty="0"/>
              <a:t> </a:t>
            </a:r>
            <a:r>
              <a:rPr lang="fr-FR" dirty="0" err="1"/>
              <a:t>theory</a:t>
            </a:r>
            <a:r>
              <a:rPr lang="fr-FR" dirty="0"/>
              <a:t> about APIs</a:t>
            </a:r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3A855B-077A-8222-EB66-6B8BAB82E7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EB474-4500-4CA8-A4FE-2423436EBB0B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69995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6">
            <a:extLst>
              <a:ext uri="{FF2B5EF4-FFF2-40B4-BE49-F238E27FC236}">
                <a16:creationId xmlns:a16="http://schemas.microsoft.com/office/drawing/2014/main" id="{6E3A0FE5-C39A-1C49-86B6-D92A234AE4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" y="893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rtlCol="0"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rtlCol="0"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 dirty="0"/>
              <a:t>Click to edit Master subtitle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726011-4606-7122-509D-99539C18F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42EFB-699B-BCC5-4492-280188E85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066801"/>
            <a:ext cx="10131425" cy="47243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9970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 anchor="ctr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496D72D-012B-414A-BA9B-B09FD8FB2C0E}" type="datetime1">
              <a:rPr lang="en-GB" noProof="0" smtClean="0"/>
              <a:t>03/12/2024</a:t>
            </a:fld>
            <a:endParaRPr lang="en-GB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GB" noProof="0" smtClean="0"/>
              <a:pPr rtl="0"/>
              <a:t>‹N°›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0069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-2645"/>
            <a:ext cx="10131426" cy="106944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066801"/>
            <a:ext cx="10131425" cy="47243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7" name="Rectangle : avec coin arrondi 6">
            <a:extLst>
              <a:ext uri="{FF2B5EF4-FFF2-40B4-BE49-F238E27FC236}">
                <a16:creationId xmlns:a16="http://schemas.microsoft.com/office/drawing/2014/main" id="{6AA074AB-766A-76FA-FB34-4471F2AFCDAA}"/>
              </a:ext>
            </a:extLst>
          </p:cNvPr>
          <p:cNvSpPr/>
          <p:nvPr userDrawn="1"/>
        </p:nvSpPr>
        <p:spPr>
          <a:xfrm flipH="1">
            <a:off x="10974705" y="6196965"/>
            <a:ext cx="1217295" cy="661035"/>
          </a:xfrm>
          <a:prstGeom prst="round1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Image 8" descr="Une image contenant Graphique, capture d’écran, conception&#10;&#10;Description générée automatiquement">
            <a:extLst>
              <a:ext uri="{FF2B5EF4-FFF2-40B4-BE49-F238E27FC236}">
                <a16:creationId xmlns:a16="http://schemas.microsoft.com/office/drawing/2014/main" id="{2C6B33F3-733F-89B1-872D-AA751F65B9D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015602" y="6227445"/>
            <a:ext cx="1176398" cy="609600"/>
          </a:xfrm>
          <a:prstGeom prst="rect">
            <a:avLst/>
          </a:prstGeom>
          <a:ln>
            <a:noFill/>
          </a:ln>
          <a:effectLst/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lumi.com/docs/reference/pkg/nodejs/pulumi/pulumi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65587" y="1989751"/>
            <a:ext cx="4879529" cy="2013633"/>
          </a:xfrm>
        </p:spPr>
        <p:txBody>
          <a:bodyPr rtlCol="0">
            <a:normAutofit fontScale="90000"/>
          </a:bodyPr>
          <a:lstStyle/>
          <a:p>
            <a:pPr algn="ctr" rtl="0"/>
            <a:r>
              <a:rPr lang="en-GB" sz="7200" dirty="0">
                <a:cs typeface="Calibri Light"/>
              </a:rPr>
              <a:t>Cloud Engineering</a:t>
            </a:r>
            <a:endParaRPr lang="en-GB"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7046525" y="4407566"/>
            <a:ext cx="4198592" cy="638568"/>
          </a:xfrm>
        </p:spPr>
        <p:txBody>
          <a:bodyPr rtlCol="0">
            <a:normAutofit/>
          </a:bodyPr>
          <a:lstStyle/>
          <a:p>
            <a:pPr marL="0" indent="0" algn="r">
              <a:buNone/>
            </a:pPr>
            <a:r>
              <a:rPr lang="en-GB" sz="2800" dirty="0">
                <a:cs typeface="Calibri"/>
              </a:rPr>
              <a:t>Infrastructure as Code</a:t>
            </a:r>
            <a:endParaRPr lang="en-US" sz="2800" dirty="0">
              <a:cs typeface="Calibri"/>
            </a:endParaRPr>
          </a:p>
        </p:txBody>
      </p:sp>
      <p:pic>
        <p:nvPicPr>
          <p:cNvPr id="1026" name="Picture 2" descr="Infrastructure as Code - Everything You Need to Know">
            <a:extLst>
              <a:ext uri="{FF2B5EF4-FFF2-40B4-BE49-F238E27FC236}">
                <a16:creationId xmlns:a16="http://schemas.microsoft.com/office/drawing/2014/main" id="{728D020C-32F4-2AC5-FC75-6F24B4842B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4" r="13704"/>
          <a:stretch/>
        </p:blipFill>
        <p:spPr bwMode="auto">
          <a:xfrm>
            <a:off x="913189" y="1705368"/>
            <a:ext cx="4913225" cy="3860800"/>
          </a:xfrm>
          <a:prstGeom prst="roundRect">
            <a:avLst>
              <a:gd name="adj" fmla="val 464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26593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64EC60-92FC-014F-CD55-EE3EDF5AA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Overview</a:t>
            </a:r>
            <a:endParaRPr lang="en-GB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595F57-156D-1ED1-4F9A-822747FF3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1066801"/>
            <a:ext cx="6612466" cy="3505199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Core</a:t>
            </a:r>
            <a:r>
              <a:rPr lang="fr-FR" dirty="0"/>
              <a:t> concepts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Technology</a:t>
            </a:r>
            <a:r>
              <a:rPr lang="fr-FR" dirty="0"/>
              <a:t> </a:t>
            </a:r>
            <a:r>
              <a:rPr lang="fr-FR" dirty="0" err="1"/>
              <a:t>landscape</a:t>
            </a:r>
            <a:endParaRPr lang="fr-F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Terraform </a:t>
            </a:r>
            <a:r>
              <a:rPr lang="fr-FR" dirty="0" err="1"/>
              <a:t>specific</a:t>
            </a:r>
            <a:r>
              <a:rPr lang="fr-FR" dirty="0"/>
              <a:t> langage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 err="1"/>
              <a:t>Pulumi</a:t>
            </a:r>
            <a:r>
              <a:rPr lang="fr-FR" dirty="0"/>
              <a:t> concepts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dirty="0"/>
              <a:t>Hands-on</a:t>
            </a:r>
          </a:p>
          <a:p>
            <a:pPr marL="0" indent="0">
              <a:lnSpc>
                <a:spcPct val="150000"/>
              </a:lnSpc>
              <a:buNone/>
            </a:pPr>
            <a:endParaRPr lang="en-GB" dirty="0"/>
          </a:p>
        </p:txBody>
      </p:sp>
      <p:pic>
        <p:nvPicPr>
          <p:cNvPr id="4" name="Image 3" descr="Une image contenant texte, capture d’écran, Police, conception&#10;&#10;Description générée automatiquement">
            <a:extLst>
              <a:ext uri="{FF2B5EF4-FFF2-40B4-BE49-F238E27FC236}">
                <a16:creationId xmlns:a16="http://schemas.microsoft.com/office/drawing/2014/main" id="{7B050643-E12F-DE38-AACC-22954E4DF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4195" y="793778"/>
            <a:ext cx="5002691" cy="4892012"/>
          </a:xfrm>
          <a:prstGeom prst="rect">
            <a:avLst/>
          </a:prstGeom>
        </p:spPr>
      </p:pic>
      <p:sp>
        <p:nvSpPr>
          <p:cNvPr id="5" name="Oval 14">
            <a:extLst>
              <a:ext uri="{FF2B5EF4-FFF2-40B4-BE49-F238E27FC236}">
                <a16:creationId xmlns:a16="http://schemas.microsoft.com/office/drawing/2014/main" id="{0C90B6BF-0335-87C2-C730-996313AF7FD4}"/>
              </a:ext>
            </a:extLst>
          </p:cNvPr>
          <p:cNvSpPr/>
          <p:nvPr/>
        </p:nvSpPr>
        <p:spPr>
          <a:xfrm>
            <a:off x="5892799" y="1863224"/>
            <a:ext cx="4732867" cy="4029575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79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CC3E3C-5190-B67C-9925-ADBD0FF1D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Technology</a:t>
            </a:r>
            <a:r>
              <a:rPr lang="fr-FR" dirty="0"/>
              <a:t> solutions</a:t>
            </a:r>
            <a:endParaRPr lang="en-GB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2F431C0-3E6E-0B4F-A1E2-E71CCCEC7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157" y="4592577"/>
            <a:ext cx="1289880" cy="1590852"/>
          </a:xfrm>
          <a:prstGeom prst="rect">
            <a:avLst/>
          </a:prstGeom>
          <a:noFill/>
          <a:effectLst>
            <a:glow rad="88900">
              <a:schemeClr val="tx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 descr="Une image contenant capture d’écran">
            <a:extLst>
              <a:ext uri="{FF2B5EF4-FFF2-40B4-BE49-F238E27FC236}">
                <a16:creationId xmlns:a16="http://schemas.microsoft.com/office/drawing/2014/main" id="{B054B12A-5679-C364-C4EB-BF837708FF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03" b="19654"/>
          <a:stretch/>
        </p:blipFill>
        <p:spPr>
          <a:xfrm>
            <a:off x="6555440" y="1791215"/>
            <a:ext cx="4306405" cy="1339612"/>
          </a:xfrm>
          <a:prstGeom prst="rect">
            <a:avLst/>
          </a:prstGeom>
          <a:ln>
            <a:noFill/>
          </a:ln>
          <a:effectLst>
            <a:glow rad="88900">
              <a:schemeClr val="tx1"/>
            </a:glow>
          </a:effectLst>
        </p:spPr>
      </p:pic>
      <p:pic>
        <p:nvPicPr>
          <p:cNvPr id="1030" name="Picture 6" descr="AWS CloudFormation&quot; Icon - Download for free – Iconduck">
            <a:extLst>
              <a:ext uri="{FF2B5EF4-FFF2-40B4-BE49-F238E27FC236}">
                <a16:creationId xmlns:a16="http://schemas.microsoft.com/office/drawing/2014/main" id="{4E5C41AC-F765-28F0-9BCB-0B3C54BE4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409" y="4066804"/>
            <a:ext cx="1666875" cy="2032000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916A6D4-4772-C339-9CF5-36375890586C}"/>
              </a:ext>
            </a:extLst>
          </p:cNvPr>
          <p:cNvSpPr txBox="1"/>
          <p:nvPr/>
        </p:nvSpPr>
        <p:spPr>
          <a:xfrm>
            <a:off x="528063" y="6098804"/>
            <a:ext cx="226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AWS </a:t>
            </a:r>
            <a:r>
              <a:rPr lang="fr-FR" dirty="0" err="1"/>
              <a:t>CloudFormation</a:t>
            </a:r>
            <a:endParaRPr lang="en-GB" dirty="0"/>
          </a:p>
        </p:txBody>
      </p:sp>
      <p:pic>
        <p:nvPicPr>
          <p:cNvPr id="1038" name="Picture 14" descr="ARM Archives - Page 3 of 3 - Ciraltos">
            <a:extLst>
              <a:ext uri="{FF2B5EF4-FFF2-40B4-BE49-F238E27FC236}">
                <a16:creationId xmlns:a16="http://schemas.microsoft.com/office/drawing/2014/main" id="{A7FC76E8-4D6B-38F0-C3AE-442F128E5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471" y="2038506"/>
            <a:ext cx="1428750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CC96A6A7-CEB2-E2C2-0A9E-A26523C74C08}"/>
              </a:ext>
            </a:extLst>
          </p:cNvPr>
          <p:cNvSpPr txBox="1"/>
          <p:nvPr/>
        </p:nvSpPr>
        <p:spPr>
          <a:xfrm>
            <a:off x="528063" y="3361808"/>
            <a:ext cx="2265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Azure ARM </a:t>
            </a:r>
            <a:r>
              <a:rPr lang="fr-FR" dirty="0" err="1"/>
              <a:t>templates</a:t>
            </a:r>
            <a:endParaRPr lang="en-GB" dirty="0"/>
          </a:p>
        </p:txBody>
      </p:sp>
      <p:pic>
        <p:nvPicPr>
          <p:cNvPr id="1040" name="Picture 16" descr="OpenTofu Integration | Free Consultation &amp; Professional Services | env0">
            <a:extLst>
              <a:ext uri="{FF2B5EF4-FFF2-40B4-BE49-F238E27FC236}">
                <a16:creationId xmlns:a16="http://schemas.microsoft.com/office/drawing/2014/main" id="{8B703A3C-91F8-5E3E-BD32-EC76BBEA9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057" y="3669069"/>
            <a:ext cx="3341528" cy="919790"/>
          </a:xfrm>
          <a:prstGeom prst="rect">
            <a:avLst/>
          </a:prstGeom>
          <a:noFill/>
          <a:effectLst>
            <a:glow rad="88900">
              <a:schemeClr val="tx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188628A5-994D-A1FA-FF4C-59D79C438585}"/>
              </a:ext>
            </a:extLst>
          </p:cNvPr>
          <p:cNvSpPr/>
          <p:nvPr/>
        </p:nvSpPr>
        <p:spPr>
          <a:xfrm>
            <a:off x="905162" y="1009580"/>
            <a:ext cx="10884043" cy="917961"/>
          </a:xfrm>
          <a:prstGeom prst="rightArrow">
            <a:avLst>
              <a:gd name="adj1" fmla="val 53192"/>
              <a:gd name="adj2" fmla="val 111350"/>
            </a:avLst>
          </a:prstGeom>
          <a:gradFill flip="none" rotWithShape="1">
            <a:gsLst>
              <a:gs pos="84000">
                <a:schemeClr val="accent5">
                  <a:lumMod val="40000"/>
                  <a:lumOff val="60000"/>
                </a:schemeClr>
              </a:gs>
              <a:gs pos="68000">
                <a:srgbClr val="0070C0"/>
              </a:gs>
              <a:gs pos="0">
                <a:srgbClr val="0070C0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err="1">
                <a:solidFill>
                  <a:schemeClr val="bg1"/>
                </a:solidFill>
              </a:rPr>
              <a:t>Specific</a:t>
            </a:r>
            <a:r>
              <a:rPr lang="fr-FR" sz="3200" b="1" dirty="0">
                <a:solidFill>
                  <a:schemeClr val="bg1"/>
                </a:solidFill>
              </a:rPr>
              <a:t>                                                          </a:t>
            </a:r>
            <a:r>
              <a:rPr lang="fr-FR" sz="3200" b="1" dirty="0" err="1">
                <a:solidFill>
                  <a:schemeClr val="bg1"/>
                </a:solidFill>
              </a:rPr>
              <a:t>Agnostic</a:t>
            </a:r>
            <a:endParaRPr lang="en-GB" sz="3200" b="1" dirty="0">
              <a:solidFill>
                <a:schemeClr val="bg1"/>
              </a:solidFill>
            </a:endParaRPr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CA0CB986-8EA8-E861-D6B2-34BD53A215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5148" y="5388003"/>
            <a:ext cx="2892079" cy="721318"/>
          </a:xfrm>
          <a:prstGeom prst="rect">
            <a:avLst/>
          </a:prstGeom>
          <a:effectLst>
            <a:glow rad="88900">
              <a:schemeClr val="tx1"/>
            </a:glow>
          </a:effec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EB07F7CA-9F7F-3B1A-2684-A077FA1EE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6514" y="2752881"/>
            <a:ext cx="3185543" cy="1125559"/>
          </a:xfrm>
          <a:prstGeom prst="rect">
            <a:avLst/>
          </a:prstGeom>
          <a:noFill/>
          <a:effectLst>
            <a:glow rad="88900">
              <a:schemeClr val="tx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llipse 2">
            <a:extLst>
              <a:ext uri="{FF2B5EF4-FFF2-40B4-BE49-F238E27FC236}">
                <a16:creationId xmlns:a16="http://schemas.microsoft.com/office/drawing/2014/main" id="{EFF23DE3-0356-B161-E4C1-D5A75BC17FAC}"/>
              </a:ext>
            </a:extLst>
          </p:cNvPr>
          <p:cNvSpPr/>
          <p:nvPr/>
        </p:nvSpPr>
        <p:spPr>
          <a:xfrm>
            <a:off x="6398168" y="1499015"/>
            <a:ext cx="4620947" cy="1924011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5260FE83-5109-7867-DB3C-F03BB451D140}"/>
              </a:ext>
            </a:extLst>
          </p:cNvPr>
          <p:cNvSpPr/>
          <p:nvPr/>
        </p:nvSpPr>
        <p:spPr>
          <a:xfrm>
            <a:off x="7368988" y="4930460"/>
            <a:ext cx="4109603" cy="159085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43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D70E-C040-1542-B36E-7DDF8208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/>
              <a:t>Terraform </a:t>
            </a:r>
            <a:r>
              <a:rPr lang="fr-FR" dirty="0" err="1"/>
              <a:t>Syntax</a:t>
            </a:r>
            <a:endParaRPr lang="en-US" dirty="0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DC5684-6FE2-D7D0-22C7-10C14611179B}"/>
              </a:ext>
            </a:extLst>
          </p:cNvPr>
          <p:cNvSpPr txBox="1"/>
          <p:nvPr/>
        </p:nvSpPr>
        <p:spPr>
          <a:xfrm>
            <a:off x="502867" y="2511265"/>
            <a:ext cx="10131424" cy="1938992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txBody>
          <a:bodyPr wrap="square">
            <a:spAutoFit/>
          </a:bodyPr>
          <a:lstStyle/>
          <a:p>
            <a:r>
              <a:rPr lang="en-GB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oci_identity_compartment</a:t>
            </a:r>
            <a:r>
              <a:rPr lang="en-GB" sz="2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"main"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compartment_id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tenancy_ocid</a:t>
            </a:r>
            <a:endParaRPr lang="en-GB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description    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"Compartment for Terraform resources"</a:t>
            </a:r>
            <a:endParaRPr lang="en-GB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join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GB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</a:t>
            </a:r>
            <a:r>
              <a:rPr lang="en-GB" sz="24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env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"cats“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0B95D2B-6C90-9692-8E9C-87B3FA2F3901}"/>
              </a:ext>
            </a:extLst>
          </p:cNvPr>
          <p:cNvSpPr txBox="1"/>
          <p:nvPr/>
        </p:nvSpPr>
        <p:spPr>
          <a:xfrm>
            <a:off x="502867" y="5505255"/>
            <a:ext cx="11911911" cy="7514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dirty="0">
                <a:cs typeface="Calibri"/>
              </a:rPr>
              <a:t>This </a:t>
            </a:r>
            <a:r>
              <a:rPr lang="fr-FR" sz="3200" dirty="0" err="1">
                <a:cs typeface="Calibri"/>
              </a:rPr>
              <a:t>is</a:t>
            </a:r>
            <a:r>
              <a:rPr lang="fr-FR" sz="3200" dirty="0">
                <a:cs typeface="Calibri"/>
              </a:rPr>
              <a:t> a « </a:t>
            </a:r>
            <a:r>
              <a:rPr lang="fr-FR" sz="3200" dirty="0" err="1">
                <a:cs typeface="Calibri"/>
              </a:rPr>
              <a:t>domain</a:t>
            </a:r>
            <a:r>
              <a:rPr lang="fr-FR" sz="3200" dirty="0">
                <a:cs typeface="Calibri"/>
              </a:rPr>
              <a:t> </a:t>
            </a:r>
            <a:r>
              <a:rPr lang="fr-FR" sz="3200" dirty="0" err="1">
                <a:cs typeface="Calibri"/>
              </a:rPr>
              <a:t>specific</a:t>
            </a:r>
            <a:r>
              <a:rPr lang="fr-FR" sz="3200" dirty="0">
                <a:cs typeface="Calibri"/>
              </a:rPr>
              <a:t> </a:t>
            </a:r>
            <a:r>
              <a:rPr lang="fr-FR" sz="3200" dirty="0" err="1">
                <a:cs typeface="Calibri"/>
              </a:rPr>
              <a:t>language</a:t>
            </a:r>
            <a:r>
              <a:rPr lang="fr-FR" sz="3200" dirty="0">
                <a:cs typeface="Calibri"/>
              </a:rPr>
              <a:t> » </a:t>
            </a:r>
            <a:r>
              <a:rPr lang="fr-FR" sz="3200" dirty="0" err="1">
                <a:cs typeface="Calibri"/>
              </a:rPr>
              <a:t>called</a:t>
            </a:r>
            <a:r>
              <a:rPr lang="fr-FR" sz="3200" dirty="0">
                <a:cs typeface="Calibri"/>
              </a:rPr>
              <a:t> HCL</a:t>
            </a:r>
            <a:endParaRPr lang="en-US" sz="3200" dirty="0">
              <a:cs typeface="Calibri"/>
            </a:endParaRPr>
          </a:p>
        </p:txBody>
      </p:sp>
      <p:pic>
        <p:nvPicPr>
          <p:cNvPr id="4" name="Image 3" descr="Une image contenant capture d’écran">
            <a:extLst>
              <a:ext uri="{FF2B5EF4-FFF2-40B4-BE49-F238E27FC236}">
                <a16:creationId xmlns:a16="http://schemas.microsoft.com/office/drawing/2014/main" id="{498668D2-9AB4-3F1C-6CF0-2726D91A47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903" b="19654"/>
          <a:stretch/>
        </p:blipFill>
        <p:spPr>
          <a:xfrm>
            <a:off x="8421751" y="0"/>
            <a:ext cx="3770249" cy="1172827"/>
          </a:xfrm>
          <a:prstGeom prst="rect">
            <a:avLst/>
          </a:prstGeom>
          <a:ln>
            <a:noFill/>
          </a:ln>
          <a:effectLst>
            <a:glow rad="50800">
              <a:srgbClr val="FFFFFF">
                <a:alpha val="63000"/>
              </a:srgbClr>
            </a:glow>
          </a:effectLst>
        </p:spPr>
      </p:pic>
      <p:pic>
        <p:nvPicPr>
          <p:cNvPr id="7" name="Graphique 6">
            <a:extLst>
              <a:ext uri="{FF2B5EF4-FFF2-40B4-BE49-F238E27FC236}">
                <a16:creationId xmlns:a16="http://schemas.microsoft.com/office/drawing/2014/main" id="{CF057DEB-4955-B56C-DB35-65EB18CF35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2000" y="-2059756"/>
            <a:ext cx="2892079" cy="721318"/>
          </a:xfrm>
          <a:prstGeom prst="rect">
            <a:avLst/>
          </a:prstGeom>
          <a:effectLst>
            <a:glow rad="88900">
              <a:schemeClr val="tx1"/>
            </a:glow>
          </a:effectLst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CC97485-08BA-DF45-5EB2-9E8FCDE0E8C5}"/>
              </a:ext>
            </a:extLst>
          </p:cNvPr>
          <p:cNvSpPr txBox="1"/>
          <p:nvPr/>
        </p:nvSpPr>
        <p:spPr>
          <a:xfrm>
            <a:off x="502867" y="1144601"/>
            <a:ext cx="3776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Market</a:t>
            </a:r>
            <a:r>
              <a:rPr lang="fr-FR" sz="2000" i="1" dirty="0"/>
              <a:t> leader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3094259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14D70-24D1-6FEA-DCA6-6255B562E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F80AFB-D71C-C35E-5C9C-D874F75ED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089" y="0"/>
            <a:ext cx="10131425" cy="1456267"/>
          </a:xfrm>
        </p:spPr>
        <p:txBody>
          <a:bodyPr/>
          <a:lstStyle/>
          <a:p>
            <a:r>
              <a:rPr lang="fr-FR" dirty="0"/>
              <a:t>PULUMI </a:t>
            </a:r>
            <a:r>
              <a:rPr lang="fr-FR" dirty="0" err="1"/>
              <a:t>Syntax</a:t>
            </a:r>
            <a:endParaRPr lang="en-US" dirty="0" err="1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67F58B7-E415-06A8-672E-AAF597DA6310}"/>
              </a:ext>
            </a:extLst>
          </p:cNvPr>
          <p:cNvSpPr txBox="1"/>
          <p:nvPr/>
        </p:nvSpPr>
        <p:spPr>
          <a:xfrm>
            <a:off x="502867" y="1965005"/>
            <a:ext cx="10131424" cy="3416320"/>
          </a:xfrm>
          <a:prstGeom prst="rect">
            <a:avLst/>
          </a:prstGeom>
          <a:solidFill>
            <a:srgbClr val="000000">
              <a:alpha val="30196"/>
            </a:srgbClr>
          </a:solidFill>
        </p:spPr>
        <p:txBody>
          <a:bodyPr wrap="square">
            <a:spAutoFit/>
          </a:bodyPr>
          <a:lstStyle/>
          <a:p>
            <a:r>
              <a:rPr lang="en-GB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pulumi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"@</a:t>
            </a:r>
            <a:r>
              <a:rPr lang="en-GB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pulumi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pulumi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GB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"@</a:t>
            </a:r>
            <a:r>
              <a:rPr lang="en-GB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pulumi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GB" sz="2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aws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GB" sz="2400" b="0" dirty="0">
              <a:solidFill>
                <a:srgbClr val="6A9955"/>
              </a:solidFill>
              <a:effectLst/>
              <a:latin typeface="Consolas" panose="020B0609020204030204" pitchFamily="49" charset="0"/>
            </a:endParaRPr>
          </a:p>
          <a:p>
            <a:endParaRPr lang="en-GB" sz="2400" dirty="0">
              <a:solidFill>
                <a:srgbClr val="6A9955"/>
              </a:solidFill>
              <a:latin typeface="Consolas" panose="020B0609020204030204" pitchFamily="49" charset="0"/>
            </a:endParaRPr>
          </a:p>
          <a:p>
            <a:r>
              <a:rPr lang="en-GB" sz="2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Create an S3 Bucket object</a:t>
            </a:r>
            <a:endParaRPr lang="en-GB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GB" sz="24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bucketObject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aws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s3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BucketObject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"index.html"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{</a:t>
            </a:r>
          </a:p>
          <a:p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bucket: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bucket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GB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source: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GB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pulumi</a:t>
            </a:r>
            <a:r>
              <a:rPr lang="en-GB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asset</a:t>
            </a:r>
            <a:r>
              <a:rPr lang="en-GB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GB" sz="2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FileAsset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GB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"./index.html"</a:t>
            </a:r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n-GB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0F0E638-AAC9-FC37-B940-B1BCA5467189}"/>
              </a:ext>
            </a:extLst>
          </p:cNvPr>
          <p:cNvSpPr txBox="1"/>
          <p:nvPr/>
        </p:nvSpPr>
        <p:spPr>
          <a:xfrm>
            <a:off x="502867" y="5505255"/>
            <a:ext cx="11911911" cy="7514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fr-FR" sz="3200" dirty="0">
                <a:cs typeface="Calibri"/>
              </a:rPr>
              <a:t>Reference: </a:t>
            </a:r>
            <a:r>
              <a:rPr lang="fr-FR" sz="3200" dirty="0" err="1">
                <a:cs typeface="Calibri"/>
                <a:hlinkClick r:id="rId3"/>
              </a:rPr>
              <a:t>Pulumi</a:t>
            </a:r>
            <a:r>
              <a:rPr lang="fr-FR" sz="3200" dirty="0">
                <a:cs typeface="Calibri"/>
                <a:hlinkClick r:id="rId3"/>
              </a:rPr>
              <a:t> doc for JS/TS</a:t>
            </a:r>
            <a:endParaRPr lang="en-US" sz="3200" dirty="0">
              <a:cs typeface="Calibri"/>
            </a:endParaRPr>
          </a:p>
        </p:txBody>
      </p:sp>
      <p:pic>
        <p:nvPicPr>
          <p:cNvPr id="6" name="Graphique 5">
            <a:extLst>
              <a:ext uri="{FF2B5EF4-FFF2-40B4-BE49-F238E27FC236}">
                <a16:creationId xmlns:a16="http://schemas.microsoft.com/office/drawing/2014/main" id="{55494D2E-907B-BBFB-244C-71E719BACB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32800" y="240661"/>
            <a:ext cx="3479112" cy="867731"/>
          </a:xfrm>
          <a:prstGeom prst="rect">
            <a:avLst/>
          </a:prstGeom>
          <a:effectLst>
            <a:glow rad="88900">
              <a:schemeClr val="tx1"/>
            </a:glow>
          </a:effec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62DD6F6-4F33-9229-D9AD-9069EB627511}"/>
              </a:ext>
            </a:extLst>
          </p:cNvPr>
          <p:cNvSpPr txBox="1"/>
          <p:nvPr/>
        </p:nvSpPr>
        <p:spPr>
          <a:xfrm>
            <a:off x="502867" y="1144601"/>
            <a:ext cx="37761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It </a:t>
            </a:r>
            <a:r>
              <a:rPr lang="fr-FR" sz="2000" i="1" dirty="0" err="1"/>
              <a:t>is</a:t>
            </a:r>
            <a:r>
              <a:rPr lang="fr-FR" sz="2000" i="1" dirty="0"/>
              <a:t> plain JS / TS / Python / Go !</a:t>
            </a:r>
            <a:endParaRPr lang="en-GB" sz="2000" i="1" dirty="0"/>
          </a:p>
        </p:txBody>
      </p:sp>
    </p:spTree>
    <p:extLst>
      <p:ext uri="{BB962C8B-B14F-4D97-AF65-F5344CB8AC3E}">
        <p14:creationId xmlns:p14="http://schemas.microsoft.com/office/powerpoint/2010/main" val="13102293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00994F1-E94C-E75E-BC63-D7DCA7A48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</a:t>
            </a:r>
            <a:endParaRPr lang="en-GB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72661BE0-E89D-B7B3-5692-4AF0E35BA7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9104" y="4912978"/>
            <a:ext cx="3788430" cy="944879"/>
          </a:xfrm>
          <a:prstGeom prst="rect">
            <a:avLst/>
          </a:prstGeom>
          <a:effectLst>
            <a:glow rad="88900">
              <a:schemeClr val="tx1"/>
            </a:glow>
          </a:effectLst>
        </p:spPr>
      </p:pic>
      <p:sp>
        <p:nvSpPr>
          <p:cNvPr id="7" name="Nuage 6">
            <a:extLst>
              <a:ext uri="{FF2B5EF4-FFF2-40B4-BE49-F238E27FC236}">
                <a16:creationId xmlns:a16="http://schemas.microsoft.com/office/drawing/2014/main" id="{761F2331-7560-0288-FFDC-FD7F7E7568D3}"/>
              </a:ext>
            </a:extLst>
          </p:cNvPr>
          <p:cNvSpPr/>
          <p:nvPr/>
        </p:nvSpPr>
        <p:spPr>
          <a:xfrm>
            <a:off x="2309091" y="1141248"/>
            <a:ext cx="2312191" cy="1647734"/>
          </a:xfrm>
          <a:prstGeom prst="cloud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FR" sz="2000" dirty="0"/>
              <a:t>Cloud provider</a:t>
            </a:r>
            <a:br>
              <a:rPr lang="fr-FR" sz="2000" dirty="0"/>
            </a:br>
            <a:r>
              <a:rPr lang="fr-FR" sz="2000" dirty="0" err="1"/>
              <a:t>resources</a:t>
            </a:r>
            <a:endParaRPr lang="en-GB" sz="2000" dirty="0"/>
          </a:p>
        </p:txBody>
      </p:sp>
      <p:sp>
        <p:nvSpPr>
          <p:cNvPr id="9" name="Organigramme : Disque magnétique 8">
            <a:extLst>
              <a:ext uri="{FF2B5EF4-FFF2-40B4-BE49-F238E27FC236}">
                <a16:creationId xmlns:a16="http://schemas.microsoft.com/office/drawing/2014/main" id="{25150703-BD46-767E-3638-10052711D97B}"/>
              </a:ext>
            </a:extLst>
          </p:cNvPr>
          <p:cNvSpPr/>
          <p:nvPr/>
        </p:nvSpPr>
        <p:spPr>
          <a:xfrm>
            <a:off x="6717803" y="1150108"/>
            <a:ext cx="1486397" cy="1631217"/>
          </a:xfrm>
          <a:prstGeom prst="flowChartMagneticDisk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dirty="0"/>
              <a:t>State</a:t>
            </a:r>
            <a:endParaRPr lang="en-GB" sz="3200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304579E-ABA3-EFEC-3A70-DD8C8C6A4105}"/>
              </a:ext>
            </a:extLst>
          </p:cNvPr>
          <p:cNvSpPr txBox="1"/>
          <p:nvPr/>
        </p:nvSpPr>
        <p:spPr>
          <a:xfrm>
            <a:off x="8447312" y="654747"/>
            <a:ext cx="33156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Tells </a:t>
            </a:r>
            <a:r>
              <a:rPr lang="fr-FR" sz="2000" i="1" dirty="0" err="1"/>
              <a:t>what</a:t>
            </a:r>
            <a:r>
              <a:rPr lang="fr-FR" sz="2000" i="1" dirty="0"/>
              <a:t> </a:t>
            </a:r>
            <a:r>
              <a:rPr lang="fr-FR" sz="2000" i="1" dirty="0" err="1"/>
              <a:t>resources</a:t>
            </a:r>
            <a:r>
              <a:rPr lang="fr-FR" sz="2000" i="1" dirty="0"/>
              <a:t> are </a:t>
            </a:r>
            <a:r>
              <a:rPr lang="fr-FR" sz="2000" i="1" dirty="0" err="1"/>
              <a:t>managed</a:t>
            </a:r>
            <a:r>
              <a:rPr lang="fr-FR" sz="2000" i="1" dirty="0"/>
              <a:t> by </a:t>
            </a:r>
            <a:r>
              <a:rPr lang="fr-FR" sz="2000" i="1" dirty="0" err="1"/>
              <a:t>Pulumi</a:t>
            </a:r>
            <a:br>
              <a:rPr lang="fr-FR" sz="2000" i="1" dirty="0"/>
            </a:br>
            <a:endParaRPr lang="fr-FR" sz="2000" i="1" dirty="0"/>
          </a:p>
          <a:p>
            <a:r>
              <a:rPr lang="fr-FR" sz="2000" i="1" dirty="0"/>
              <a:t>Can </a:t>
            </a:r>
            <a:r>
              <a:rPr lang="fr-FR" sz="2000" i="1" dirty="0" err="1"/>
              <a:t>be</a:t>
            </a:r>
            <a:r>
              <a:rPr lang="fr-FR" sz="2000" i="1" dirty="0"/>
              <a:t> </a:t>
            </a:r>
            <a:r>
              <a:rPr lang="fr-FR" sz="2000" i="1" dirty="0" err="1"/>
              <a:t>hosted</a:t>
            </a:r>
            <a:r>
              <a:rPr lang="fr-FR" sz="2000" i="1" dirty="0"/>
              <a:t> 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/>
              <a:t>cloud.pulumi.com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/>
              <a:t>a </a:t>
            </a:r>
            <a:r>
              <a:rPr lang="fr-FR" sz="2000" i="1" dirty="0" err="1"/>
              <a:t>dedicated</a:t>
            </a:r>
            <a:r>
              <a:rPr lang="fr-FR" sz="2000" i="1" dirty="0"/>
              <a:t> Object Storage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/>
              <a:t>in the CI/CD engine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i="1" dirty="0"/>
              <a:t>the dev PC</a:t>
            </a:r>
            <a:br>
              <a:rPr lang="fr-FR" sz="2000" i="1" dirty="0"/>
            </a:br>
            <a:endParaRPr lang="en-GB" sz="2000" i="1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95F8C278-3EBE-05F4-BCD0-FEB26F753CC3}"/>
              </a:ext>
            </a:extLst>
          </p:cNvPr>
          <p:cNvCxnSpPr>
            <a:cxnSpLocks/>
          </p:cNvCxnSpPr>
          <p:nvPr/>
        </p:nvCxnSpPr>
        <p:spPr>
          <a:xfrm>
            <a:off x="3676402" y="2788981"/>
            <a:ext cx="1039531" cy="204955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545C6885-FF98-DB9D-D35B-D30241A790A3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6510867" y="2781325"/>
            <a:ext cx="950135" cy="2057207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77538D64-3838-49C5-D0DF-3080D20D3CE9}"/>
              </a:ext>
            </a:extLst>
          </p:cNvPr>
          <p:cNvSpPr txBox="1"/>
          <p:nvPr/>
        </p:nvSpPr>
        <p:spPr>
          <a:xfrm>
            <a:off x="2774218" y="3666314"/>
            <a:ext cx="1381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up / destroy</a:t>
            </a:r>
            <a:endParaRPr lang="en-GB" dirty="0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045F926-CF0A-102B-4DE4-ECB0E1CFF544}"/>
              </a:ext>
            </a:extLst>
          </p:cNvPr>
          <p:cNvSpPr txBox="1"/>
          <p:nvPr/>
        </p:nvSpPr>
        <p:spPr>
          <a:xfrm>
            <a:off x="7357534" y="3517069"/>
            <a:ext cx="9501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sync</a:t>
            </a:r>
            <a:r>
              <a:rPr lang="fr-FR" dirty="0"/>
              <a:t> via login</a:t>
            </a:r>
            <a:endParaRPr lang="en-GB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5E226BB-7BAF-10CD-8ACF-571388459F9E}"/>
              </a:ext>
            </a:extLst>
          </p:cNvPr>
          <p:cNvSpPr txBox="1"/>
          <p:nvPr/>
        </p:nvSpPr>
        <p:spPr>
          <a:xfrm>
            <a:off x="4853066" y="5857857"/>
            <a:ext cx="33156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/>
              <a:t>Runs on a PC or in a pipeline</a:t>
            </a:r>
            <a:endParaRPr lang="en-GB" sz="2000" i="1" dirty="0"/>
          </a:p>
        </p:txBody>
      </p:sp>
      <p:pic>
        <p:nvPicPr>
          <p:cNvPr id="3" name="Image 2" descr="Une image contenant capture d’écran">
            <a:extLst>
              <a:ext uri="{FF2B5EF4-FFF2-40B4-BE49-F238E27FC236}">
                <a16:creationId xmlns:a16="http://schemas.microsoft.com/office/drawing/2014/main" id="{502787AD-7855-AA67-830D-AFC53C15D8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903" b="19654"/>
          <a:stretch/>
        </p:blipFill>
        <p:spPr>
          <a:xfrm>
            <a:off x="4433951" y="-2747613"/>
            <a:ext cx="3770249" cy="1172827"/>
          </a:xfrm>
          <a:prstGeom prst="rect">
            <a:avLst/>
          </a:prstGeom>
          <a:ln>
            <a:noFill/>
          </a:ln>
          <a:effectLst>
            <a:glow rad="50800">
              <a:srgbClr val="FFFFFF">
                <a:alpha val="63000"/>
              </a:srgbClr>
            </a:glow>
          </a:effectLst>
        </p:spPr>
      </p:pic>
    </p:spTree>
    <p:extLst>
      <p:ext uri="{BB962C8B-B14F-4D97-AF65-F5344CB8AC3E}">
        <p14:creationId xmlns:p14="http://schemas.microsoft.com/office/powerpoint/2010/main" val="13959065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E48B3046-FECA-2023-98AD-A182722A3D5E}"/>
              </a:ext>
            </a:extLst>
          </p:cNvPr>
          <p:cNvSpPr/>
          <p:nvPr/>
        </p:nvSpPr>
        <p:spPr>
          <a:xfrm rot="21194784">
            <a:off x="3008698" y="2566790"/>
            <a:ext cx="3091621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err="1">
                <a:solidFill>
                  <a:schemeClr val="bg1"/>
                </a:solidFill>
              </a:rPr>
              <a:t>Deploy</a:t>
            </a:r>
            <a:endParaRPr lang="fr-FR" b="1">
              <a:solidFill>
                <a:schemeClr val="bg1"/>
              </a:solidFill>
            </a:endParaRP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0479B4B8-9537-CC87-56CB-32F24F2CBA21}"/>
              </a:ext>
            </a:extLst>
          </p:cNvPr>
          <p:cNvGrpSpPr/>
          <p:nvPr/>
        </p:nvGrpSpPr>
        <p:grpSpPr>
          <a:xfrm>
            <a:off x="6130378" y="2076845"/>
            <a:ext cx="2451194" cy="1029666"/>
            <a:chOff x="7511775" y="1630417"/>
            <a:chExt cx="2451194" cy="1029666"/>
          </a:xfrm>
        </p:grpSpPr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7FDF5CBA-C0FC-AB25-9B85-C60D8C739169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8AC386D1-633F-5E2D-52E4-2DDD606BB1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D11F1F24-8DE5-D017-532B-F727E4D67A35}"/>
                </a:ext>
              </a:extLst>
            </p:cNvPr>
            <p:cNvSpPr txBox="1"/>
            <p:nvPr/>
          </p:nvSpPr>
          <p:spPr>
            <a:xfrm>
              <a:off x="8835407" y="1875253"/>
              <a:ext cx="11099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/>
                <a:t>dev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B293E5BD-E6FF-5264-2134-15B2858F94CF}"/>
              </a:ext>
            </a:extLst>
          </p:cNvPr>
          <p:cNvGrpSpPr/>
          <p:nvPr/>
        </p:nvGrpSpPr>
        <p:grpSpPr>
          <a:xfrm>
            <a:off x="6130378" y="3212597"/>
            <a:ext cx="2451194" cy="1029666"/>
            <a:chOff x="7511775" y="1630417"/>
            <a:chExt cx="2451194" cy="1029666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5E1790B6-90E3-A1A5-DA74-A503157A487F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85F6D7FF-CB0B-DBEB-C3B6-1D47023569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6BD0E3FE-AF93-D671-74B9-AFA3EF8CE41E}"/>
                </a:ext>
              </a:extLst>
            </p:cNvPr>
            <p:cNvSpPr txBox="1"/>
            <p:nvPr/>
          </p:nvSpPr>
          <p:spPr>
            <a:xfrm>
              <a:off x="8835407" y="1875253"/>
              <a:ext cx="11099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err="1"/>
                <a:t>qa</a:t>
              </a:r>
              <a:endParaRPr lang="fr-FR" sz="2800"/>
            </a:p>
          </p:txBody>
        </p:sp>
      </p:grp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FF81BE5A-AD49-0A8C-DDCC-1E0C0382DBEA}"/>
              </a:ext>
            </a:extLst>
          </p:cNvPr>
          <p:cNvSpPr/>
          <p:nvPr/>
        </p:nvSpPr>
        <p:spPr>
          <a:xfrm>
            <a:off x="3019278" y="3287718"/>
            <a:ext cx="3042345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err="1">
                <a:solidFill>
                  <a:schemeClr val="bg1"/>
                </a:solidFill>
              </a:rPr>
              <a:t>Deploy</a:t>
            </a:r>
            <a:endParaRPr lang="fr-FR" b="1">
              <a:solidFill>
                <a:schemeClr val="bg1"/>
              </a:solidFill>
            </a:endParaRP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7FD97DA1-3C89-F116-705A-A8C64073FAA8}"/>
              </a:ext>
            </a:extLst>
          </p:cNvPr>
          <p:cNvGrpSpPr/>
          <p:nvPr/>
        </p:nvGrpSpPr>
        <p:grpSpPr>
          <a:xfrm>
            <a:off x="6130378" y="4357641"/>
            <a:ext cx="2451194" cy="1029666"/>
            <a:chOff x="7511775" y="1630417"/>
            <a:chExt cx="2451194" cy="1029666"/>
          </a:xfrm>
        </p:grpSpPr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887B7D29-E116-D169-B093-70ABAFB6D5B8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F7D8C8D9-0504-1D23-3A84-BA646A8A51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EDA63B79-B09D-5E95-8B22-CAF98C943644}"/>
                </a:ext>
              </a:extLst>
            </p:cNvPr>
            <p:cNvSpPr txBox="1"/>
            <p:nvPr/>
          </p:nvSpPr>
          <p:spPr>
            <a:xfrm>
              <a:off x="8686791" y="1877676"/>
              <a:ext cx="12761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err="1"/>
                <a:t>staging</a:t>
              </a:r>
              <a:endParaRPr lang="fr-FR" sz="2800"/>
            </a:p>
          </p:txBody>
        </p:sp>
      </p:grpSp>
      <p:sp>
        <p:nvSpPr>
          <p:cNvPr id="34" name="Flèche : droite 33">
            <a:extLst>
              <a:ext uri="{FF2B5EF4-FFF2-40B4-BE49-F238E27FC236}">
                <a16:creationId xmlns:a16="http://schemas.microsoft.com/office/drawing/2014/main" id="{106AFC5B-F384-A61E-57D0-B78DBDEC30B5}"/>
              </a:ext>
            </a:extLst>
          </p:cNvPr>
          <p:cNvSpPr/>
          <p:nvPr/>
        </p:nvSpPr>
        <p:spPr>
          <a:xfrm rot="966326">
            <a:off x="2978864" y="4064712"/>
            <a:ext cx="3127455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err="1">
                <a:solidFill>
                  <a:schemeClr val="bg1"/>
                </a:solidFill>
              </a:rPr>
              <a:t>Deploy</a:t>
            </a:r>
            <a:endParaRPr lang="fr-FR" b="1">
              <a:solidFill>
                <a:schemeClr val="bg1"/>
              </a:solidFill>
            </a:endParaRP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1C0ECA21-A452-229D-9B08-032B09E98B30}"/>
              </a:ext>
            </a:extLst>
          </p:cNvPr>
          <p:cNvGrpSpPr/>
          <p:nvPr/>
        </p:nvGrpSpPr>
        <p:grpSpPr>
          <a:xfrm>
            <a:off x="6112756" y="5508442"/>
            <a:ext cx="2451194" cy="1029666"/>
            <a:chOff x="7511775" y="1630417"/>
            <a:chExt cx="2451194" cy="1029666"/>
          </a:xfrm>
        </p:grpSpPr>
        <p:sp>
          <p:nvSpPr>
            <p:cNvPr id="36" name="Rectangle : coins arrondis 35">
              <a:extLst>
                <a:ext uri="{FF2B5EF4-FFF2-40B4-BE49-F238E27FC236}">
                  <a16:creationId xmlns:a16="http://schemas.microsoft.com/office/drawing/2014/main" id="{4FD04D42-9CEA-959D-CE61-D3A7A3C43AF2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CE640C4C-A49B-5BCA-7485-6AEA135A1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DAF62D4E-E305-78E0-9913-0BC37D75C4EF}"/>
                </a:ext>
              </a:extLst>
            </p:cNvPr>
            <p:cNvSpPr txBox="1"/>
            <p:nvPr/>
          </p:nvSpPr>
          <p:spPr>
            <a:xfrm>
              <a:off x="8686791" y="1877676"/>
              <a:ext cx="12761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/>
                <a:t>prod</a:t>
              </a:r>
            </a:p>
          </p:txBody>
        </p:sp>
      </p:grpSp>
      <p:sp>
        <p:nvSpPr>
          <p:cNvPr id="39" name="Flèche : droite 38">
            <a:extLst>
              <a:ext uri="{FF2B5EF4-FFF2-40B4-BE49-F238E27FC236}">
                <a16:creationId xmlns:a16="http://schemas.microsoft.com/office/drawing/2014/main" id="{F3AB2B3B-DD0D-FBA8-EF11-0380F5B0688D}"/>
              </a:ext>
            </a:extLst>
          </p:cNvPr>
          <p:cNvSpPr/>
          <p:nvPr/>
        </p:nvSpPr>
        <p:spPr>
          <a:xfrm rot="1633097">
            <a:off x="2797661" y="4979071"/>
            <a:ext cx="3432349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err="1">
                <a:solidFill>
                  <a:schemeClr val="bg1"/>
                </a:solidFill>
              </a:rPr>
              <a:t>Deploy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32C87E68-FADD-4710-BF3C-7AB1245291A1}"/>
              </a:ext>
            </a:extLst>
          </p:cNvPr>
          <p:cNvSpPr txBox="1"/>
          <p:nvPr/>
        </p:nvSpPr>
        <p:spPr>
          <a:xfrm>
            <a:off x="8650326" y="4402033"/>
            <a:ext cx="36874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/>
              <a:t>prod-like data</a:t>
            </a:r>
            <a:br>
              <a:rPr lang="fr-FR" sz="2800"/>
            </a:br>
            <a:r>
              <a:rPr lang="en-GB" sz="2800">
                <a:solidFill>
                  <a:srgbClr val="000000"/>
                </a:solidFill>
                <a:latin typeface="WordVisi_MSFontService"/>
              </a:rPr>
              <a:t>✅ </a:t>
            </a:r>
            <a:r>
              <a:rPr lang="fr-FR" sz="2800"/>
              <a:t>stress tests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07F526FB-A3D6-3412-BAED-8856C619F8D2}"/>
              </a:ext>
            </a:extLst>
          </p:cNvPr>
          <p:cNvSpPr txBox="1"/>
          <p:nvPr/>
        </p:nvSpPr>
        <p:spPr>
          <a:xfrm>
            <a:off x="8657505" y="3409593"/>
            <a:ext cx="3687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 err="1"/>
              <a:t>integration</a:t>
            </a:r>
            <a:r>
              <a:rPr lang="fr-FR" sz="2800"/>
              <a:t> tests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3F274B1-370F-87B2-2BF2-70C4317E3E27}"/>
              </a:ext>
            </a:extLst>
          </p:cNvPr>
          <p:cNvSpPr txBox="1"/>
          <p:nvPr/>
        </p:nvSpPr>
        <p:spPr>
          <a:xfrm>
            <a:off x="8650327" y="2305574"/>
            <a:ext cx="3687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 err="1"/>
              <a:t>smoke</a:t>
            </a:r>
            <a:r>
              <a:rPr lang="fr-FR" sz="2800"/>
              <a:t> tests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E3331002-F0BC-C008-C882-71A3338D2A33}"/>
              </a:ext>
            </a:extLst>
          </p:cNvPr>
          <p:cNvGrpSpPr/>
          <p:nvPr/>
        </p:nvGrpSpPr>
        <p:grpSpPr>
          <a:xfrm>
            <a:off x="6128157" y="931926"/>
            <a:ext cx="2451194" cy="1029666"/>
            <a:chOff x="7511775" y="1630417"/>
            <a:chExt cx="2451194" cy="1029666"/>
          </a:xfrm>
        </p:grpSpPr>
        <p:sp>
          <p:nvSpPr>
            <p:cNvPr id="44" name="Rectangle : coins arrondis 43">
              <a:extLst>
                <a:ext uri="{FF2B5EF4-FFF2-40B4-BE49-F238E27FC236}">
                  <a16:creationId xmlns:a16="http://schemas.microsoft.com/office/drawing/2014/main" id="{90F6F5DC-F842-E107-DE5E-26D41F7F00C3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45" name="Image 44">
              <a:extLst>
                <a:ext uri="{FF2B5EF4-FFF2-40B4-BE49-F238E27FC236}">
                  <a16:creationId xmlns:a16="http://schemas.microsoft.com/office/drawing/2014/main" id="{57174A9A-2109-6D4E-8357-A33C9DF6D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2A509B4A-ABA8-677A-E9EE-C9536F459D58}"/>
                </a:ext>
              </a:extLst>
            </p:cNvPr>
            <p:cNvSpPr txBox="1"/>
            <p:nvPr/>
          </p:nvSpPr>
          <p:spPr>
            <a:xfrm>
              <a:off x="8671390" y="1694585"/>
              <a:ext cx="11099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/>
                <a:t>Local, CI/CD</a:t>
              </a:r>
            </a:p>
          </p:txBody>
        </p:sp>
      </p:grpSp>
      <p:sp>
        <p:nvSpPr>
          <p:cNvPr id="47" name="ZoneTexte 46">
            <a:extLst>
              <a:ext uri="{FF2B5EF4-FFF2-40B4-BE49-F238E27FC236}">
                <a16:creationId xmlns:a16="http://schemas.microsoft.com/office/drawing/2014/main" id="{3CB7D693-E472-4CF4-E6EE-3F85690C8777}"/>
              </a:ext>
            </a:extLst>
          </p:cNvPr>
          <p:cNvSpPr txBox="1"/>
          <p:nvPr/>
        </p:nvSpPr>
        <p:spPr>
          <a:xfrm>
            <a:off x="8635913" y="1176434"/>
            <a:ext cx="3687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/>
              <a:t>unit/API tests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2FA86C7C-CF2F-52A8-10F5-AD210DC3C70C}"/>
              </a:ext>
            </a:extLst>
          </p:cNvPr>
          <p:cNvSpPr txBox="1"/>
          <p:nvPr/>
        </p:nvSpPr>
        <p:spPr>
          <a:xfrm>
            <a:off x="8635912" y="5828316"/>
            <a:ext cx="3687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/>
              <a:t>A/B tests</a:t>
            </a:r>
          </a:p>
        </p:txBody>
      </p:sp>
      <p:sp>
        <p:nvSpPr>
          <p:cNvPr id="49" name="Flèche : droite 48">
            <a:extLst>
              <a:ext uri="{FF2B5EF4-FFF2-40B4-BE49-F238E27FC236}">
                <a16:creationId xmlns:a16="http://schemas.microsoft.com/office/drawing/2014/main" id="{713BB2BD-938E-EEA5-D5BB-E39AB09879D8}"/>
              </a:ext>
            </a:extLst>
          </p:cNvPr>
          <p:cNvSpPr/>
          <p:nvPr/>
        </p:nvSpPr>
        <p:spPr>
          <a:xfrm rot="20330661">
            <a:off x="2911054" y="1806007"/>
            <a:ext cx="3286014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err="1">
                <a:solidFill>
                  <a:schemeClr val="bg1"/>
                </a:solidFill>
              </a:rPr>
              <a:t>Deploy</a:t>
            </a: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E3E803B-EB4B-C86B-C54D-C25126E18C51}"/>
              </a:ext>
            </a:extLst>
          </p:cNvPr>
          <p:cNvSpPr txBox="1"/>
          <p:nvPr/>
        </p:nvSpPr>
        <p:spPr>
          <a:xfrm>
            <a:off x="9198403" y="91289"/>
            <a:ext cx="2993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dirty="0" err="1"/>
              <a:t>Recall</a:t>
            </a:r>
            <a:r>
              <a:rPr lang="fr-FR" sz="2000" i="1" dirty="0"/>
              <a:t> </a:t>
            </a:r>
            <a:r>
              <a:rPr lang="fr-FR" sz="2000" i="1" dirty="0" err="1"/>
              <a:t>from</a:t>
            </a:r>
            <a:r>
              <a:rPr lang="fr-FR" sz="2000" i="1" dirty="0"/>
              <a:t> Devops course</a:t>
            </a:r>
            <a:endParaRPr lang="en-GB" sz="2000" i="1" dirty="0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BC36406-F20D-655C-3ABF-4FE17415DAD3}"/>
              </a:ext>
            </a:extLst>
          </p:cNvPr>
          <p:cNvSpPr/>
          <p:nvPr/>
        </p:nvSpPr>
        <p:spPr>
          <a:xfrm>
            <a:off x="693354" y="2141302"/>
            <a:ext cx="2451194" cy="2554012"/>
          </a:xfrm>
          <a:prstGeom prst="roundRect">
            <a:avLst>
              <a:gd name="adj" fmla="val 6996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fr-FR" sz="2400"/>
            </a:br>
            <a:r>
              <a:rPr lang="fr-FR" sz="2400"/>
              <a:t>Image</a:t>
            </a:r>
            <a:br>
              <a:rPr lang="fr-FR" sz="2400"/>
            </a:br>
            <a:r>
              <a:rPr lang="fr-FR" sz="2400"/>
              <a:t>version n+1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9AB9687A-3127-5D3D-EE8E-A3096927D230}"/>
              </a:ext>
            </a:extLst>
          </p:cNvPr>
          <p:cNvSpPr txBox="1"/>
          <p:nvPr/>
        </p:nvSpPr>
        <p:spPr>
          <a:xfrm>
            <a:off x="1808969" y="2390839"/>
            <a:ext cx="159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err="1"/>
              <a:t>Registry</a:t>
            </a:r>
            <a:endParaRPr lang="fr-FR" sz="2800"/>
          </a:p>
        </p:txBody>
      </p:sp>
      <p:pic>
        <p:nvPicPr>
          <p:cNvPr id="22" name="Picture 4" descr="A blue letters on a black background&#10;&#10;Description automatically generated">
            <a:extLst>
              <a:ext uri="{FF2B5EF4-FFF2-40B4-BE49-F238E27FC236}">
                <a16:creationId xmlns:a16="http://schemas.microsoft.com/office/drawing/2014/main" id="{7B580882-1E27-3AD8-3945-3EAB195AE8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3213"/>
          <a:stretch/>
        </p:blipFill>
        <p:spPr>
          <a:xfrm>
            <a:off x="852843" y="2309691"/>
            <a:ext cx="918418" cy="6406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1A5B1D65-4C30-544D-5067-8A7183550A5C}"/>
              </a:ext>
            </a:extLst>
          </p:cNvPr>
          <p:cNvSpPr txBox="1">
            <a:spLocks/>
          </p:cNvSpPr>
          <p:nvPr/>
        </p:nvSpPr>
        <p:spPr>
          <a:xfrm>
            <a:off x="685801" y="-2645"/>
            <a:ext cx="10131426" cy="106944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TEST </a:t>
            </a:r>
            <a:r>
              <a:rPr lang="fr-FR" dirty="0" err="1"/>
              <a:t>environments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5561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234FB-BDEB-6CF3-6627-D5B26E143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9C651A-3083-F5B6-A610-0227CC6B9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Project organisation</a:t>
            </a:r>
            <a:endParaRPr lang="en-GB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82E7F46-9E8F-D557-783B-BC03709A20E9}"/>
              </a:ext>
            </a:extLst>
          </p:cNvPr>
          <p:cNvSpPr txBox="1"/>
          <p:nvPr/>
        </p:nvSpPr>
        <p:spPr>
          <a:xfrm>
            <a:off x="685801" y="2213969"/>
            <a:ext cx="10055067" cy="3737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000" dirty="0"/>
              <a:t>The top-</a:t>
            </a:r>
            <a:r>
              <a:rPr lang="fr-FR" sz="2000" dirty="0" err="1"/>
              <a:t>level</a:t>
            </a:r>
            <a:r>
              <a:rPr lang="fr-FR" sz="2000" dirty="0"/>
              <a:t> </a:t>
            </a:r>
            <a:r>
              <a:rPr lang="fr-FR" sz="2000" dirty="0" err="1"/>
              <a:t>object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called</a:t>
            </a:r>
            <a:r>
              <a:rPr lang="fr-FR" sz="2000" dirty="0"/>
              <a:t> a </a:t>
            </a:r>
            <a:r>
              <a:rPr lang="fr-FR" sz="2000" i="1" dirty="0" err="1"/>
              <a:t>project</a:t>
            </a:r>
            <a:endParaRPr lang="fr-FR" sz="2000" i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it</a:t>
            </a:r>
            <a:r>
              <a:rPr lang="fr-FR" sz="2000" dirty="0"/>
              <a:t> </a:t>
            </a:r>
            <a:r>
              <a:rPr lang="fr-FR" sz="2000" dirty="0" err="1"/>
              <a:t>is</a:t>
            </a:r>
            <a:r>
              <a:rPr lang="fr-FR" sz="2000" dirty="0"/>
              <a:t> </a:t>
            </a:r>
            <a:r>
              <a:rPr lang="fr-FR" sz="2000" dirty="0" err="1"/>
              <a:t>described</a:t>
            </a:r>
            <a:r>
              <a:rPr lang="fr-FR" sz="2000" dirty="0"/>
              <a:t> in the </a:t>
            </a:r>
            <a:r>
              <a:rPr lang="fr-FR" sz="2000" i="1" dirty="0" err="1"/>
              <a:t>Pulumi.yaml</a:t>
            </a:r>
            <a:r>
              <a:rPr lang="fr-FR" sz="2000" i="1" dirty="0"/>
              <a:t> </a:t>
            </a:r>
            <a:r>
              <a:rPr lang="fr-FR" sz="2000" dirty="0"/>
              <a:t>file</a:t>
            </a:r>
          </a:p>
          <a:p>
            <a:pPr>
              <a:lnSpc>
                <a:spcPct val="150000"/>
              </a:lnSpc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 err="1"/>
              <a:t>Pulumi</a:t>
            </a:r>
            <a:r>
              <a:rPr lang="fr-FR" sz="2000" dirty="0"/>
              <a:t> can </a:t>
            </a:r>
            <a:r>
              <a:rPr lang="fr-FR" sz="2000" dirty="0" err="1"/>
              <a:t>create</a:t>
            </a:r>
            <a:r>
              <a:rPr lang="fr-FR" sz="2000" dirty="0"/>
              <a:t> </a:t>
            </a:r>
            <a:r>
              <a:rPr lang="fr-FR" sz="2000" dirty="0" err="1"/>
              <a:t>many</a:t>
            </a:r>
            <a:r>
              <a:rPr lang="fr-FR" sz="2000" dirty="0"/>
              <a:t> copies of </a:t>
            </a:r>
            <a:r>
              <a:rPr lang="fr-FR" sz="2000" dirty="0" err="1"/>
              <a:t>almost</a:t>
            </a:r>
            <a:r>
              <a:rPr lang="fr-FR" sz="2000" dirty="0"/>
              <a:t> the </a:t>
            </a:r>
            <a:r>
              <a:rPr lang="fr-FR" sz="2000" dirty="0" err="1"/>
              <a:t>same</a:t>
            </a:r>
            <a:r>
              <a:rPr lang="fr-FR" sz="2000" dirty="0"/>
              <a:t> </a:t>
            </a:r>
            <a:r>
              <a:rPr lang="fr-FR" sz="2000" dirty="0" err="1"/>
              <a:t>resources</a:t>
            </a:r>
            <a:r>
              <a:rPr lang="fr-FR" sz="2000" dirty="0"/>
              <a:t> via stacks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/>
              <a:t>The stacks can </a:t>
            </a:r>
            <a:r>
              <a:rPr lang="fr-FR" sz="2000" dirty="0" err="1"/>
              <a:t>be</a:t>
            </a:r>
            <a:r>
              <a:rPr lang="fr-FR" sz="2000" dirty="0"/>
              <a:t> </a:t>
            </a:r>
            <a:r>
              <a:rPr lang="fr-FR" sz="2000" dirty="0" err="1"/>
              <a:t>used</a:t>
            </a:r>
            <a:r>
              <a:rPr lang="fr-FR" sz="2000" dirty="0"/>
              <a:t> to </a:t>
            </a:r>
            <a:r>
              <a:rPr lang="fr-FR" sz="2000" dirty="0" err="1"/>
              <a:t>create</a:t>
            </a:r>
            <a:r>
              <a:rPr lang="fr-FR" sz="2000" dirty="0"/>
              <a:t> </a:t>
            </a:r>
            <a:r>
              <a:rPr lang="fr-FR" sz="2000" dirty="0" err="1"/>
              <a:t>environments</a:t>
            </a:r>
            <a:endParaRPr lang="fr-FR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dirty="0" err="1"/>
              <a:t>They</a:t>
            </a:r>
            <a:r>
              <a:rPr lang="fr-FR" sz="2000" dirty="0"/>
              <a:t> can have </a:t>
            </a:r>
            <a:r>
              <a:rPr lang="fr-FR" sz="2000" dirty="0" err="1"/>
              <a:t>specificities</a:t>
            </a:r>
            <a:r>
              <a:rPr lang="fr-FR" sz="2000" dirty="0"/>
              <a:t> </a:t>
            </a:r>
            <a:r>
              <a:rPr lang="fr-FR" sz="2000" dirty="0" err="1"/>
              <a:t>depending</a:t>
            </a:r>
            <a:r>
              <a:rPr lang="fr-FR" sz="2000" dirty="0"/>
              <a:t> on the </a:t>
            </a:r>
            <a:r>
              <a:rPr lang="fr-FR" sz="2000" dirty="0" err="1"/>
              <a:t>needs</a:t>
            </a:r>
            <a:r>
              <a:rPr lang="fr-FR" sz="2000" dirty="0"/>
              <a:t> (more CPU in prod, …)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2000" dirty="0"/>
          </a:p>
          <a:p>
            <a:pPr>
              <a:lnSpc>
                <a:spcPct val="150000"/>
              </a:lnSpc>
            </a:pPr>
            <a:r>
              <a:rPr lang="fr-FR" sz="2000" dirty="0"/>
              <a:t>The source code can import the configuration and </a:t>
            </a:r>
            <a:r>
              <a:rPr lang="fr-FR" sz="2000" dirty="0" err="1"/>
              <a:t>inject</a:t>
            </a:r>
            <a:r>
              <a:rPr lang="fr-FR" sz="2000" dirty="0"/>
              <a:t> </a:t>
            </a:r>
            <a:r>
              <a:rPr lang="fr-FR" sz="2000" dirty="0" err="1"/>
              <a:t>it</a:t>
            </a:r>
            <a:r>
              <a:rPr lang="fr-FR" sz="2000" dirty="0"/>
              <a:t> in the </a:t>
            </a:r>
            <a:r>
              <a:rPr lang="fr-FR" sz="2000" dirty="0" err="1"/>
              <a:t>resources</a:t>
            </a:r>
            <a:r>
              <a:rPr lang="fr-FR" sz="2000" dirty="0"/>
              <a:t> </a:t>
            </a:r>
            <a:r>
              <a:rPr lang="fr-FR" sz="2000"/>
              <a:t>specs</a:t>
            </a:r>
            <a:endParaRPr lang="en-GB" sz="2000" dirty="0"/>
          </a:p>
        </p:txBody>
      </p:sp>
      <p:pic>
        <p:nvPicPr>
          <p:cNvPr id="4" name="Graphique 3">
            <a:extLst>
              <a:ext uri="{FF2B5EF4-FFF2-40B4-BE49-F238E27FC236}">
                <a16:creationId xmlns:a16="http://schemas.microsoft.com/office/drawing/2014/main" id="{73E0C717-93EE-9518-55B1-C77DCC0D37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1" y="1066801"/>
            <a:ext cx="3788430" cy="944879"/>
          </a:xfrm>
          <a:prstGeom prst="rect">
            <a:avLst/>
          </a:prstGeom>
          <a:effectLst>
            <a:glow rad="88900">
              <a:schemeClr val="tx1"/>
            </a:glow>
          </a:effectLst>
        </p:spPr>
      </p:pic>
    </p:spTree>
    <p:extLst>
      <p:ext uri="{BB962C8B-B14F-4D97-AF65-F5344CB8AC3E}">
        <p14:creationId xmlns:p14="http://schemas.microsoft.com/office/powerpoint/2010/main" val="384761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B5477-62A1-5414-578F-6D238A8FC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33264F9F-D74E-3C96-2D99-148556F8CDDF}"/>
              </a:ext>
            </a:extLst>
          </p:cNvPr>
          <p:cNvSpPr/>
          <p:nvPr/>
        </p:nvSpPr>
        <p:spPr>
          <a:xfrm rot="21194784">
            <a:off x="3008698" y="2566790"/>
            <a:ext cx="3091621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Update</a:t>
            </a:r>
          </a:p>
        </p:txBody>
      </p: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CC0DE560-072A-8655-2E1E-EF1760936198}"/>
              </a:ext>
            </a:extLst>
          </p:cNvPr>
          <p:cNvGrpSpPr/>
          <p:nvPr/>
        </p:nvGrpSpPr>
        <p:grpSpPr>
          <a:xfrm>
            <a:off x="6130378" y="2076845"/>
            <a:ext cx="2451194" cy="1029666"/>
            <a:chOff x="7511775" y="1630417"/>
            <a:chExt cx="2451194" cy="1029666"/>
          </a:xfrm>
        </p:grpSpPr>
        <p:sp>
          <p:nvSpPr>
            <p:cNvPr id="16" name="Rectangle : coins arrondis 15">
              <a:extLst>
                <a:ext uri="{FF2B5EF4-FFF2-40B4-BE49-F238E27FC236}">
                  <a16:creationId xmlns:a16="http://schemas.microsoft.com/office/drawing/2014/main" id="{B993474A-14B3-51AF-4FA2-4AC9294DF715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1D07353F-B035-7513-D09D-3B16AEBE9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6D264F4D-0B28-A719-7870-7D016756660B}"/>
                </a:ext>
              </a:extLst>
            </p:cNvPr>
            <p:cNvSpPr txBox="1"/>
            <p:nvPr/>
          </p:nvSpPr>
          <p:spPr>
            <a:xfrm>
              <a:off x="8835407" y="1875253"/>
              <a:ext cx="11099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/>
                <a:t>dev</a:t>
              </a:r>
            </a:p>
          </p:txBody>
        </p:sp>
      </p:grpSp>
      <p:grpSp>
        <p:nvGrpSpPr>
          <p:cNvPr id="25" name="Groupe 24">
            <a:extLst>
              <a:ext uri="{FF2B5EF4-FFF2-40B4-BE49-F238E27FC236}">
                <a16:creationId xmlns:a16="http://schemas.microsoft.com/office/drawing/2014/main" id="{AA52556E-57A1-60B8-514E-0CF4000258D7}"/>
              </a:ext>
            </a:extLst>
          </p:cNvPr>
          <p:cNvGrpSpPr/>
          <p:nvPr/>
        </p:nvGrpSpPr>
        <p:grpSpPr>
          <a:xfrm>
            <a:off x="6130378" y="3212597"/>
            <a:ext cx="2451194" cy="1029666"/>
            <a:chOff x="7511775" y="1630417"/>
            <a:chExt cx="2451194" cy="1029666"/>
          </a:xfrm>
        </p:grpSpPr>
        <p:sp>
          <p:nvSpPr>
            <p:cNvPr id="26" name="Rectangle : coins arrondis 25">
              <a:extLst>
                <a:ext uri="{FF2B5EF4-FFF2-40B4-BE49-F238E27FC236}">
                  <a16:creationId xmlns:a16="http://schemas.microsoft.com/office/drawing/2014/main" id="{879B454C-C2C0-2C29-DE68-A1B742621E16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27" name="Image 26">
              <a:extLst>
                <a:ext uri="{FF2B5EF4-FFF2-40B4-BE49-F238E27FC236}">
                  <a16:creationId xmlns:a16="http://schemas.microsoft.com/office/drawing/2014/main" id="{B2374324-ABC9-20E7-BD0D-75FE4A175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EF7361E7-8CD5-2B44-D97D-9F44C2B2BABA}"/>
                </a:ext>
              </a:extLst>
            </p:cNvPr>
            <p:cNvSpPr txBox="1"/>
            <p:nvPr/>
          </p:nvSpPr>
          <p:spPr>
            <a:xfrm>
              <a:off x="8835407" y="1875253"/>
              <a:ext cx="11099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err="1"/>
                <a:t>qa</a:t>
              </a:r>
              <a:endParaRPr lang="fr-FR" sz="2800"/>
            </a:p>
          </p:txBody>
        </p:sp>
      </p:grp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9B253FA4-322B-6E77-86F7-294280204EDB}"/>
              </a:ext>
            </a:extLst>
          </p:cNvPr>
          <p:cNvSpPr/>
          <p:nvPr/>
        </p:nvSpPr>
        <p:spPr>
          <a:xfrm>
            <a:off x="3019278" y="3287718"/>
            <a:ext cx="3042345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Update</a:t>
            </a:r>
          </a:p>
        </p:txBody>
      </p: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F4560A90-B765-E25A-A4C2-989CD75FCE27}"/>
              </a:ext>
            </a:extLst>
          </p:cNvPr>
          <p:cNvGrpSpPr/>
          <p:nvPr/>
        </p:nvGrpSpPr>
        <p:grpSpPr>
          <a:xfrm>
            <a:off x="6130378" y="4357641"/>
            <a:ext cx="2451194" cy="1029666"/>
            <a:chOff x="7511775" y="1630417"/>
            <a:chExt cx="2451194" cy="1029666"/>
          </a:xfrm>
        </p:grpSpPr>
        <p:sp>
          <p:nvSpPr>
            <p:cNvPr id="31" name="Rectangle : coins arrondis 30">
              <a:extLst>
                <a:ext uri="{FF2B5EF4-FFF2-40B4-BE49-F238E27FC236}">
                  <a16:creationId xmlns:a16="http://schemas.microsoft.com/office/drawing/2014/main" id="{77DCB230-37A9-6637-DD87-9828E274107F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32" name="Image 31">
              <a:extLst>
                <a:ext uri="{FF2B5EF4-FFF2-40B4-BE49-F238E27FC236}">
                  <a16:creationId xmlns:a16="http://schemas.microsoft.com/office/drawing/2014/main" id="{5D3B6457-37EA-D1E8-33B3-7FAE7A900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328DD286-6193-C4F7-A802-268D51F8B946}"/>
                </a:ext>
              </a:extLst>
            </p:cNvPr>
            <p:cNvSpPr txBox="1"/>
            <p:nvPr/>
          </p:nvSpPr>
          <p:spPr>
            <a:xfrm>
              <a:off x="8686791" y="1877676"/>
              <a:ext cx="12761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 err="1"/>
                <a:t>staging</a:t>
              </a:r>
              <a:endParaRPr lang="fr-FR" sz="2800"/>
            </a:p>
          </p:txBody>
        </p:sp>
      </p:grpSp>
      <p:sp>
        <p:nvSpPr>
          <p:cNvPr id="34" name="Flèche : droite 33">
            <a:extLst>
              <a:ext uri="{FF2B5EF4-FFF2-40B4-BE49-F238E27FC236}">
                <a16:creationId xmlns:a16="http://schemas.microsoft.com/office/drawing/2014/main" id="{591BBB86-16E9-A1DD-B089-03D0C729DC24}"/>
              </a:ext>
            </a:extLst>
          </p:cNvPr>
          <p:cNvSpPr/>
          <p:nvPr/>
        </p:nvSpPr>
        <p:spPr>
          <a:xfrm rot="966326">
            <a:off x="2978864" y="4064712"/>
            <a:ext cx="3127455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Update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738B3A97-8601-B689-3406-916B75F05481}"/>
              </a:ext>
            </a:extLst>
          </p:cNvPr>
          <p:cNvGrpSpPr/>
          <p:nvPr/>
        </p:nvGrpSpPr>
        <p:grpSpPr>
          <a:xfrm>
            <a:off x="6112756" y="5508442"/>
            <a:ext cx="2451194" cy="1029666"/>
            <a:chOff x="7511775" y="1630417"/>
            <a:chExt cx="2451194" cy="1029666"/>
          </a:xfrm>
        </p:grpSpPr>
        <p:sp>
          <p:nvSpPr>
            <p:cNvPr id="36" name="Rectangle : coins arrondis 35">
              <a:extLst>
                <a:ext uri="{FF2B5EF4-FFF2-40B4-BE49-F238E27FC236}">
                  <a16:creationId xmlns:a16="http://schemas.microsoft.com/office/drawing/2014/main" id="{D7504A2F-4DE0-19AD-F0E6-02C2763693B3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37" name="Image 36">
              <a:extLst>
                <a:ext uri="{FF2B5EF4-FFF2-40B4-BE49-F238E27FC236}">
                  <a16:creationId xmlns:a16="http://schemas.microsoft.com/office/drawing/2014/main" id="{28D91DD5-75A5-2635-11F7-FB5C084D48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38" name="ZoneTexte 37">
              <a:extLst>
                <a:ext uri="{FF2B5EF4-FFF2-40B4-BE49-F238E27FC236}">
                  <a16:creationId xmlns:a16="http://schemas.microsoft.com/office/drawing/2014/main" id="{83192255-5C30-88A4-B8BC-559501F4CCE7}"/>
                </a:ext>
              </a:extLst>
            </p:cNvPr>
            <p:cNvSpPr txBox="1"/>
            <p:nvPr/>
          </p:nvSpPr>
          <p:spPr>
            <a:xfrm>
              <a:off x="8686791" y="1877676"/>
              <a:ext cx="12761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/>
                <a:t>prod</a:t>
              </a:r>
            </a:p>
          </p:txBody>
        </p:sp>
      </p:grpSp>
      <p:sp>
        <p:nvSpPr>
          <p:cNvPr id="39" name="Flèche : droite 38">
            <a:extLst>
              <a:ext uri="{FF2B5EF4-FFF2-40B4-BE49-F238E27FC236}">
                <a16:creationId xmlns:a16="http://schemas.microsoft.com/office/drawing/2014/main" id="{96AEBCEA-E9D0-FC51-805F-4CD2A6E651C4}"/>
              </a:ext>
            </a:extLst>
          </p:cNvPr>
          <p:cNvSpPr/>
          <p:nvPr/>
        </p:nvSpPr>
        <p:spPr>
          <a:xfrm rot="1633097">
            <a:off x="2797661" y="4979071"/>
            <a:ext cx="3432349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Update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6AE2AA48-3C35-8666-DDA9-D2D0D0E75100}"/>
              </a:ext>
            </a:extLst>
          </p:cNvPr>
          <p:cNvSpPr txBox="1"/>
          <p:nvPr/>
        </p:nvSpPr>
        <p:spPr>
          <a:xfrm>
            <a:off x="8650326" y="4402033"/>
            <a:ext cx="36874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/>
              <a:t>prod-like data</a:t>
            </a:r>
            <a:br>
              <a:rPr lang="fr-FR" sz="2800"/>
            </a:br>
            <a:r>
              <a:rPr lang="en-GB" sz="2800">
                <a:solidFill>
                  <a:srgbClr val="000000"/>
                </a:solidFill>
                <a:latin typeface="WordVisi_MSFontService"/>
              </a:rPr>
              <a:t>✅ </a:t>
            </a:r>
            <a:r>
              <a:rPr lang="fr-FR" sz="2800"/>
              <a:t>stress tests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3681B5D4-93F9-AAD5-5926-C66DAFBC1A6D}"/>
              </a:ext>
            </a:extLst>
          </p:cNvPr>
          <p:cNvSpPr txBox="1"/>
          <p:nvPr/>
        </p:nvSpPr>
        <p:spPr>
          <a:xfrm>
            <a:off x="8657505" y="3409593"/>
            <a:ext cx="3687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 err="1"/>
              <a:t>integration</a:t>
            </a:r>
            <a:r>
              <a:rPr lang="fr-FR" sz="2800"/>
              <a:t> tests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F08663B0-852E-9621-F576-2569C28DA508}"/>
              </a:ext>
            </a:extLst>
          </p:cNvPr>
          <p:cNvSpPr txBox="1"/>
          <p:nvPr/>
        </p:nvSpPr>
        <p:spPr>
          <a:xfrm>
            <a:off x="8650327" y="2305574"/>
            <a:ext cx="3687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 err="1"/>
              <a:t>smoke</a:t>
            </a:r>
            <a:r>
              <a:rPr lang="fr-FR" sz="2800"/>
              <a:t> tests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40D0F808-2246-1BFE-2EA8-657C3DA7B3FC}"/>
              </a:ext>
            </a:extLst>
          </p:cNvPr>
          <p:cNvGrpSpPr/>
          <p:nvPr/>
        </p:nvGrpSpPr>
        <p:grpSpPr>
          <a:xfrm>
            <a:off x="6128157" y="931926"/>
            <a:ext cx="2451194" cy="1029666"/>
            <a:chOff x="7511775" y="1630417"/>
            <a:chExt cx="2451194" cy="1029666"/>
          </a:xfrm>
        </p:grpSpPr>
        <p:sp>
          <p:nvSpPr>
            <p:cNvPr id="44" name="Rectangle : coins arrondis 43">
              <a:extLst>
                <a:ext uri="{FF2B5EF4-FFF2-40B4-BE49-F238E27FC236}">
                  <a16:creationId xmlns:a16="http://schemas.microsoft.com/office/drawing/2014/main" id="{6F43EDBA-E789-3826-5896-43013D5A8367}"/>
                </a:ext>
              </a:extLst>
            </p:cNvPr>
            <p:cNvSpPr/>
            <p:nvPr/>
          </p:nvSpPr>
          <p:spPr>
            <a:xfrm>
              <a:off x="7511775" y="1630417"/>
              <a:ext cx="2451194" cy="1029666"/>
            </a:xfrm>
            <a:prstGeom prst="roundRect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2400"/>
            </a:p>
          </p:txBody>
        </p:sp>
        <p:pic>
          <p:nvPicPr>
            <p:cNvPr id="45" name="Image 44">
              <a:extLst>
                <a:ext uri="{FF2B5EF4-FFF2-40B4-BE49-F238E27FC236}">
                  <a16:creationId xmlns:a16="http://schemas.microsoft.com/office/drawing/2014/main" id="{2BF73573-2FAE-21AB-FBEE-2B66EB1E1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6628" y="1800510"/>
              <a:ext cx="693926" cy="693926"/>
            </a:xfrm>
            <a:prstGeom prst="rect">
              <a:avLst/>
            </a:prstGeom>
          </p:spPr>
        </p:pic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D55CEC4F-2F64-9901-BEFC-F722C8EE9B01}"/>
                </a:ext>
              </a:extLst>
            </p:cNvPr>
            <p:cNvSpPr txBox="1"/>
            <p:nvPr/>
          </p:nvSpPr>
          <p:spPr>
            <a:xfrm>
              <a:off x="8671390" y="1694585"/>
              <a:ext cx="1109940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800"/>
                <a:t>Local, CI/CD</a:t>
              </a:r>
            </a:p>
          </p:txBody>
        </p:sp>
      </p:grpSp>
      <p:sp>
        <p:nvSpPr>
          <p:cNvPr id="47" name="ZoneTexte 46">
            <a:extLst>
              <a:ext uri="{FF2B5EF4-FFF2-40B4-BE49-F238E27FC236}">
                <a16:creationId xmlns:a16="http://schemas.microsoft.com/office/drawing/2014/main" id="{A4FF65FB-BB64-A983-0812-C2070EFDAE94}"/>
              </a:ext>
            </a:extLst>
          </p:cNvPr>
          <p:cNvSpPr txBox="1"/>
          <p:nvPr/>
        </p:nvSpPr>
        <p:spPr>
          <a:xfrm>
            <a:off x="8635913" y="1176434"/>
            <a:ext cx="36874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0" i="0" dirty="0">
                <a:solidFill>
                  <a:srgbClr val="000000"/>
                </a:solidFill>
                <a:effectLst/>
                <a:latin typeface="WordVisi_MSFontService"/>
              </a:rPr>
              <a:t>✅ </a:t>
            </a:r>
            <a:r>
              <a:rPr lang="fr-FR" sz="2800" dirty="0"/>
              <a:t>unit/API tests</a:t>
            </a:r>
          </a:p>
        </p:txBody>
      </p:sp>
      <p:sp>
        <p:nvSpPr>
          <p:cNvPr id="49" name="Flèche : droite 48">
            <a:extLst>
              <a:ext uri="{FF2B5EF4-FFF2-40B4-BE49-F238E27FC236}">
                <a16:creationId xmlns:a16="http://schemas.microsoft.com/office/drawing/2014/main" id="{9428C1CD-86F6-379A-FA15-F8BDD6941764}"/>
              </a:ext>
            </a:extLst>
          </p:cNvPr>
          <p:cNvSpPr/>
          <p:nvPr/>
        </p:nvSpPr>
        <p:spPr>
          <a:xfrm rot="20330661">
            <a:off x="2911054" y="1806007"/>
            <a:ext cx="3286014" cy="43048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Update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00266E6-50E2-1AF7-8A7C-ED3DAE487FBB}"/>
              </a:ext>
            </a:extLst>
          </p:cNvPr>
          <p:cNvSpPr/>
          <p:nvPr/>
        </p:nvSpPr>
        <p:spPr>
          <a:xfrm>
            <a:off x="693354" y="2141302"/>
            <a:ext cx="2451194" cy="2554012"/>
          </a:xfrm>
          <a:prstGeom prst="roundRect">
            <a:avLst>
              <a:gd name="adj" fmla="val 6996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  <a:p>
            <a:pPr algn="ctr"/>
            <a:r>
              <a:rPr lang="fr-FR" sz="2400" dirty="0"/>
              <a:t>Infra Code</a:t>
            </a:r>
            <a:br>
              <a:rPr lang="fr-FR" sz="2400" dirty="0"/>
            </a:br>
            <a:r>
              <a:rPr lang="fr-FR" sz="2400" dirty="0"/>
              <a:t>version n+1</a:t>
            </a:r>
          </a:p>
        </p:txBody>
      </p:sp>
      <p:pic>
        <p:nvPicPr>
          <p:cNvPr id="3" name="Graphique 2">
            <a:extLst>
              <a:ext uri="{FF2B5EF4-FFF2-40B4-BE49-F238E27FC236}">
                <a16:creationId xmlns:a16="http://schemas.microsoft.com/office/drawing/2014/main" id="{38F40AFD-2821-B94E-E6CE-96B4932887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2434" y="2450618"/>
            <a:ext cx="2188611" cy="545866"/>
          </a:xfrm>
          <a:prstGeom prst="rect">
            <a:avLst/>
          </a:prstGeom>
          <a:effectLst>
            <a:glow rad="88900">
              <a:schemeClr val="tx1"/>
            </a:glow>
          </a:effectLst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3BF4C764-5BB0-7013-3ACF-444F800BE131}"/>
              </a:ext>
            </a:extLst>
          </p:cNvPr>
          <p:cNvSpPr txBox="1">
            <a:spLocks/>
          </p:cNvSpPr>
          <p:nvPr/>
        </p:nvSpPr>
        <p:spPr>
          <a:xfrm>
            <a:off x="685801" y="-2645"/>
            <a:ext cx="10131426" cy="106944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 err="1"/>
              <a:t>UPDating</a:t>
            </a:r>
            <a:r>
              <a:rPr lang="fr-FR" dirty="0"/>
              <a:t> </a:t>
            </a:r>
            <a:r>
              <a:rPr lang="fr-FR" dirty="0" err="1"/>
              <a:t>environments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74043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37B3D09BE24CA6704E1731033FD6" ma:contentTypeVersion="3" ma:contentTypeDescription="Crée un document." ma:contentTypeScope="" ma:versionID="b5c46fb8abb7cd7b45c605fc29fc369a">
  <xsd:schema xmlns:xsd="http://www.w3.org/2001/XMLSchema" xmlns:xs="http://www.w3.org/2001/XMLSchema" xmlns:p="http://schemas.microsoft.com/office/2006/metadata/properties" xmlns:ns2="859ef32d-54dd-4f3d-88f4-5252b60136fa" targetNamespace="http://schemas.microsoft.com/office/2006/metadata/properties" ma:root="true" ma:fieldsID="f8ae823866e9695407dc4c2ef66278e2" ns2:_="">
    <xsd:import namespace="859ef32d-54dd-4f3d-88f4-5252b60136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9ef32d-54dd-4f3d-88f4-5252b60136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3CDB0B2-2764-4033-B3C3-B675F45D8E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9ef32d-54dd-4f3d-88f4-5252b60136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CABE38-29FB-4F79-9C60-5DFC98D6F98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712DCCE-3E49-4233-A17D-698880E0FE2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1229</TotalTime>
  <Words>408</Words>
  <Application>Microsoft Office PowerPoint</Application>
  <PresentationFormat>Grand écran</PresentationFormat>
  <Paragraphs>93</Paragraphs>
  <Slides>9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Consolas</vt:lpstr>
      <vt:lpstr>WordVisi_MSFontService</vt:lpstr>
      <vt:lpstr>Celestial</vt:lpstr>
      <vt:lpstr>Cloud Engineering</vt:lpstr>
      <vt:lpstr>Overview</vt:lpstr>
      <vt:lpstr>Technology solutions</vt:lpstr>
      <vt:lpstr>Terraform Syntax</vt:lpstr>
      <vt:lpstr>PULUMI Syntax</vt:lpstr>
      <vt:lpstr>Architecture</vt:lpstr>
      <vt:lpstr>Présentation PowerPoint</vt:lpstr>
      <vt:lpstr>Project organisation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</dc:title>
  <dc:creator>Georges MATHIO</dc:creator>
  <cp:lastModifiedBy>Georges MATHIO</cp:lastModifiedBy>
  <cp:revision>28</cp:revision>
  <dcterms:created xsi:type="dcterms:W3CDTF">2023-10-26T12:54:23Z</dcterms:created>
  <dcterms:modified xsi:type="dcterms:W3CDTF">2024-12-03T13:15:42Z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0x010100752737B3D09BE24CA6704E1731033FD6</vt:lpwstr>
  </property>
  <property fmtid="{D5CDD505-2E9C-101B-9397-08002B2CF9AE}" pid="3" name="Order">
    <vt:r8>26200</vt:r8>
  </property>
  <property fmtid="{D5CDD505-2E9C-101B-9397-08002B2CF9AE}" pid="4" name="TriggerFlowInfo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</Properties>
</file>