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68" r:id="rId7"/>
    <p:sldId id="270" r:id="rId8"/>
    <p:sldId id="264" r:id="rId9"/>
    <p:sldId id="262" r:id="rId10"/>
    <p:sldId id="271" r:id="rId11"/>
    <p:sldId id="278" r:id="rId12"/>
    <p:sldId id="266" r:id="rId13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3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9CB15-188B-4206-965E-D05EC8603C42}" v="263" dt="2024-12-05T16:34:56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  <pc:spChg chg="mod">
          <ac:chgData name="Georges MATHIO" userId="1057b68d-d9cf-4cd5-bc4c-3fe68ec33e97" providerId="ADAL" clId="{8BCAAD47-39EC-4A39-A166-8E9777C12AD5}" dt="2024-07-21T21:01:45.889" v="0" actId="6549"/>
          <ac:spMkLst>
            <pc:docMk/>
            <pc:sldMk cId="1554076419" sldId="258"/>
            <ac:spMk id="7" creationId="{D0A8403C-5777-28EF-83D9-19F6822459A6}"/>
          </ac:spMkLst>
        </pc:spChg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  <pc:spChg chg="mod">
          <ac:chgData name="Georges MATHIO" userId="1057b68d-d9cf-4cd5-bc4c-3fe68ec33e97" providerId="ADAL" clId="{8BCAAD47-39EC-4A39-A166-8E9777C12AD5}" dt="2024-07-21T21:01:57.905" v="2" actId="20577"/>
          <ac:spMkLst>
            <pc:docMk/>
            <pc:sldMk cId="319033476" sldId="260"/>
            <ac:spMk id="11" creationId="{3538C984-96B3-4E9A-E4F7-3FC99AFA0885}"/>
          </ac:spMkLst>
        </pc:spChg>
      </pc:sldChg>
    </pc:docChg>
  </pc:docChgLst>
  <pc:docChgLst>
    <pc:chgData name="Georges MATHIO" userId="1057b68d-d9cf-4cd5-bc4c-3fe68ec33e97" providerId="ADAL" clId="{A809CB15-188B-4206-965E-D05EC8603C42}"/>
    <pc:docChg chg="undo redo custSel addSld delSld modSld sldOrd">
      <pc:chgData name="Georges MATHIO" userId="1057b68d-d9cf-4cd5-bc4c-3fe68ec33e97" providerId="ADAL" clId="{A809CB15-188B-4206-965E-D05EC8603C42}" dt="2024-12-05T16:34:56.536" v="2616" actId="20577"/>
      <pc:docMkLst>
        <pc:docMk/>
      </pc:docMkLst>
      <pc:sldChg chg="addSp delSp modSp mod addAnim modAnim">
        <pc:chgData name="Georges MATHIO" userId="1057b68d-d9cf-4cd5-bc4c-3fe68ec33e97" providerId="ADAL" clId="{A809CB15-188B-4206-965E-D05EC8603C42}" dt="2024-11-21T10:53:21.385" v="2438" actId="313"/>
        <pc:sldMkLst>
          <pc:docMk/>
          <pc:sldMk cId="2526593619" sldId="256"/>
        </pc:sldMkLst>
        <pc:spChg chg="mod">
          <ac:chgData name="Georges MATHIO" userId="1057b68d-d9cf-4cd5-bc4c-3fe68ec33e97" providerId="ADAL" clId="{A809CB15-188B-4206-965E-D05EC8603C42}" dt="2024-11-21T10:53:21.385" v="2438" actId="313"/>
          <ac:spMkLst>
            <pc:docMk/>
            <pc:sldMk cId="2526593619" sldId="256"/>
            <ac:spMk id="3" creationId="{00000000-0000-0000-0000-000000000000}"/>
          </ac:spMkLst>
        </pc:spChg>
        <pc:spChg chg="del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1035" creationId="{F4A20210-FA90-4B6D-8D2E-1B90054E097A}"/>
          </ac:spMkLst>
        </pc:spChg>
        <pc:spChg chg="del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1037" creationId="{39213B44-68B7-47E7-B506-5C79FCF80924}"/>
          </ac:spMkLst>
        </pc:spChg>
        <pc:spChg chg="add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2059" creationId="{F4A20210-FA90-4B6D-8D2E-1B90054E097A}"/>
          </ac:spMkLst>
        </pc:spChg>
        <pc:spChg chg="add">
          <ac:chgData name="Georges MATHIO" userId="1057b68d-d9cf-4cd5-bc4c-3fe68ec33e97" providerId="ADAL" clId="{A809CB15-188B-4206-965E-D05EC8603C42}" dt="2024-10-24T15:24:13.867" v="472" actId="26606"/>
          <ac:spMkLst>
            <pc:docMk/>
            <pc:sldMk cId="2526593619" sldId="256"/>
            <ac:spMk id="2061" creationId="{39213B44-68B7-47E7-B506-5C79FCF80924}"/>
          </ac:spMkLst>
        </pc:spChg>
        <pc:grpChg chg="del">
          <ac:chgData name="Georges MATHIO" userId="1057b68d-d9cf-4cd5-bc4c-3fe68ec33e97" providerId="ADAL" clId="{A809CB15-188B-4206-965E-D05EC8603C42}" dt="2024-10-24T15:24:13.867" v="472" actId="26606"/>
          <ac:grpSpMkLst>
            <pc:docMk/>
            <pc:sldMk cId="2526593619" sldId="256"/>
            <ac:grpSpMk id="1039" creationId="{39084D60-65A6-45F8-8C17-3529E43F1C39}"/>
          </ac:grpSpMkLst>
        </pc:grpChg>
        <pc:grpChg chg="add">
          <ac:chgData name="Georges MATHIO" userId="1057b68d-d9cf-4cd5-bc4c-3fe68ec33e97" providerId="ADAL" clId="{A809CB15-188B-4206-965E-D05EC8603C42}" dt="2024-10-24T15:24:13.867" v="472" actId="26606"/>
          <ac:grpSpMkLst>
            <pc:docMk/>
            <pc:sldMk cId="2526593619" sldId="256"/>
            <ac:grpSpMk id="2063" creationId="{39084D60-65A6-45F8-8C17-3529E43F1C39}"/>
          </ac:grpSpMkLst>
        </pc:grpChg>
        <pc:picChg chg="del">
          <ac:chgData name="Georges MATHIO" userId="1057b68d-d9cf-4cd5-bc4c-3fe68ec33e97" providerId="ADAL" clId="{A809CB15-188B-4206-965E-D05EC8603C42}" dt="2024-10-24T15:24:08.155" v="470" actId="478"/>
          <ac:picMkLst>
            <pc:docMk/>
            <pc:sldMk cId="2526593619" sldId="256"/>
            <ac:picMk id="1026" creationId="{3C5C4E1E-2C97-713D-BE0B-E78AEDF831C4}"/>
          </ac:picMkLst>
        </pc:picChg>
        <pc:picChg chg="del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1031" creationId="{CBECFFDC-94DB-4DA3-94FE-22FEDDA8FA30}"/>
          </ac:picMkLst>
        </pc:picChg>
        <pc:picChg chg="del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1033" creationId="{545F67A4-7428-47F3-AE14-8CA43D976E11}"/>
          </ac:picMkLst>
        </pc:picChg>
        <pc:picChg chg="add mod ord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2050" creationId="{2D20C9DB-BF84-21FA-D8C4-E82533361939}"/>
          </ac:picMkLst>
        </pc:picChg>
        <pc:picChg chg="add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2055" creationId="{CBECFFDC-94DB-4DA3-94FE-22FEDDA8FA30}"/>
          </ac:picMkLst>
        </pc:picChg>
        <pc:picChg chg="add">
          <ac:chgData name="Georges MATHIO" userId="1057b68d-d9cf-4cd5-bc4c-3fe68ec33e97" providerId="ADAL" clId="{A809CB15-188B-4206-965E-D05EC8603C42}" dt="2024-10-24T15:24:13.867" v="472" actId="26606"/>
          <ac:picMkLst>
            <pc:docMk/>
            <pc:sldMk cId="2526593619" sldId="256"/>
            <ac:picMk id="2057" creationId="{545F67A4-7428-47F3-AE14-8CA43D976E11}"/>
          </ac:picMkLst>
        </pc:picChg>
      </pc:sldChg>
      <pc:sldChg chg="del">
        <pc:chgData name="Georges MATHIO" userId="1057b68d-d9cf-4cd5-bc4c-3fe68ec33e97" providerId="ADAL" clId="{A809CB15-188B-4206-965E-D05EC8603C42}" dt="2024-10-24T13:18:40.944" v="0" actId="47"/>
        <pc:sldMkLst>
          <pc:docMk/>
          <pc:sldMk cId="1554076419" sldId="258"/>
        </pc:sldMkLst>
      </pc:sldChg>
      <pc:sldChg chg="del">
        <pc:chgData name="Georges MATHIO" userId="1057b68d-d9cf-4cd5-bc4c-3fe68ec33e97" providerId="ADAL" clId="{A809CB15-188B-4206-965E-D05EC8603C42}" dt="2024-10-24T13:18:55.088" v="3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A809CB15-188B-4206-965E-D05EC8603C42}" dt="2024-10-24T13:18:55.779" v="4" actId="47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A809CB15-188B-4206-965E-D05EC8603C42}" dt="2024-10-24T13:18:56.453" v="5" actId="47"/>
        <pc:sldMkLst>
          <pc:docMk/>
          <pc:sldMk cId="4161449416" sldId="261"/>
        </pc:sldMkLst>
      </pc:sldChg>
      <pc:sldChg chg="addSp modSp mod modAnim">
        <pc:chgData name="Georges MATHIO" userId="1057b68d-d9cf-4cd5-bc4c-3fe68ec33e97" providerId="ADAL" clId="{A809CB15-188B-4206-965E-D05EC8603C42}" dt="2024-12-05T16:34:56.536" v="2616" actId="20577"/>
        <pc:sldMkLst>
          <pc:docMk/>
          <pc:sldMk cId="3587356529" sldId="262"/>
        </pc:sldMkLst>
        <pc:spChg chg="add mod">
          <ac:chgData name="Georges MATHIO" userId="1057b68d-d9cf-4cd5-bc4c-3fe68ec33e97" providerId="ADAL" clId="{A809CB15-188B-4206-965E-D05EC8603C42}" dt="2024-11-07T16:12:44.550" v="2404" actId="1076"/>
          <ac:spMkLst>
            <pc:docMk/>
            <pc:sldMk cId="3587356529" sldId="262"/>
            <ac:spMk id="4" creationId="{F0CB4780-3982-24FD-B236-8E7471AD4886}"/>
          </ac:spMkLst>
        </pc:spChg>
        <pc:spChg chg="mod">
          <ac:chgData name="Georges MATHIO" userId="1057b68d-d9cf-4cd5-bc4c-3fe68ec33e97" providerId="ADAL" clId="{A809CB15-188B-4206-965E-D05EC8603C42}" dt="2024-12-05T16:34:56.536" v="2616" actId="20577"/>
          <ac:spMkLst>
            <pc:docMk/>
            <pc:sldMk cId="3587356529" sldId="262"/>
            <ac:spMk id="8" creationId="{8C1BBF7E-EA70-9FE6-C90F-A1284432D1C6}"/>
          </ac:spMkLst>
        </pc:spChg>
        <pc:graphicFrameChg chg="add mod modGraphic">
          <ac:chgData name="Georges MATHIO" userId="1057b68d-d9cf-4cd5-bc4c-3fe68ec33e97" providerId="ADAL" clId="{A809CB15-188B-4206-965E-D05EC8603C42}" dt="2024-11-07T16:12:39.096" v="2402" actId="1076"/>
          <ac:graphicFrameMkLst>
            <pc:docMk/>
            <pc:sldMk cId="3587356529" sldId="262"/>
            <ac:graphicFrameMk id="3" creationId="{39513852-A284-9AC8-ACC9-25539BD3AF40}"/>
          </ac:graphicFrameMkLst>
        </pc:graphicFrameChg>
      </pc:sldChg>
      <pc:sldChg chg="del">
        <pc:chgData name="Georges MATHIO" userId="1057b68d-d9cf-4cd5-bc4c-3fe68ec33e97" providerId="ADAL" clId="{A809CB15-188B-4206-965E-D05EC8603C42}" dt="2024-10-25T08:03:53.208" v="1264" actId="47"/>
        <pc:sldMkLst>
          <pc:docMk/>
          <pc:sldMk cId="631768457" sldId="263"/>
        </pc:sldMkLst>
      </pc:sldChg>
      <pc:sldChg chg="addSp modSp mod ord modAnim">
        <pc:chgData name="Georges MATHIO" userId="1057b68d-d9cf-4cd5-bc4c-3fe68ec33e97" providerId="ADAL" clId="{A809CB15-188B-4206-965E-D05EC8603C42}" dt="2024-11-21T10:58:42.293" v="2483"/>
        <pc:sldMkLst>
          <pc:docMk/>
          <pc:sldMk cId="3585669407" sldId="264"/>
        </pc:sldMkLst>
        <pc:spChg chg="mod">
          <ac:chgData name="Georges MATHIO" userId="1057b68d-d9cf-4cd5-bc4c-3fe68ec33e97" providerId="ADAL" clId="{A809CB15-188B-4206-965E-D05EC8603C42}" dt="2024-10-25T08:37:31.010" v="1589" actId="20577"/>
          <ac:spMkLst>
            <pc:docMk/>
            <pc:sldMk cId="3585669407" sldId="264"/>
            <ac:spMk id="3" creationId="{562509FB-3375-6A4D-FF92-5EB987E5EE04}"/>
          </ac:spMkLst>
        </pc:spChg>
        <pc:spChg chg="add mod">
          <ac:chgData name="Georges MATHIO" userId="1057b68d-d9cf-4cd5-bc4c-3fe68ec33e97" providerId="ADAL" clId="{A809CB15-188B-4206-965E-D05EC8603C42}" dt="2024-10-25T08:32:12.582" v="1535" actId="1076"/>
          <ac:spMkLst>
            <pc:docMk/>
            <pc:sldMk cId="3585669407" sldId="264"/>
            <ac:spMk id="5" creationId="{70ADC642-2C7D-8869-0C0B-D516E0B56940}"/>
          </ac:spMkLst>
        </pc:spChg>
        <pc:spChg chg="add mod">
          <ac:chgData name="Georges MATHIO" userId="1057b68d-d9cf-4cd5-bc4c-3fe68ec33e97" providerId="ADAL" clId="{A809CB15-188B-4206-965E-D05EC8603C42}" dt="2024-10-25T08:26:54.248" v="1468" actId="1076"/>
          <ac:spMkLst>
            <pc:docMk/>
            <pc:sldMk cId="3585669407" sldId="264"/>
            <ac:spMk id="6" creationId="{0B59BF58-EA9F-35EF-08F5-E6C5BA649833}"/>
          </ac:spMkLst>
        </pc:spChg>
        <pc:picChg chg="add mod">
          <ac:chgData name="Georges MATHIO" userId="1057b68d-d9cf-4cd5-bc4c-3fe68ec33e97" providerId="ADAL" clId="{A809CB15-188B-4206-965E-D05EC8603C42}" dt="2024-10-25T08:32:10.461" v="1534" actId="14100"/>
          <ac:picMkLst>
            <pc:docMk/>
            <pc:sldMk cId="3585669407" sldId="264"/>
            <ac:picMk id="4" creationId="{81D1CFDC-8829-7765-C14F-71CF67CB0222}"/>
          </ac:picMkLst>
        </pc:picChg>
        <pc:picChg chg="add mod">
          <ac:chgData name="Georges MATHIO" userId="1057b68d-d9cf-4cd5-bc4c-3fe68ec33e97" providerId="ADAL" clId="{A809CB15-188B-4206-965E-D05EC8603C42}" dt="2024-10-25T08:32:32.640" v="1542" actId="1076"/>
          <ac:picMkLst>
            <pc:docMk/>
            <pc:sldMk cId="3585669407" sldId="264"/>
            <ac:picMk id="1026" creationId="{512B3A3B-99A2-0DA6-9607-EB3EAD45B23C}"/>
          </ac:picMkLst>
        </pc:picChg>
        <pc:cxnChg chg="add mod">
          <ac:chgData name="Georges MATHIO" userId="1057b68d-d9cf-4cd5-bc4c-3fe68ec33e97" providerId="ADAL" clId="{A809CB15-188B-4206-965E-D05EC8603C42}" dt="2024-10-25T08:32:22.204" v="1538" actId="14100"/>
          <ac:cxnSpMkLst>
            <pc:docMk/>
            <pc:sldMk cId="3585669407" sldId="264"/>
            <ac:cxnSpMk id="7" creationId="{9A70F87D-18BD-E974-6B31-A1A81684CA0B}"/>
          </ac:cxnSpMkLst>
        </pc:cxnChg>
      </pc:sldChg>
      <pc:sldChg chg="modSp del mod ord">
        <pc:chgData name="Georges MATHIO" userId="1057b68d-d9cf-4cd5-bc4c-3fe68ec33e97" providerId="ADAL" clId="{A809CB15-188B-4206-965E-D05EC8603C42}" dt="2024-10-25T09:41:37.628" v="1686" actId="2696"/>
        <pc:sldMkLst>
          <pc:docMk/>
          <pc:sldMk cId="2440634833" sldId="265"/>
        </pc:sldMkLst>
        <pc:spChg chg="mod">
          <ac:chgData name="Georges MATHIO" userId="1057b68d-d9cf-4cd5-bc4c-3fe68ec33e97" providerId="ADAL" clId="{A809CB15-188B-4206-965E-D05EC8603C42}" dt="2024-10-25T09:11:11.249" v="1685" actId="20577"/>
          <ac:spMkLst>
            <pc:docMk/>
            <pc:sldMk cId="2440634833" sldId="265"/>
            <ac:spMk id="3" creationId="{562509FB-3375-6A4D-FF92-5EB987E5EE04}"/>
          </ac:spMkLst>
        </pc:spChg>
      </pc:sldChg>
      <pc:sldChg chg="addSp delSp modSp mod">
        <pc:chgData name="Georges MATHIO" userId="1057b68d-d9cf-4cd5-bc4c-3fe68ec33e97" providerId="ADAL" clId="{A809CB15-188B-4206-965E-D05EC8603C42}" dt="2024-11-21T11:05:05.549" v="2583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A809CB15-188B-4206-965E-D05EC8603C42}" dt="2024-11-21T11:05:05.549" v="2583" actId="20577"/>
          <ac:spMkLst>
            <pc:docMk/>
            <pc:sldMk cId="1447089258" sldId="266"/>
            <ac:spMk id="3" creationId="{5545E4FC-79EF-1577-7D6D-21CFB5111596}"/>
          </ac:spMkLst>
        </pc:spChg>
        <pc:spChg chg="add del mod">
          <ac:chgData name="Georges MATHIO" userId="1057b68d-d9cf-4cd5-bc4c-3fe68ec33e97" providerId="ADAL" clId="{A809CB15-188B-4206-965E-D05EC8603C42}" dt="2024-11-07T14:52:16.998" v="2362" actId="478"/>
          <ac:spMkLst>
            <pc:docMk/>
            <pc:sldMk cId="1447089258" sldId="266"/>
            <ac:spMk id="4" creationId="{C3E84B9F-BFA0-9926-7C99-F951156426F0}"/>
          </ac:spMkLst>
        </pc:spChg>
      </pc:sldChg>
      <pc:sldChg chg="modSp add del mod">
        <pc:chgData name="Georges MATHIO" userId="1057b68d-d9cf-4cd5-bc4c-3fe68ec33e97" providerId="ADAL" clId="{A809CB15-188B-4206-965E-D05EC8603C42}" dt="2024-10-25T09:41:59.260" v="1687" actId="47"/>
        <pc:sldMkLst>
          <pc:docMk/>
          <pc:sldMk cId="3108279696" sldId="267"/>
        </pc:sldMkLst>
        <pc:spChg chg="mod">
          <ac:chgData name="Georges MATHIO" userId="1057b68d-d9cf-4cd5-bc4c-3fe68ec33e97" providerId="ADAL" clId="{A809CB15-188B-4206-965E-D05EC8603C42}" dt="2024-10-25T08:24:37.084" v="1404" actId="1076"/>
          <ac:spMkLst>
            <pc:docMk/>
            <pc:sldMk cId="3108279696" sldId="267"/>
            <ac:spMk id="7" creationId="{76099145-672A-AD87-68F6-32F4233506B6}"/>
          </ac:spMkLst>
        </pc:spChg>
      </pc:sldChg>
      <pc:sldChg chg="del">
        <pc:chgData name="Georges MATHIO" userId="1057b68d-d9cf-4cd5-bc4c-3fe68ec33e97" providerId="ADAL" clId="{A809CB15-188B-4206-965E-D05EC8603C42}" dt="2024-10-24T13:19:00.441" v="12" actId="47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A809CB15-188B-4206-965E-D05EC8603C42}" dt="2024-11-21T10:53:39.449" v="2458" actId="1035"/>
        <pc:sldMkLst>
          <pc:docMk/>
          <pc:sldMk cId="787731320" sldId="268"/>
        </pc:sldMkLst>
        <pc:spChg chg="mod">
          <ac:chgData name="Georges MATHIO" userId="1057b68d-d9cf-4cd5-bc4c-3fe68ec33e97" providerId="ADAL" clId="{A809CB15-188B-4206-965E-D05EC8603C42}" dt="2024-11-21T10:53:39.449" v="2458" actId="1035"/>
          <ac:spMkLst>
            <pc:docMk/>
            <pc:sldMk cId="787731320" sldId="268"/>
            <ac:spMk id="4" creationId="{B12E9B66-52C5-03E4-5864-B43250107E4B}"/>
          </ac:spMkLst>
        </pc:spChg>
        <pc:spChg chg="mod">
          <ac:chgData name="Georges MATHIO" userId="1057b68d-d9cf-4cd5-bc4c-3fe68ec33e97" providerId="ADAL" clId="{A809CB15-188B-4206-965E-D05EC8603C42}" dt="2024-10-24T13:31:13.010" v="162" actId="115"/>
          <ac:spMkLst>
            <pc:docMk/>
            <pc:sldMk cId="787731320" sldId="268"/>
            <ac:spMk id="8" creationId="{8C1BBF7E-EA70-9FE6-C90F-A1284432D1C6}"/>
          </ac:spMkLst>
        </pc:spChg>
      </pc:sldChg>
      <pc:sldChg chg="addSp modSp del mod modAnim">
        <pc:chgData name="Georges MATHIO" userId="1057b68d-d9cf-4cd5-bc4c-3fe68ec33e97" providerId="ADAL" clId="{A809CB15-188B-4206-965E-D05EC8603C42}" dt="2024-10-24T13:30:46.471" v="156" actId="47"/>
        <pc:sldMkLst>
          <pc:docMk/>
          <pc:sldMk cId="3491289200" sldId="269"/>
        </pc:sldMkLst>
        <pc:spChg chg="mod ord">
          <ac:chgData name="Georges MATHIO" userId="1057b68d-d9cf-4cd5-bc4c-3fe68ec33e97" providerId="ADAL" clId="{A809CB15-188B-4206-965E-D05EC8603C42}" dt="2024-10-24T13:25:50.339" v="104" actId="6549"/>
          <ac:spMkLst>
            <pc:docMk/>
            <pc:sldMk cId="3491289200" sldId="269"/>
            <ac:spMk id="3" creationId="{3AB16FFA-9965-0BDD-1A3A-5E5D0D8DFF10}"/>
          </ac:spMkLst>
        </pc:spChg>
        <pc:spChg chg="add mod">
          <ac:chgData name="Georges MATHIO" userId="1057b68d-d9cf-4cd5-bc4c-3fe68ec33e97" providerId="ADAL" clId="{A809CB15-188B-4206-965E-D05EC8603C42}" dt="2024-10-24T13:21:26.573" v="68" actId="1076"/>
          <ac:spMkLst>
            <pc:docMk/>
            <pc:sldMk cId="3491289200" sldId="269"/>
            <ac:spMk id="9" creationId="{090F116B-409D-E595-18F3-89F15076FC94}"/>
          </ac:spMkLst>
        </pc:spChg>
        <pc:picChg chg="add mod">
          <ac:chgData name="Georges MATHIO" userId="1057b68d-d9cf-4cd5-bc4c-3fe68ec33e97" providerId="ADAL" clId="{A809CB15-188B-4206-965E-D05EC8603C42}" dt="2024-10-24T13:21:23.700" v="67" actId="1036"/>
          <ac:picMkLst>
            <pc:docMk/>
            <pc:sldMk cId="3491289200" sldId="269"/>
            <ac:picMk id="4" creationId="{6A68FB58-096A-AC51-D913-F6F8F0EA51FA}"/>
          </ac:picMkLst>
        </pc:picChg>
        <pc:picChg chg="add mod">
          <ac:chgData name="Georges MATHIO" userId="1057b68d-d9cf-4cd5-bc4c-3fe68ec33e97" providerId="ADAL" clId="{A809CB15-188B-4206-965E-D05EC8603C42}" dt="2024-10-24T13:21:23.700" v="67" actId="1036"/>
          <ac:picMkLst>
            <pc:docMk/>
            <pc:sldMk cId="3491289200" sldId="269"/>
            <ac:picMk id="6" creationId="{D17BAFD8-17F0-28C7-BA5D-8E93293D2D82}"/>
          </ac:picMkLst>
        </pc:picChg>
        <pc:picChg chg="add mod">
          <ac:chgData name="Georges MATHIO" userId="1057b68d-d9cf-4cd5-bc4c-3fe68ec33e97" providerId="ADAL" clId="{A809CB15-188B-4206-965E-D05EC8603C42}" dt="2024-10-24T13:25:29.822" v="98"/>
          <ac:picMkLst>
            <pc:docMk/>
            <pc:sldMk cId="3491289200" sldId="269"/>
            <ac:picMk id="10" creationId="{7829974C-52A0-CB08-0C82-EAA5662DFAC8}"/>
          </ac:picMkLst>
        </pc:picChg>
        <pc:picChg chg="add mod">
          <ac:chgData name="Georges MATHIO" userId="1057b68d-d9cf-4cd5-bc4c-3fe68ec33e97" providerId="ADAL" clId="{A809CB15-188B-4206-965E-D05EC8603C42}" dt="2024-10-24T13:25:29.822" v="98"/>
          <ac:picMkLst>
            <pc:docMk/>
            <pc:sldMk cId="3491289200" sldId="269"/>
            <ac:picMk id="11" creationId="{5618EEDC-04E9-3FDC-E475-A101E9BBC7A8}"/>
          </ac:picMkLst>
        </pc:picChg>
        <pc:picChg chg="mod">
          <ac:chgData name="Georges MATHIO" userId="1057b68d-d9cf-4cd5-bc4c-3fe68ec33e97" providerId="ADAL" clId="{A809CB15-188B-4206-965E-D05EC8603C42}" dt="2024-10-24T13:21:43.835" v="71" actId="1076"/>
          <ac:picMkLst>
            <pc:docMk/>
            <pc:sldMk cId="3491289200" sldId="269"/>
            <ac:picMk id="5122" creationId="{683AA011-94F6-101D-F898-3356A6D87CC5}"/>
          </ac:picMkLst>
        </pc:picChg>
        <pc:cxnChg chg="add mod">
          <ac:chgData name="Georges MATHIO" userId="1057b68d-d9cf-4cd5-bc4c-3fe68ec33e97" providerId="ADAL" clId="{A809CB15-188B-4206-965E-D05EC8603C42}" dt="2024-10-24T13:21:23.700" v="67" actId="1036"/>
          <ac:cxnSpMkLst>
            <pc:docMk/>
            <pc:sldMk cId="3491289200" sldId="269"/>
            <ac:cxnSpMk id="8" creationId="{D2580C56-95E6-BFFD-FBE4-CD8AA54C6161}"/>
          </ac:cxnSpMkLst>
        </pc:cxnChg>
      </pc:sldChg>
      <pc:sldChg chg="addSp delSp modSp mod modAnim">
        <pc:chgData name="Georges MATHIO" userId="1057b68d-d9cf-4cd5-bc4c-3fe68ec33e97" providerId="ADAL" clId="{A809CB15-188B-4206-965E-D05EC8603C42}" dt="2024-12-05T16:29:13.507" v="2588" actId="255"/>
        <pc:sldMkLst>
          <pc:docMk/>
          <pc:sldMk cId="4175335468" sldId="270"/>
        </pc:sldMkLst>
        <pc:spChg chg="mod">
          <ac:chgData name="Georges MATHIO" userId="1057b68d-d9cf-4cd5-bc4c-3fe68ec33e97" providerId="ADAL" clId="{A809CB15-188B-4206-965E-D05EC8603C42}" dt="2024-12-05T16:29:13.507" v="2588" actId="255"/>
          <ac:spMkLst>
            <pc:docMk/>
            <pc:sldMk cId="4175335468" sldId="270"/>
            <ac:spMk id="3" creationId="{4EAD0E72-05A0-DE64-3A9D-6DBA43F3CB07}"/>
          </ac:spMkLst>
        </pc:spChg>
        <pc:spChg chg="add mod">
          <ac:chgData name="Georges MATHIO" userId="1057b68d-d9cf-4cd5-bc4c-3fe68ec33e97" providerId="ADAL" clId="{A809CB15-188B-4206-965E-D05EC8603C42}" dt="2024-11-21T10:53:47.154" v="2472" actId="1035"/>
          <ac:spMkLst>
            <pc:docMk/>
            <pc:sldMk cId="4175335468" sldId="270"/>
            <ac:spMk id="9" creationId="{88FF9721-B0E8-D4A1-72AB-9C85D8803258}"/>
          </ac:spMkLst>
        </pc:spChg>
        <pc:spChg chg="add mod">
          <ac:chgData name="Georges MATHIO" userId="1057b68d-d9cf-4cd5-bc4c-3fe68ec33e97" providerId="ADAL" clId="{A809CB15-188B-4206-965E-D05EC8603C42}" dt="2024-10-24T15:38:02.041" v="1126" actId="1076"/>
          <ac:spMkLst>
            <pc:docMk/>
            <pc:sldMk cId="4175335468" sldId="270"/>
            <ac:spMk id="10" creationId="{67BF5134-1C37-EBDC-140D-11DA4D02557B}"/>
          </ac:spMkLst>
        </pc:spChg>
        <pc:spChg chg="add mod">
          <ac:chgData name="Georges MATHIO" userId="1057b68d-d9cf-4cd5-bc4c-3fe68ec33e97" providerId="ADAL" clId="{A809CB15-188B-4206-965E-D05EC8603C42}" dt="2024-10-24T15:38:02.041" v="1126" actId="1076"/>
          <ac:spMkLst>
            <pc:docMk/>
            <pc:sldMk cId="4175335468" sldId="270"/>
            <ac:spMk id="11" creationId="{49E9F934-3707-EA2D-B6DE-FDB6BFD89371}"/>
          </ac:spMkLst>
        </pc:spChg>
        <pc:picChg chg="add mod">
          <ac:chgData name="Georges MATHIO" userId="1057b68d-d9cf-4cd5-bc4c-3fe68ec33e97" providerId="ADAL" clId="{A809CB15-188B-4206-965E-D05EC8603C42}" dt="2024-10-24T13:39:34.302" v="248"/>
          <ac:picMkLst>
            <pc:docMk/>
            <pc:sldMk cId="4175335468" sldId="270"/>
            <ac:picMk id="6" creationId="{19CAA6DF-DF15-7472-18A7-AE935D30638F}"/>
          </ac:picMkLst>
        </pc:picChg>
        <pc:picChg chg="add mod">
          <ac:chgData name="Georges MATHIO" userId="1057b68d-d9cf-4cd5-bc4c-3fe68ec33e97" providerId="ADAL" clId="{A809CB15-188B-4206-965E-D05EC8603C42}" dt="2024-10-24T15:38:07.535" v="1127" actId="1076"/>
          <ac:picMkLst>
            <pc:docMk/>
            <pc:sldMk cId="4175335468" sldId="270"/>
            <ac:picMk id="8" creationId="{B238803E-6830-8C4A-6803-128B1C687EBB}"/>
          </ac:picMkLst>
        </pc:picChg>
        <pc:picChg chg="add del mod">
          <ac:chgData name="Georges MATHIO" userId="1057b68d-d9cf-4cd5-bc4c-3fe68ec33e97" providerId="ADAL" clId="{A809CB15-188B-4206-965E-D05EC8603C42}" dt="2024-10-24T15:18:09.429" v="258" actId="478"/>
          <ac:picMkLst>
            <pc:docMk/>
            <pc:sldMk cId="4175335468" sldId="270"/>
            <ac:picMk id="1026" creationId="{172516EB-9C34-18A5-5E63-06D43850BB38}"/>
          </ac:picMkLst>
        </pc:picChg>
      </pc:sldChg>
      <pc:sldChg chg="modSp mod">
        <pc:chgData name="Georges MATHIO" userId="1057b68d-d9cf-4cd5-bc4c-3fe68ec33e97" providerId="ADAL" clId="{A809CB15-188B-4206-965E-D05EC8603C42}" dt="2024-11-07T13:28:51.879" v="1955" actId="20577"/>
        <pc:sldMkLst>
          <pc:docMk/>
          <pc:sldMk cId="53047199" sldId="271"/>
        </pc:sldMkLst>
        <pc:spChg chg="mod">
          <ac:chgData name="Georges MATHIO" userId="1057b68d-d9cf-4cd5-bc4c-3fe68ec33e97" providerId="ADAL" clId="{A809CB15-188B-4206-965E-D05EC8603C42}" dt="2024-11-07T13:28:51.879" v="1955" actId="20577"/>
          <ac:spMkLst>
            <pc:docMk/>
            <pc:sldMk cId="53047199" sldId="271"/>
            <ac:spMk id="3" creationId="{53452020-6237-B791-2D23-53B0C6D87E89}"/>
          </ac:spMkLst>
        </pc:spChg>
      </pc:sldChg>
      <pc:sldChg chg="del">
        <pc:chgData name="Georges MATHIO" userId="1057b68d-d9cf-4cd5-bc4c-3fe68ec33e97" providerId="ADAL" clId="{A809CB15-188B-4206-965E-D05EC8603C42}" dt="2024-10-24T13:18:57.693" v="8" actId="47"/>
        <pc:sldMkLst>
          <pc:docMk/>
          <pc:sldMk cId="596867331" sldId="272"/>
        </pc:sldMkLst>
      </pc:sldChg>
      <pc:sldChg chg="del">
        <pc:chgData name="Georges MATHIO" userId="1057b68d-d9cf-4cd5-bc4c-3fe68ec33e97" providerId="ADAL" clId="{A809CB15-188B-4206-965E-D05EC8603C42}" dt="2024-10-24T13:18:59.051" v="10" actId="47"/>
        <pc:sldMkLst>
          <pc:docMk/>
          <pc:sldMk cId="478461332" sldId="274"/>
        </pc:sldMkLst>
      </pc:sldChg>
      <pc:sldChg chg="del">
        <pc:chgData name="Georges MATHIO" userId="1057b68d-d9cf-4cd5-bc4c-3fe68ec33e97" providerId="ADAL" clId="{A809CB15-188B-4206-965E-D05EC8603C42}" dt="2024-10-24T13:19:02.122" v="13" actId="47"/>
        <pc:sldMkLst>
          <pc:docMk/>
          <pc:sldMk cId="3779523331" sldId="275"/>
        </pc:sldMkLst>
      </pc:sldChg>
      <pc:sldChg chg="add del">
        <pc:chgData name="Georges MATHIO" userId="1057b68d-d9cf-4cd5-bc4c-3fe68ec33e97" providerId="ADAL" clId="{A809CB15-188B-4206-965E-D05EC8603C42}" dt="2024-10-24T15:24:42.965" v="477" actId="47"/>
        <pc:sldMkLst>
          <pc:docMk/>
          <pc:sldMk cId="3476794743" sldId="276"/>
        </pc:sldMkLst>
      </pc:sldChg>
      <pc:sldChg chg="del">
        <pc:chgData name="Georges MATHIO" userId="1057b68d-d9cf-4cd5-bc4c-3fe68ec33e97" providerId="ADAL" clId="{A809CB15-188B-4206-965E-D05EC8603C42}" dt="2024-10-24T13:18:57.254" v="7" actId="47"/>
        <pc:sldMkLst>
          <pc:docMk/>
          <pc:sldMk cId="3286416962" sldId="277"/>
        </pc:sldMkLst>
      </pc:sldChg>
      <pc:sldChg chg="modSp add mod addAnim delAnim modAnim">
        <pc:chgData name="Georges MATHIO" userId="1057b68d-d9cf-4cd5-bc4c-3fe68ec33e97" providerId="ADAL" clId="{A809CB15-188B-4206-965E-D05EC8603C42}" dt="2024-11-07T16:19:19.734" v="2436" actId="113"/>
        <pc:sldMkLst>
          <pc:docMk/>
          <pc:sldMk cId="3719670501" sldId="277"/>
        </pc:sldMkLst>
        <pc:spChg chg="mod">
          <ac:chgData name="Georges MATHIO" userId="1057b68d-d9cf-4cd5-bc4c-3fe68ec33e97" providerId="ADAL" clId="{A809CB15-188B-4206-965E-D05EC8603C42}" dt="2024-11-07T16:19:19.734" v="2436" actId="113"/>
          <ac:spMkLst>
            <pc:docMk/>
            <pc:sldMk cId="3719670501" sldId="277"/>
            <ac:spMk id="3" creationId="{F5A4E8DF-D328-0DA5-57D1-308A4BE3DCEC}"/>
          </ac:spMkLst>
        </pc:spChg>
      </pc:sldChg>
      <pc:sldChg chg="del">
        <pc:chgData name="Georges MATHIO" userId="1057b68d-d9cf-4cd5-bc4c-3fe68ec33e97" providerId="ADAL" clId="{A809CB15-188B-4206-965E-D05EC8603C42}" dt="2024-10-24T13:18:56.814" v="6" actId="47"/>
        <pc:sldMkLst>
          <pc:docMk/>
          <pc:sldMk cId="109681997" sldId="278"/>
        </pc:sldMkLst>
      </pc:sldChg>
      <pc:sldChg chg="modSp add mod modAnim">
        <pc:chgData name="Georges MATHIO" userId="1057b68d-d9cf-4cd5-bc4c-3fe68ec33e97" providerId="ADAL" clId="{A809CB15-188B-4206-965E-D05EC8603C42}" dt="2024-11-21T11:04:11.823" v="2565"/>
        <pc:sldMkLst>
          <pc:docMk/>
          <pc:sldMk cId="2135128317" sldId="278"/>
        </pc:sldMkLst>
        <pc:spChg chg="mod">
          <ac:chgData name="Georges MATHIO" userId="1057b68d-d9cf-4cd5-bc4c-3fe68ec33e97" providerId="ADAL" clId="{A809CB15-188B-4206-965E-D05EC8603C42}" dt="2024-11-07T09:50:38.570" v="1743" actId="20577"/>
          <ac:spMkLst>
            <pc:docMk/>
            <pc:sldMk cId="2135128317" sldId="278"/>
            <ac:spMk id="2" creationId="{93036CDB-A908-506D-A9FA-EF3B01C472C9}"/>
          </ac:spMkLst>
        </pc:spChg>
        <pc:spChg chg="mod">
          <ac:chgData name="Georges MATHIO" userId="1057b68d-d9cf-4cd5-bc4c-3fe68ec33e97" providerId="ADAL" clId="{A809CB15-188B-4206-965E-D05EC8603C42}" dt="2024-11-21T11:03:45.197" v="2564" actId="20577"/>
          <ac:spMkLst>
            <pc:docMk/>
            <pc:sldMk cId="2135128317" sldId="278"/>
            <ac:spMk id="3" creationId="{3F96B55A-B1B3-6B95-D05A-93D2B2369786}"/>
          </ac:spMkLst>
        </pc:spChg>
      </pc:sldChg>
      <pc:sldChg chg="new del">
        <pc:chgData name="Georges MATHIO" userId="1057b68d-d9cf-4cd5-bc4c-3fe68ec33e97" providerId="ADAL" clId="{A809CB15-188B-4206-965E-D05EC8603C42}" dt="2024-11-07T14:50:08.625" v="2305" actId="680"/>
        <pc:sldMkLst>
          <pc:docMk/>
          <pc:sldMk cId="1503852418" sldId="279"/>
        </pc:sldMkLst>
      </pc:sldChg>
      <pc:sldChg chg="del">
        <pc:chgData name="Georges MATHIO" userId="1057b68d-d9cf-4cd5-bc4c-3fe68ec33e97" providerId="ADAL" clId="{A809CB15-188B-4206-965E-D05EC8603C42}" dt="2024-10-24T13:18:58.478" v="9" actId="47"/>
        <pc:sldMkLst>
          <pc:docMk/>
          <pc:sldMk cId="3397681657" sldId="279"/>
        </pc:sldMkLst>
      </pc:sldChg>
      <pc:sldChg chg="del">
        <pc:chgData name="Georges MATHIO" userId="1057b68d-d9cf-4cd5-bc4c-3fe68ec33e97" providerId="ADAL" clId="{A809CB15-188B-4206-965E-D05EC8603C42}" dt="2024-10-24T13:18:59.672" v="11" actId="47"/>
        <pc:sldMkLst>
          <pc:docMk/>
          <pc:sldMk cId="1341887883" sldId="280"/>
        </pc:sldMkLst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S::georges.mathio@estia.fr::1057b68d-d9cf-4cd5-bc4c-3fe68ec33e97" providerId="AD" clId="Web-{D4D1CCDB-EC6E-DF1C-47CB-2C6ACE153BBA}"/>
    <pc:docChg chg="modSld">
      <pc:chgData name="Georges MATHIO" userId="S::georges.mathio@estia.fr::1057b68d-d9cf-4cd5-bc4c-3fe68ec33e97" providerId="AD" clId="Web-{D4D1CCDB-EC6E-DF1C-47CB-2C6ACE153BBA}" dt="2024-10-15T07:59:36.088" v="76" actId="20577"/>
      <pc:docMkLst>
        <pc:docMk/>
      </pc:docMkLst>
      <pc:sldChg chg="modSp">
        <pc:chgData name="Georges MATHIO" userId="S::georges.mathio@estia.fr::1057b68d-d9cf-4cd5-bc4c-3fe68ec33e97" providerId="AD" clId="Web-{D4D1CCDB-EC6E-DF1C-47CB-2C6ACE153BBA}" dt="2024-10-15T07:59:36.088" v="76" actId="20577"/>
        <pc:sldMkLst>
          <pc:docMk/>
          <pc:sldMk cId="3988114519" sldId="267"/>
        </pc:sldMkLst>
        <pc:spChg chg="mod">
          <ac:chgData name="Georges MATHIO" userId="S::georges.mathio@estia.fr::1057b68d-d9cf-4cd5-bc4c-3fe68ec33e97" providerId="AD" clId="Web-{D4D1CCDB-EC6E-DF1C-47CB-2C6ACE153BBA}" dt="2024-10-15T07:59:36.088" v="76" actId="20577"/>
          <ac:spMkLst>
            <pc:docMk/>
            <pc:sldMk cId="3988114519" sldId="267"/>
            <ac:spMk id="3" creationId="{EE484CE1-CF8F-90DE-E23F-C3FC92DA6BE9}"/>
          </ac:spMkLst>
        </pc:spChg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sldOrd modMainMaster">
      <pc:chgData name="Georges MATHIO" userId="1057b68d-d9cf-4cd5-bc4c-3fe68ec33e97" providerId="ADAL" clId="{424CC4A3-94C0-43E4-A801-8F92997663E9}" dt="2024-09-17T08:06:52.683" v="2903" actId="1076"/>
      <pc:docMkLst>
        <pc:docMk/>
      </pc:docMkLst>
      <pc:sldChg chg="modSp mod">
        <pc:chgData name="Georges MATHIO" userId="1057b68d-d9cf-4cd5-bc4c-3fe68ec33e97" providerId="ADAL" clId="{424CC4A3-94C0-43E4-A801-8F92997663E9}" dt="2024-09-10T13:47:06.195" v="2505" actId="122"/>
        <pc:sldMkLst>
          <pc:docMk/>
          <pc:sldMk cId="2526593619" sldId="256"/>
        </pc:sldMkLst>
        <pc:spChg chg="mod">
          <ac:chgData name="Georges MATHIO" userId="1057b68d-d9cf-4cd5-bc4c-3fe68ec33e97" providerId="ADAL" clId="{424CC4A3-94C0-43E4-A801-8F92997663E9}" dt="2024-09-10T13:47:06.195" v="2505" actId="122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7:08.107" v="241" actId="14100"/>
          <ac:spMkLst>
            <pc:docMk/>
            <pc:sldMk cId="2526593619" sldId="256"/>
            <ac:spMk id="3" creationId="{00000000-0000-0000-0000-000000000000}"/>
          </ac:spMkLst>
        </pc:spChg>
      </pc:sldChg>
      <pc:sldChg chg="addSp delSp modSp mod">
        <pc:chgData name="Georges MATHIO" userId="1057b68d-d9cf-4cd5-bc4c-3fe68ec33e97" providerId="ADAL" clId="{424CC4A3-94C0-43E4-A801-8F92997663E9}" dt="2024-09-17T08:06:52.683" v="2903" actId="1076"/>
        <pc:sldMkLst>
          <pc:docMk/>
          <pc:sldMk cId="1554076419" sldId="258"/>
        </pc:sldMkLst>
        <pc:spChg chg="mod">
          <ac:chgData name="Georges MATHIO" userId="1057b68d-d9cf-4cd5-bc4c-3fe68ec33e97" providerId="ADAL" clId="{424CC4A3-94C0-43E4-A801-8F92997663E9}" dt="2024-09-10T13:47:39.936" v="2519" actId="20577"/>
          <ac:spMkLst>
            <pc:docMk/>
            <pc:sldMk cId="1554076419" sldId="25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9-10T13:47:22.392" v="2506" actId="1076"/>
          <ac:spMkLst>
            <pc:docMk/>
            <pc:sldMk cId="1554076419" sldId="258"/>
            <ac:spMk id="3" creationId="{28C0A9F3-C74E-8D4C-12C9-FC5B0E07D0F8}"/>
          </ac:spMkLst>
        </pc:spChg>
        <pc:spChg chg="del">
          <ac:chgData name="Georges MATHIO" userId="1057b68d-d9cf-4cd5-bc4c-3fe68ec33e97" providerId="ADAL" clId="{424CC4A3-94C0-43E4-A801-8F92997663E9}" dt="2024-08-23T08:45:57.784" v="1" actId="478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424CC4A3-94C0-43E4-A801-8F92997663E9}" dt="2024-09-17T08:06:52.683" v="2903" actId="1076"/>
          <ac:spMkLst>
            <pc:docMk/>
            <pc:sldMk cId="1554076419" sldId="258"/>
            <ac:spMk id="4" creationId="{C1F42947-5ED0-EAEB-C9CD-C736B9CFC5BC}"/>
          </ac:spMkLst>
        </pc:spChg>
        <pc:spChg chg="del">
          <ac:chgData name="Georges MATHIO" userId="1057b68d-d9cf-4cd5-bc4c-3fe68ec33e97" providerId="ADAL" clId="{424CC4A3-94C0-43E4-A801-8F92997663E9}" dt="2024-08-23T08:46:06.806" v="8" actId="478"/>
          <ac:spMkLst>
            <pc:docMk/>
            <pc:sldMk cId="1554076419" sldId="258"/>
            <ac:spMk id="5" creationId="{EBC66D41-2824-5251-9360-B8C227F88DA6}"/>
          </ac:spMkLst>
        </pc:spChg>
        <pc:spChg chg="del">
          <ac:chgData name="Georges MATHIO" userId="1057b68d-d9cf-4cd5-bc4c-3fe68ec33e97" providerId="ADAL" clId="{424CC4A3-94C0-43E4-A801-8F92997663E9}" dt="2024-08-23T08:46:03.881" v="6" actId="478"/>
          <ac:spMkLst>
            <pc:docMk/>
            <pc:sldMk cId="1554076419" sldId="258"/>
            <ac:spMk id="6" creationId="{35FC96DA-A44D-A097-BC28-168510AB2271}"/>
          </ac:spMkLst>
        </pc:spChg>
        <pc:spChg chg="del">
          <ac:chgData name="Georges MATHIO" userId="1057b68d-d9cf-4cd5-bc4c-3fe68ec33e97" providerId="ADAL" clId="{424CC4A3-94C0-43E4-A801-8F92997663E9}" dt="2024-08-23T08:46:05.568" v="7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424CC4A3-94C0-43E4-A801-8F92997663E9}" dt="2024-08-26T14:55:14.249" v="1701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424CC4A3-94C0-43E4-A801-8F92997663E9}" dt="2024-08-23T08:46:13.219" v="10" actId="478"/>
          <ac:spMkLst>
            <pc:docMk/>
            <pc:sldMk cId="1554076419" sldId="258"/>
            <ac:spMk id="11" creationId="{3538C984-96B3-4E9A-E4F7-3FC99AFA0885}"/>
          </ac:spMkLst>
        </pc:spChg>
        <pc:spChg chg="del mod">
          <ac:chgData name="Georges MATHIO" userId="1057b68d-d9cf-4cd5-bc4c-3fe68ec33e97" providerId="ADAL" clId="{424CC4A3-94C0-43E4-A801-8F92997663E9}" dt="2024-08-23T08:46:02.352" v="5" actId="478"/>
          <ac:spMkLst>
            <pc:docMk/>
            <pc:sldMk cId="1554076419" sldId="258"/>
            <ac:spMk id="15" creationId="{1685C597-34CB-D272-A180-F815DAC2AE2C}"/>
          </ac:spMkLst>
        </pc:spChg>
        <pc:spChg chg="del">
          <ac:chgData name="Georges MATHIO" userId="1057b68d-d9cf-4cd5-bc4c-3fe68ec33e97" providerId="ADAL" clId="{424CC4A3-94C0-43E4-A801-8F92997663E9}" dt="2024-08-23T08:46:11.891" v="9" actId="478"/>
          <ac:spMkLst>
            <pc:docMk/>
            <pc:sldMk cId="1554076419" sldId="258"/>
            <ac:spMk id="20" creationId="{39F9D3FD-D936-8011-4FE9-236D6D545DC8}"/>
          </ac:spMkLst>
        </pc:spChg>
        <pc:picChg chg="del">
          <ac:chgData name="Georges MATHIO" userId="1057b68d-d9cf-4cd5-bc4c-3fe68ec33e97" providerId="ADAL" clId="{424CC4A3-94C0-43E4-A801-8F92997663E9}" dt="2024-08-23T08:46:00.910" v="3" actId="478"/>
          <ac:picMkLst>
            <pc:docMk/>
            <pc:sldMk cId="1554076419" sldId="258"/>
            <ac:picMk id="14" creationId="{DCF32F33-6E31-C54F-B79D-7B935267ADE7}"/>
          </ac:picMkLst>
        </pc:picChg>
        <pc:picChg chg="del">
          <ac:chgData name="Georges MATHIO" userId="1057b68d-d9cf-4cd5-bc4c-3fe68ec33e97" providerId="ADAL" clId="{424CC4A3-94C0-43E4-A801-8F92997663E9}" dt="2024-08-23T08:45:58.392" v="2" actId="478"/>
          <ac:picMkLst>
            <pc:docMk/>
            <pc:sldMk cId="1554076419" sldId="258"/>
            <ac:picMk id="19" creationId="{532C8E65-911C-75A2-6761-FDED691BB28F}"/>
          </ac:picMkLst>
        </pc:picChg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  <pc:spChg chg="mod">
          <ac:chgData name="Georges MATHIO" userId="1057b68d-d9cf-4cd5-bc4c-3fe68ec33e97" providerId="ADAL" clId="{424CC4A3-94C0-43E4-A801-8F92997663E9}" dt="2024-08-26T13:28:11.160" v="288" actId="20577"/>
          <ac:spMkLst>
            <pc:docMk/>
            <pc:sldMk cId="698645210" sldId="259"/>
            <ac:spMk id="2" creationId="{8AE1D70E-C040-1542-B36E-7DDF82084F61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  <pc:spChg chg="mod">
          <ac:chgData name="Georges MATHIO" userId="1057b68d-d9cf-4cd5-bc4c-3fe68ec33e97" providerId="ADAL" clId="{424CC4A3-94C0-43E4-A801-8F92997663E9}" dt="2024-08-26T13:28:38.706" v="305" actId="20577"/>
          <ac:spMkLst>
            <pc:docMk/>
            <pc:sldMk cId="2019018920" sldId="260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43:27.977" v="1001" actId="404"/>
          <ac:spMkLst>
            <pc:docMk/>
            <pc:sldMk cId="2019018920" sldId="260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3:47:33.411" v="513" actId="20577"/>
          <ac:spMkLst>
            <pc:docMk/>
            <pc:sldMk cId="2019018920" sldId="260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  <pc:spChg chg="mod">
          <ac:chgData name="Georges MATHIO" userId="1057b68d-d9cf-4cd5-bc4c-3fe68ec33e97" providerId="ADAL" clId="{424CC4A3-94C0-43E4-A801-8F92997663E9}" dt="2024-08-26T13:48:18.155" v="552" actId="14100"/>
          <ac:spMkLst>
            <pc:docMk/>
            <pc:sldMk cId="4161449416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3:20.246" v="1000" actId="404"/>
          <ac:spMkLst>
            <pc:docMk/>
            <pc:sldMk cId="4161449416" sldId="261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4:45:53.593" v="1249" actId="20577"/>
          <ac:spMkLst>
            <pc:docMk/>
            <pc:sldMk cId="4161449416" sldId="261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  <pc:spChg chg="mod">
          <ac:chgData name="Georges MATHIO" userId="1057b68d-d9cf-4cd5-bc4c-3fe68ec33e97" providerId="ADAL" clId="{424CC4A3-94C0-43E4-A801-8F92997663E9}" dt="2024-08-26T14:46:57.592" v="1300" actId="20577"/>
          <ac:spMkLst>
            <pc:docMk/>
            <pc:sldMk cId="3587356529" sldId="262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9:38.158" v="1525" actId="20577"/>
          <ac:spMkLst>
            <pc:docMk/>
            <pc:sldMk cId="3587356529" sldId="262"/>
            <ac:spMk id="8" creationId="{8C1BBF7E-EA70-9FE6-C90F-A1284432D1C6}"/>
          </ac:spMkLst>
        </pc:spChg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  <pc:spChg chg="mod">
          <ac:chgData name="Georges MATHIO" userId="1057b68d-d9cf-4cd5-bc4c-3fe68ec33e97" providerId="ADAL" clId="{424CC4A3-94C0-43E4-A801-8F92997663E9}" dt="2024-08-26T14:53:57.023" v="1552" actId="20577"/>
          <ac:spMkLst>
            <pc:docMk/>
            <pc:sldMk cId="631768457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57:04.050" v="1875" actId="20577"/>
          <ac:spMkLst>
            <pc:docMk/>
            <pc:sldMk cId="631768457" sldId="263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424CC4A3-94C0-43E4-A801-8F92997663E9}" dt="2024-08-26T15:02:42.067" v="1900" actId="20577"/>
          <ac:spMkLst>
            <pc:docMk/>
            <pc:sldMk cId="3585669407" sldId="264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03:26.142" v="1990" actId="20577"/>
          <ac:spMkLst>
            <pc:docMk/>
            <pc:sldMk cId="3585669407" sldId="264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  <pc:spChg chg="mod">
          <ac:chgData name="Georges MATHIO" userId="1057b68d-d9cf-4cd5-bc4c-3fe68ec33e97" providerId="ADAL" clId="{424CC4A3-94C0-43E4-A801-8F92997663E9}" dt="2024-08-26T15:03:48.845" v="2009" actId="20577"/>
          <ac:spMkLst>
            <pc:docMk/>
            <pc:sldMk cId="2440634833" sldId="265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11:40.995" v="2295" actId="5793"/>
          <ac:spMkLst>
            <pc:docMk/>
            <pc:sldMk cId="2440634833" sldId="265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424CC4A3-94C0-43E4-A801-8F92997663E9}" dt="2024-08-26T15:11:55.873" v="2319" actId="20577"/>
          <ac:spMkLst>
            <pc:docMk/>
            <pc:sldMk cId="1447089258" sldId="266"/>
            <ac:spMk id="2" creationId="{682D4D2C-FCC1-E2D0-433D-C04CA78A746B}"/>
          </ac:spMkLst>
        </pc:spChg>
        <pc:spChg chg="mod">
          <ac:chgData name="Georges MATHIO" userId="1057b68d-d9cf-4cd5-bc4c-3fe68ec33e97" providerId="ADAL" clId="{424CC4A3-94C0-43E4-A801-8F92997663E9}" dt="2024-08-26T15:12:55.657" v="2414" actId="20577"/>
          <ac:spMkLst>
            <pc:docMk/>
            <pc:sldMk cId="1447089258" sldId="266"/>
            <ac:spMk id="3" creationId="{5545E4FC-79EF-1577-7D6D-21CFB511159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  <pc:spChg chg="mod">
          <ac:chgData name="Georges MATHIO" userId="1057b68d-d9cf-4cd5-bc4c-3fe68ec33e97" providerId="ADAL" clId="{424CC4A3-94C0-43E4-A801-8F92997663E9}" dt="2024-08-26T15:13:46.344" v="2494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424CC4A3-94C0-43E4-A801-8F92997663E9}" dt="2024-08-27T07:03:38.654" v="2504" actId="20577"/>
          <ac:spMkLst>
            <pc:docMk/>
            <pc:sldMk cId="3988114519" sldId="267"/>
            <ac:spMk id="3" creationId="{EE484CE1-CF8F-90DE-E23F-C3FC92DA6BE9}"/>
          </ac:spMkLst>
        </pc:spChg>
      </pc:sldChg>
      <pc:sldChg chg="addSp modSp add mod ord">
        <pc:chgData name="Georges MATHIO" userId="1057b68d-d9cf-4cd5-bc4c-3fe68ec33e97" providerId="ADAL" clId="{424CC4A3-94C0-43E4-A801-8F92997663E9}" dt="2024-09-10T14:28:36.901" v="2834" actId="1076"/>
        <pc:sldMkLst>
          <pc:docMk/>
          <pc:sldMk cId="787731320" sldId="268"/>
        </pc:sldMkLst>
        <pc:spChg chg="mod">
          <ac:chgData name="Georges MATHIO" userId="1057b68d-d9cf-4cd5-bc4c-3fe68ec33e97" providerId="ADAL" clId="{424CC4A3-94C0-43E4-A801-8F92997663E9}" dt="2024-09-10T14:25:08.637" v="2782" actId="20577"/>
          <ac:spMkLst>
            <pc:docMk/>
            <pc:sldMk cId="787731320" sldId="26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9-10T14:28:36.901" v="2834" actId="1076"/>
          <ac:spMkLst>
            <pc:docMk/>
            <pc:sldMk cId="787731320" sldId="268"/>
            <ac:spMk id="4" creationId="{B12E9B66-52C5-03E4-5864-B43250107E4B}"/>
          </ac:spMkLst>
        </pc:spChg>
        <pc:spChg chg="mod">
          <ac:chgData name="Georges MATHIO" userId="1057b68d-d9cf-4cd5-bc4c-3fe68ec33e97" providerId="ADAL" clId="{424CC4A3-94C0-43E4-A801-8F92997663E9}" dt="2024-09-10T14:26:55.397" v="2811" actId="20577"/>
          <ac:spMkLst>
            <pc:docMk/>
            <pc:sldMk cId="787731320" sldId="268"/>
            <ac:spMk id="8" creationId="{8C1BBF7E-EA70-9FE6-C90F-A1284432D1C6}"/>
          </ac:spMkLst>
        </pc:spChg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424CC4A3-94C0-43E4-A801-8F92997663E9}" dt="2024-08-23T08:48:36.644" v="89" actId="1410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2:49.362" v="111" actId="242"/>
          <ac:spMkLst>
            <pc:docMk/>
            <pc:sldMasterMk cId="0" sldId="2147483648"/>
            <ac:spMk id="3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4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5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Georges MATHIO" userId="1057b68d-d9cf-4cd5-bc4c-3fe68ec33e97" providerId="ADAL" clId="{424CC4A3-94C0-43E4-A801-8F92997663E9}" dt="2024-08-23T08:53:53.387" v="168" actId="478"/>
          <ac:picMkLst>
            <pc:docMk/>
            <pc:sldMasterMk cId="0" sldId="2147483648"/>
            <ac:picMk id="8" creationId="{0F51C33F-AA97-9554-C008-370ACF36E71F}"/>
          </ac:picMkLst>
        </pc:picChg>
        <pc:picChg chg="add del mod">
          <ac:chgData name="Georges MATHIO" userId="1057b68d-d9cf-4cd5-bc4c-3fe68ec33e97" providerId="ADAL" clId="{424CC4A3-94C0-43E4-A801-8F92997663E9}" dt="2024-08-23T08:53:52.669" v="167" actId="478"/>
          <ac:picMkLst>
            <pc:docMk/>
            <pc:sldMasterMk cId="0" sldId="2147483648"/>
            <ac:picMk id="10" creationId="{E064BDF9-A4F4-E395-C863-B08AC5761598}"/>
          </ac:picMkLst>
        </pc:picChg>
        <pc:picChg chg="add del mod">
          <ac:chgData name="Georges MATHIO" userId="1057b68d-d9cf-4cd5-bc4c-3fe68ec33e97" providerId="ADAL" clId="{424CC4A3-94C0-43E4-A801-8F92997663E9}" dt="2024-08-23T08:53:54.062" v="169" actId="478"/>
          <ac:picMkLst>
            <pc:docMk/>
            <pc:sldMasterMk cId="0" sldId="2147483648"/>
            <ac:picMk id="11" creationId="{154E8207-70F1-A47D-4832-0363BB96D820}"/>
          </ac:picMkLst>
        </pc:picChg>
        <pc:picChg chg="add del mod">
          <ac:chgData name="Georges MATHIO" userId="1057b68d-d9cf-4cd5-bc4c-3fe68ec33e97" providerId="ADAL" clId="{424CC4A3-94C0-43E4-A801-8F92997663E9}" dt="2024-08-23T08:54:00.618" v="185" actId="478"/>
          <ac:picMkLst>
            <pc:docMk/>
            <pc:sldMasterMk cId="0" sldId="2147483648"/>
            <ac:picMk id="12" creationId="{6BEE9CDA-72BD-2F9C-5B70-1E0E9D709902}"/>
          </ac:picMkLst>
        </pc:picChg>
        <pc:picChg chg="add del mod">
          <ac:chgData name="Georges MATHIO" userId="1057b68d-d9cf-4cd5-bc4c-3fe68ec33e97" providerId="ADAL" clId="{424CC4A3-94C0-43E4-A801-8F92997663E9}" dt="2024-08-23T08:54:00.367" v="184" actId="478"/>
          <ac:picMkLst>
            <pc:docMk/>
            <pc:sldMasterMk cId="0" sldId="2147483648"/>
            <ac:picMk id="13" creationId="{C4F116F8-1C5F-2478-CF28-0D3810A2C0BF}"/>
          </ac:picMkLst>
        </pc:picChg>
        <pc:picChg chg="add del mod">
          <ac:chgData name="Georges MATHIO" userId="1057b68d-d9cf-4cd5-bc4c-3fe68ec33e97" providerId="ADAL" clId="{424CC4A3-94C0-43E4-A801-8F92997663E9}" dt="2024-08-23T08:54:00.115" v="183" actId="478"/>
          <ac:picMkLst>
            <pc:docMk/>
            <pc:sldMasterMk cId="0" sldId="2147483648"/>
            <ac:picMk id="14" creationId="{3B315E94-0EE6-264A-0C80-15892819303C}"/>
          </ac:picMkLst>
        </pc:picChg>
        <pc:picChg chg="add del mod">
          <ac:chgData name="Georges MATHIO" userId="1057b68d-d9cf-4cd5-bc4c-3fe68ec33e97" providerId="ADAL" clId="{424CC4A3-94C0-43E4-A801-8F92997663E9}" dt="2024-08-23T08:53:59.872" v="182" actId="478"/>
          <ac:picMkLst>
            <pc:docMk/>
            <pc:sldMasterMk cId="0" sldId="2147483648"/>
            <ac:picMk id="15" creationId="{C7BE079D-D6E8-D758-B4D8-609C8926028F}"/>
          </ac:picMkLst>
        </pc:picChg>
        <pc:picChg chg="add del mod">
          <ac:chgData name="Georges MATHIO" userId="1057b68d-d9cf-4cd5-bc4c-3fe68ec33e97" providerId="ADAL" clId="{424CC4A3-94C0-43E4-A801-8F92997663E9}" dt="2024-08-23T08:53:59.620" v="181" actId="478"/>
          <ac:picMkLst>
            <pc:docMk/>
            <pc:sldMasterMk cId="0" sldId="2147483648"/>
            <ac:picMk id="16" creationId="{9D10609D-E47A-E211-4A44-1BD9C19420F3}"/>
          </ac:picMkLst>
        </pc:picChg>
        <pc:picChg chg="add del mod">
          <ac:chgData name="Georges MATHIO" userId="1057b68d-d9cf-4cd5-bc4c-3fe68ec33e97" providerId="ADAL" clId="{424CC4A3-94C0-43E4-A801-8F92997663E9}" dt="2024-08-23T08:53:59.361" v="180" actId="478"/>
          <ac:picMkLst>
            <pc:docMk/>
            <pc:sldMasterMk cId="0" sldId="2147483648"/>
            <ac:picMk id="17" creationId="{9848AACD-3448-AA2C-D3B6-D19CD662C1C5}"/>
          </ac:picMkLst>
        </pc:picChg>
        <pc:picChg chg="add del mod">
          <ac:chgData name="Georges MATHIO" userId="1057b68d-d9cf-4cd5-bc4c-3fe68ec33e97" providerId="ADAL" clId="{424CC4A3-94C0-43E4-A801-8F92997663E9}" dt="2024-08-23T08:53:59.086" v="179" actId="478"/>
          <ac:picMkLst>
            <pc:docMk/>
            <pc:sldMasterMk cId="0" sldId="2147483648"/>
            <ac:picMk id="18" creationId="{CD9274E4-FE25-816F-EF9C-8F159E4B7A06}"/>
          </ac:picMkLst>
        </pc:picChg>
        <pc:picChg chg="add del mod">
          <ac:chgData name="Georges MATHIO" userId="1057b68d-d9cf-4cd5-bc4c-3fe68ec33e97" providerId="ADAL" clId="{424CC4A3-94C0-43E4-A801-8F92997663E9}" dt="2024-08-23T08:53:58.811" v="178" actId="478"/>
          <ac:picMkLst>
            <pc:docMk/>
            <pc:sldMasterMk cId="0" sldId="2147483648"/>
            <ac:picMk id="19" creationId="{211322F9-76E5-3C52-5BBB-06779E1281BA}"/>
          </ac:picMkLst>
        </pc:picChg>
        <pc:picChg chg="add del mod">
          <ac:chgData name="Georges MATHIO" userId="1057b68d-d9cf-4cd5-bc4c-3fe68ec33e97" providerId="ADAL" clId="{424CC4A3-94C0-43E4-A801-8F92997663E9}" dt="2024-08-23T08:53:58.565" v="177" actId="478"/>
          <ac:picMkLst>
            <pc:docMk/>
            <pc:sldMasterMk cId="0" sldId="2147483648"/>
            <ac:picMk id="20" creationId="{67FBDBD6-A2EE-714F-E67B-EBB279EAAB6B}"/>
          </ac:picMkLst>
        </pc:picChg>
        <pc:picChg chg="add del mod">
          <ac:chgData name="Georges MATHIO" userId="1057b68d-d9cf-4cd5-bc4c-3fe68ec33e97" providerId="ADAL" clId="{424CC4A3-94C0-43E4-A801-8F92997663E9}" dt="2024-08-23T08:53:58.270" v="176" actId="478"/>
          <ac:picMkLst>
            <pc:docMk/>
            <pc:sldMasterMk cId="0" sldId="2147483648"/>
            <ac:picMk id="21" creationId="{42AD6290-1316-6813-34FF-E1C9D9077900}"/>
          </ac:picMkLst>
        </pc:picChg>
        <pc:picChg chg="add del mod">
          <ac:chgData name="Georges MATHIO" userId="1057b68d-d9cf-4cd5-bc4c-3fe68ec33e97" providerId="ADAL" clId="{424CC4A3-94C0-43E4-A801-8F92997663E9}" dt="2024-08-23T08:53:58.040" v="175" actId="478"/>
          <ac:picMkLst>
            <pc:docMk/>
            <pc:sldMasterMk cId="0" sldId="2147483648"/>
            <ac:picMk id="22" creationId="{5A50F741-28CB-9C4D-B5EB-773CFF34A906}"/>
          </ac:picMkLst>
        </pc:picChg>
        <pc:picChg chg="add del mod">
          <ac:chgData name="Georges MATHIO" userId="1057b68d-d9cf-4cd5-bc4c-3fe68ec33e97" providerId="ADAL" clId="{424CC4A3-94C0-43E4-A801-8F92997663E9}" dt="2024-08-23T08:53:55.122" v="170" actId="478"/>
          <ac:picMkLst>
            <pc:docMk/>
            <pc:sldMasterMk cId="0" sldId="2147483648"/>
            <ac:picMk id="23" creationId="{46561F19-5383-6157-7D81-19F51E506E53}"/>
          </ac:picMkLst>
        </pc:picChg>
        <pc:picChg chg="add del mod">
          <ac:chgData name="Georges MATHIO" userId="1057b68d-d9cf-4cd5-bc4c-3fe68ec33e97" providerId="ADAL" clId="{424CC4A3-94C0-43E4-A801-8F92997663E9}" dt="2024-08-23T08:53:57.732" v="174" actId="478"/>
          <ac:picMkLst>
            <pc:docMk/>
            <pc:sldMasterMk cId="0" sldId="2147483648"/>
            <ac:picMk id="24" creationId="{CB54F99D-DB95-38D6-F8D7-D3BB9F681E53}"/>
          </ac:picMkLst>
        </pc:picChg>
        <pc:picChg chg="add del mod">
          <ac:chgData name="Georges MATHIO" userId="1057b68d-d9cf-4cd5-bc4c-3fe68ec33e97" providerId="ADAL" clId="{424CC4A3-94C0-43E4-A801-8F92997663E9}" dt="2024-08-23T08:53:57.446" v="173" actId="478"/>
          <ac:picMkLst>
            <pc:docMk/>
            <pc:sldMasterMk cId="0" sldId="2147483648"/>
            <ac:picMk id="25" creationId="{09D11005-3436-9F92-91A1-159495BD09EA}"/>
          </ac:picMkLst>
        </pc:picChg>
        <pc:picChg chg="add del mod">
          <ac:chgData name="Georges MATHIO" userId="1057b68d-d9cf-4cd5-bc4c-3fe68ec33e97" providerId="ADAL" clId="{424CC4A3-94C0-43E4-A801-8F92997663E9}" dt="2024-08-23T08:53:57.076" v="172" actId="478"/>
          <ac:picMkLst>
            <pc:docMk/>
            <pc:sldMasterMk cId="0" sldId="2147483648"/>
            <ac:picMk id="26" creationId="{026A7858-07DF-3C22-305B-D9020CC4D0D0}"/>
          </ac:picMkLst>
        </pc:picChg>
        <pc:picChg chg="add del mod">
          <ac:chgData name="Georges MATHIO" userId="1057b68d-d9cf-4cd5-bc4c-3fe68ec33e97" providerId="ADAL" clId="{424CC4A3-94C0-43E4-A801-8F92997663E9}" dt="2024-08-23T08:53:56.606" v="171" actId="478"/>
          <ac:picMkLst>
            <pc:docMk/>
            <pc:sldMasterMk cId="0" sldId="2147483648"/>
            <ac:picMk id="27" creationId="{67E9D7AA-9F28-70C0-63EF-6A7FA42295F3}"/>
          </ac:picMkLst>
        </pc:picChg>
        <pc:picChg chg="add del mod">
          <ac:chgData name="Georges MATHIO" userId="1057b68d-d9cf-4cd5-bc4c-3fe68ec33e97" providerId="ADAL" clId="{424CC4A3-94C0-43E4-A801-8F92997663E9}" dt="2024-08-23T08:54:07.272" v="201" actId="478"/>
          <ac:picMkLst>
            <pc:docMk/>
            <pc:sldMasterMk cId="0" sldId="2147483648"/>
            <ac:picMk id="28" creationId="{B67C7EC4-0E3D-EE58-E079-688E10495508}"/>
          </ac:picMkLst>
        </pc:picChg>
        <pc:picChg chg="add del mod">
          <ac:chgData name="Georges MATHIO" userId="1057b68d-d9cf-4cd5-bc4c-3fe68ec33e97" providerId="ADAL" clId="{424CC4A3-94C0-43E4-A801-8F92997663E9}" dt="2024-08-23T08:54:06.979" v="200" actId="478"/>
          <ac:picMkLst>
            <pc:docMk/>
            <pc:sldMasterMk cId="0" sldId="2147483648"/>
            <ac:picMk id="29" creationId="{5F051A44-0031-11D9-3A39-7C72B34CDFF0}"/>
          </ac:picMkLst>
        </pc:picChg>
        <pc:picChg chg="add del mod">
          <ac:chgData name="Georges MATHIO" userId="1057b68d-d9cf-4cd5-bc4c-3fe68ec33e97" providerId="ADAL" clId="{424CC4A3-94C0-43E4-A801-8F92997663E9}" dt="2024-08-23T08:54:06.732" v="199" actId="478"/>
          <ac:picMkLst>
            <pc:docMk/>
            <pc:sldMasterMk cId="0" sldId="2147483648"/>
            <ac:picMk id="30" creationId="{4283C224-2784-07AD-3A22-F367ED1D6D28}"/>
          </ac:picMkLst>
        </pc:picChg>
        <pc:picChg chg="add del mod">
          <ac:chgData name="Georges MATHIO" userId="1057b68d-d9cf-4cd5-bc4c-3fe68ec33e97" providerId="ADAL" clId="{424CC4A3-94C0-43E4-A801-8F92997663E9}" dt="2024-08-23T08:54:06.461" v="198" actId="478"/>
          <ac:picMkLst>
            <pc:docMk/>
            <pc:sldMasterMk cId="0" sldId="2147483648"/>
            <ac:picMk id="31" creationId="{274C6931-467F-A9B2-C382-BF8027150F50}"/>
          </ac:picMkLst>
        </pc:picChg>
        <pc:picChg chg="add del mod">
          <ac:chgData name="Georges MATHIO" userId="1057b68d-d9cf-4cd5-bc4c-3fe68ec33e97" providerId="ADAL" clId="{424CC4A3-94C0-43E4-A801-8F92997663E9}" dt="2024-08-23T08:54:06.190" v="197" actId="478"/>
          <ac:picMkLst>
            <pc:docMk/>
            <pc:sldMasterMk cId="0" sldId="2147483648"/>
            <ac:picMk id="32" creationId="{94EA0710-D4C3-1277-8988-5F65B803C00F}"/>
          </ac:picMkLst>
        </pc:picChg>
        <pc:picChg chg="add del mod">
          <ac:chgData name="Georges MATHIO" userId="1057b68d-d9cf-4cd5-bc4c-3fe68ec33e97" providerId="ADAL" clId="{424CC4A3-94C0-43E4-A801-8F92997663E9}" dt="2024-08-23T08:54:05.919" v="196" actId="478"/>
          <ac:picMkLst>
            <pc:docMk/>
            <pc:sldMasterMk cId="0" sldId="2147483648"/>
            <ac:picMk id="33" creationId="{6CA6952E-BA27-529B-B34B-0EF9917416B8}"/>
          </ac:picMkLst>
        </pc:picChg>
        <pc:picChg chg="add del mod">
          <ac:chgData name="Georges MATHIO" userId="1057b68d-d9cf-4cd5-bc4c-3fe68ec33e97" providerId="ADAL" clId="{424CC4A3-94C0-43E4-A801-8F92997663E9}" dt="2024-08-23T08:54:05.648" v="195" actId="478"/>
          <ac:picMkLst>
            <pc:docMk/>
            <pc:sldMasterMk cId="0" sldId="2147483648"/>
            <ac:picMk id="34" creationId="{88F17029-6F81-AAD7-06B7-664D92F0F2CE}"/>
          </ac:picMkLst>
        </pc:picChg>
        <pc:picChg chg="add del mod">
          <ac:chgData name="Georges MATHIO" userId="1057b68d-d9cf-4cd5-bc4c-3fe68ec33e97" providerId="ADAL" clId="{424CC4A3-94C0-43E4-A801-8F92997663E9}" dt="2024-08-23T08:54:05.358" v="194" actId="478"/>
          <ac:picMkLst>
            <pc:docMk/>
            <pc:sldMasterMk cId="0" sldId="2147483648"/>
            <ac:picMk id="35" creationId="{1E1B1913-FF9A-4DA3-A5E0-7F8C663045C5}"/>
          </ac:picMkLst>
        </pc:picChg>
        <pc:picChg chg="add del mod">
          <ac:chgData name="Georges MATHIO" userId="1057b68d-d9cf-4cd5-bc4c-3fe68ec33e97" providerId="ADAL" clId="{424CC4A3-94C0-43E4-A801-8F92997663E9}" dt="2024-08-23T08:54:04.977" v="193" actId="478"/>
          <ac:picMkLst>
            <pc:docMk/>
            <pc:sldMasterMk cId="0" sldId="2147483648"/>
            <ac:picMk id="36" creationId="{2ED2B59A-2077-4BC7-11E2-4C338F5FC8FA}"/>
          </ac:picMkLst>
        </pc:picChg>
        <pc:picChg chg="add del mod">
          <ac:chgData name="Georges MATHIO" userId="1057b68d-d9cf-4cd5-bc4c-3fe68ec33e97" providerId="ADAL" clId="{424CC4A3-94C0-43E4-A801-8F92997663E9}" dt="2024-08-23T08:54:04.164" v="192" actId="478"/>
          <ac:picMkLst>
            <pc:docMk/>
            <pc:sldMasterMk cId="0" sldId="2147483648"/>
            <ac:picMk id="37" creationId="{0E98A1CE-E44A-861C-A80C-F29DBC0824D3}"/>
          </ac:picMkLst>
        </pc:picChg>
        <pc:picChg chg="add del mod">
          <ac:chgData name="Georges MATHIO" userId="1057b68d-d9cf-4cd5-bc4c-3fe68ec33e97" providerId="ADAL" clId="{424CC4A3-94C0-43E4-A801-8F92997663E9}" dt="2024-08-23T08:54:03.828" v="191" actId="478"/>
          <ac:picMkLst>
            <pc:docMk/>
            <pc:sldMasterMk cId="0" sldId="2147483648"/>
            <ac:picMk id="38" creationId="{3CD13574-17EE-A682-2644-0972E83B1515}"/>
          </ac:picMkLst>
        </pc:picChg>
        <pc:picChg chg="add del mod">
          <ac:chgData name="Georges MATHIO" userId="1057b68d-d9cf-4cd5-bc4c-3fe68ec33e97" providerId="ADAL" clId="{424CC4A3-94C0-43E4-A801-8F92997663E9}" dt="2024-08-23T08:54:03.580" v="190" actId="478"/>
          <ac:picMkLst>
            <pc:docMk/>
            <pc:sldMasterMk cId="0" sldId="2147483648"/>
            <ac:picMk id="39" creationId="{7CAABB4E-3A63-6357-C264-2473528BF185}"/>
          </ac:picMkLst>
        </pc:picChg>
        <pc:picChg chg="add del mod">
          <ac:chgData name="Georges MATHIO" userId="1057b68d-d9cf-4cd5-bc4c-3fe68ec33e97" providerId="ADAL" clId="{424CC4A3-94C0-43E4-A801-8F92997663E9}" dt="2024-08-23T08:54:03.332" v="189" actId="478"/>
          <ac:picMkLst>
            <pc:docMk/>
            <pc:sldMasterMk cId="0" sldId="2147483648"/>
            <ac:picMk id="40" creationId="{07ACCEDF-F56D-1F67-B1E4-83ED2BAADE31}"/>
          </ac:picMkLst>
        </pc:picChg>
        <pc:picChg chg="add del mod">
          <ac:chgData name="Georges MATHIO" userId="1057b68d-d9cf-4cd5-bc4c-3fe68ec33e97" providerId="ADAL" clId="{424CC4A3-94C0-43E4-A801-8F92997663E9}" dt="2024-08-23T08:54:03.089" v="188" actId="478"/>
          <ac:picMkLst>
            <pc:docMk/>
            <pc:sldMasterMk cId="0" sldId="2147483648"/>
            <ac:picMk id="41" creationId="{3D50217C-35C2-8309-4957-0EACABFD3767}"/>
          </ac:picMkLst>
        </pc:picChg>
        <pc:picChg chg="add del mod">
          <ac:chgData name="Georges MATHIO" userId="1057b68d-d9cf-4cd5-bc4c-3fe68ec33e97" providerId="ADAL" clId="{424CC4A3-94C0-43E4-A801-8F92997663E9}" dt="2024-08-23T08:54:02.837" v="187" actId="478"/>
          <ac:picMkLst>
            <pc:docMk/>
            <pc:sldMasterMk cId="0" sldId="2147483648"/>
            <ac:picMk id="42" creationId="{AAE4F9C7-009E-C5B0-C595-F669719749D3}"/>
          </ac:picMkLst>
        </pc:picChg>
        <pc:picChg chg="add del mod">
          <ac:chgData name="Georges MATHIO" userId="1057b68d-d9cf-4cd5-bc4c-3fe68ec33e97" providerId="ADAL" clId="{424CC4A3-94C0-43E4-A801-8F92997663E9}" dt="2024-08-23T08:54:02.502" v="186" actId="478"/>
          <ac:picMkLst>
            <pc:docMk/>
            <pc:sldMasterMk cId="0" sldId="2147483648"/>
            <ac:picMk id="43" creationId="{8CA3CD9D-4B55-DFFA-FB64-A225DEFE5AAA}"/>
          </ac:picMkLst>
        </pc:picChg>
        <pc:picChg chg="add del mod">
          <ac:chgData name="Georges MATHIO" userId="1057b68d-d9cf-4cd5-bc4c-3fe68ec33e97" providerId="ADAL" clId="{424CC4A3-94C0-43E4-A801-8F92997663E9}" dt="2024-08-23T08:54:20.481" v="203" actId="478"/>
          <ac:picMkLst>
            <pc:docMk/>
            <pc:sldMasterMk cId="0" sldId="2147483648"/>
            <ac:picMk id="44" creationId="{76F20058-CB51-9BCF-66D8-A69D0CBA05A1}"/>
          </ac:picMkLst>
        </pc:picChg>
        <pc:picChg chg="add del mod">
          <ac:chgData name="Georges MATHIO" userId="1057b68d-d9cf-4cd5-bc4c-3fe68ec33e97" providerId="ADAL" clId="{424CC4A3-94C0-43E4-A801-8F92997663E9}" dt="2024-08-23T08:54:52.855" v="208" actId="478"/>
          <ac:picMkLst>
            <pc:docMk/>
            <pc:sldMasterMk cId="0" sldId="2147483648"/>
            <ac:picMk id="45" creationId="{29CC7BCC-8F9F-1BF5-23DC-3A37AC4A54C0}"/>
          </ac:picMkLst>
        </pc:picChg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Georges MATHIO" userId="1057b68d-d9cf-4cd5-bc4c-3fe68ec33e97" providerId="ADAL" clId="{424CC4A3-94C0-43E4-A801-8F92997663E9}" dt="2024-08-23T08:52:58.450" v="127" actId="47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2:52.399" v="116" actId="47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793" v="235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589" v="234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add del mod">
            <ac:chgData name="Georges MATHIO" userId="1057b68d-d9cf-4cd5-bc4c-3fe68ec33e97" providerId="ADAL" clId="{424CC4A3-94C0-43E4-A801-8F92997663E9}" dt="2024-08-23T08:56:34.014" v="236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3:44.237" v="166" actId="478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33.184" v="232" actId="167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  <pc:picChg chg="add mod">
            <ac:chgData name="Georges MATHIO" userId="1057b68d-d9cf-4cd5-bc4c-3fe68ec33e97" providerId="ADAL" clId="{424CC4A3-94C0-43E4-A801-8F92997663E9}" dt="2024-08-23T08:54:41.138" v="206"/>
            <ac:picMkLst>
              <pc:docMk/>
              <pc:sldMasterMk cId="0" sldId="2147483648"/>
              <pc:sldLayoutMk cId="0" sldId="2147483649"/>
              <ac:picMk id="9" creationId="{3F729055-8133-87FB-66B4-579C0EA28CF3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4:33.462" v="205" actId="478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add mod">
            <ac:chgData name="Georges MATHIO" userId="1057b68d-d9cf-4cd5-bc4c-3fe68ec33e97" providerId="ADAL" clId="{424CC4A3-94C0-43E4-A801-8F92997663E9}" dt="2024-08-23T08:56:45.269" v="239"/>
            <ac:picMkLst>
              <pc:docMk/>
              <pc:sldMasterMk cId="0" sldId="2147483648"/>
              <pc:sldLayoutMk cId="0" sldId="2147483650"/>
              <ac:picMk id="8" creationId="{C0E4D736-DF0E-6FFB-D4A2-46F677BC3666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  <pc:spChg chg="add del mod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picChg chg="add del mod">
            <ac:chgData name="Georges MATHIO" userId="1057b68d-d9cf-4cd5-bc4c-3fe68ec33e97" providerId="ADAL" clId="{424CC4A3-94C0-43E4-A801-8F92997663E9}" dt="2024-08-23T08:56:32.443" v="229" actId="478"/>
            <ac:picMkLst>
              <pc:docMk/>
              <pc:sldMasterMk cId="0" sldId="2147483648"/>
              <pc:sldLayoutMk cId="0" sldId="2147483654"/>
              <ac:picMk id="6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42.345" v="238" actId="167"/>
            <ac:picMkLst>
              <pc:docMk/>
              <pc:sldMasterMk cId="0" sldId="2147483648"/>
              <pc:sldLayoutMk cId="0" sldId="2147483654"/>
              <ac:picMk id="7" creationId="{91C81237-E8B3-96FF-4819-AA9DE4BC9394}"/>
            </ac:picMkLst>
          </pc:picChg>
        </pc:sldLayoutChg>
      </pc:sldMaster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  <pc:docChgLst>
    <pc:chgData name="Georges MATHIO" userId="1057b68d-d9cf-4cd5-bc4c-3fe68ec33e97" providerId="ADAL" clId="{FCBB5270-DEBA-45EE-AD54-6E7B964CB6D2}"/>
    <pc:docChg chg="undo redo custSel addSld delSld modSld sldOrd">
      <pc:chgData name="Georges MATHIO" userId="1057b68d-d9cf-4cd5-bc4c-3fe68ec33e97" providerId="ADAL" clId="{FCBB5270-DEBA-45EE-AD54-6E7B964CB6D2}" dt="2024-10-24T13:14:43.981" v="4990" actId="255"/>
      <pc:docMkLst>
        <pc:docMk/>
      </pc:docMkLst>
      <pc:sldChg chg="addSp modSp mod setBg addAnim modAnim">
        <pc:chgData name="Georges MATHIO" userId="1057b68d-d9cf-4cd5-bc4c-3fe68ec33e97" providerId="ADAL" clId="{FCBB5270-DEBA-45EE-AD54-6E7B964CB6D2}" dt="2024-10-24T09:05:16.649" v="2587"/>
        <pc:sldMkLst>
          <pc:docMk/>
          <pc:sldMk cId="2526593619" sldId="256"/>
        </pc:sldMkLst>
        <pc:spChg chg="mo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3" creationId="{00000000-0000-0000-0000-000000000000}"/>
          </ac:spMkLst>
        </pc:spChg>
        <pc:spChg chg="ad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1035" creationId="{F4A20210-FA90-4B6D-8D2E-1B90054E097A}"/>
          </ac:spMkLst>
        </pc:spChg>
        <pc:spChg chg="add">
          <ac:chgData name="Georges MATHIO" userId="1057b68d-d9cf-4cd5-bc4c-3fe68ec33e97" providerId="ADAL" clId="{FCBB5270-DEBA-45EE-AD54-6E7B964CB6D2}" dt="2024-10-24T09:04:51.585" v="2583" actId="26606"/>
          <ac:spMkLst>
            <pc:docMk/>
            <pc:sldMk cId="2526593619" sldId="256"/>
            <ac:spMk id="1037" creationId="{39213B44-68B7-47E7-B506-5C79FCF80924}"/>
          </ac:spMkLst>
        </pc:spChg>
        <pc:grpChg chg="add">
          <ac:chgData name="Georges MATHIO" userId="1057b68d-d9cf-4cd5-bc4c-3fe68ec33e97" providerId="ADAL" clId="{FCBB5270-DEBA-45EE-AD54-6E7B964CB6D2}" dt="2024-10-24T09:04:51.585" v="2583" actId="26606"/>
          <ac:grpSpMkLst>
            <pc:docMk/>
            <pc:sldMk cId="2526593619" sldId="256"/>
            <ac:grpSpMk id="1039" creationId="{39084D60-65A6-45F8-8C17-3529E43F1C39}"/>
          </ac:grpSpMkLst>
        </pc:grpChg>
        <pc:picChg chg="add mod ord">
          <ac:chgData name="Georges MATHIO" userId="1057b68d-d9cf-4cd5-bc4c-3fe68ec33e97" providerId="ADAL" clId="{FCBB5270-DEBA-45EE-AD54-6E7B964CB6D2}" dt="2024-10-24T09:04:51.585" v="2583" actId="26606"/>
          <ac:picMkLst>
            <pc:docMk/>
            <pc:sldMk cId="2526593619" sldId="256"/>
            <ac:picMk id="1026" creationId="{3C5C4E1E-2C97-713D-BE0B-E78AEDF831C4}"/>
          </ac:picMkLst>
        </pc:picChg>
        <pc:picChg chg="add">
          <ac:chgData name="Georges MATHIO" userId="1057b68d-d9cf-4cd5-bc4c-3fe68ec33e97" providerId="ADAL" clId="{FCBB5270-DEBA-45EE-AD54-6E7B964CB6D2}" dt="2024-10-24T09:04:51.585" v="2583" actId="26606"/>
          <ac:picMkLst>
            <pc:docMk/>
            <pc:sldMk cId="2526593619" sldId="256"/>
            <ac:picMk id="1031" creationId="{CBECFFDC-94DB-4DA3-94FE-22FEDDA8FA30}"/>
          </ac:picMkLst>
        </pc:picChg>
        <pc:picChg chg="add">
          <ac:chgData name="Georges MATHIO" userId="1057b68d-d9cf-4cd5-bc4c-3fe68ec33e97" providerId="ADAL" clId="{FCBB5270-DEBA-45EE-AD54-6E7B964CB6D2}" dt="2024-10-24T09:04:51.585" v="2583" actId="26606"/>
          <ac:picMkLst>
            <pc:docMk/>
            <pc:sldMk cId="2526593619" sldId="256"/>
            <ac:picMk id="1033" creationId="{545F67A4-7428-47F3-AE14-8CA43D976E11}"/>
          </ac:picMkLst>
        </pc:picChg>
      </pc:sldChg>
      <pc:sldChg chg="modSp mod">
        <pc:chgData name="Georges MATHIO" userId="1057b68d-d9cf-4cd5-bc4c-3fe68ec33e97" providerId="ADAL" clId="{FCBB5270-DEBA-45EE-AD54-6E7B964CB6D2}" dt="2024-10-24T09:14:51.411" v="2878" actId="12"/>
        <pc:sldMkLst>
          <pc:docMk/>
          <pc:sldMk cId="1554076419" sldId="258"/>
        </pc:sldMkLst>
        <pc:spChg chg="mod">
          <ac:chgData name="Georges MATHIO" userId="1057b68d-d9cf-4cd5-bc4c-3fe68ec33e97" providerId="ADAL" clId="{FCBB5270-DEBA-45EE-AD54-6E7B964CB6D2}" dt="2024-10-24T09:12:22.895" v="2789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FCBB5270-DEBA-45EE-AD54-6E7B964CB6D2}" dt="2024-10-24T09:14:48.959" v="2877" actId="12"/>
          <ac:spMkLst>
            <pc:docMk/>
            <pc:sldMk cId="1554076419" sldId="258"/>
            <ac:spMk id="3" creationId="{28C0A9F3-C74E-8D4C-12C9-FC5B0E07D0F8}"/>
          </ac:spMkLst>
        </pc:spChg>
        <pc:spChg chg="mod">
          <ac:chgData name="Georges MATHIO" userId="1057b68d-d9cf-4cd5-bc4c-3fe68ec33e97" providerId="ADAL" clId="{FCBB5270-DEBA-45EE-AD54-6E7B964CB6D2}" dt="2024-10-24T09:14:51.411" v="2878" actId="12"/>
          <ac:spMkLst>
            <pc:docMk/>
            <pc:sldMk cId="1554076419" sldId="258"/>
            <ac:spMk id="4" creationId="{C1F42947-5ED0-EAEB-C9CD-C736B9CFC5BC}"/>
          </ac:spMkLst>
        </pc:spChg>
        <pc:spChg chg="mod">
          <ac:chgData name="Georges MATHIO" userId="1057b68d-d9cf-4cd5-bc4c-3fe68ec33e97" providerId="ADAL" clId="{FCBB5270-DEBA-45EE-AD54-6E7B964CB6D2}" dt="2024-10-24T09:12:08.621" v="2782" actId="12"/>
          <ac:spMkLst>
            <pc:docMk/>
            <pc:sldMk cId="1554076419" sldId="258"/>
            <ac:spMk id="8" creationId="{8C1BBF7E-EA70-9FE6-C90F-A1284432D1C6}"/>
          </ac:spMkLst>
        </pc:spChg>
      </pc:sldChg>
      <pc:sldChg chg="addSp modSp mod">
        <pc:chgData name="Georges MATHIO" userId="1057b68d-d9cf-4cd5-bc4c-3fe68ec33e97" providerId="ADAL" clId="{FCBB5270-DEBA-45EE-AD54-6E7B964CB6D2}" dt="2024-10-24T09:25:31.908" v="3249" actId="1076"/>
        <pc:sldMkLst>
          <pc:docMk/>
          <pc:sldMk cId="698645210" sldId="259"/>
        </pc:sldMkLst>
        <pc:spChg chg="add mod">
          <ac:chgData name="Georges MATHIO" userId="1057b68d-d9cf-4cd5-bc4c-3fe68ec33e97" providerId="ADAL" clId="{FCBB5270-DEBA-45EE-AD54-6E7B964CB6D2}" dt="2024-10-24T09:25:31.908" v="3249" actId="1076"/>
          <ac:spMkLst>
            <pc:docMk/>
            <pc:sldMk cId="698645210" sldId="259"/>
            <ac:spMk id="3" creationId="{2219A074-717D-BBDD-3CFE-72E2574B381A}"/>
          </ac:spMkLst>
        </pc:spChg>
        <pc:spChg chg="mod">
          <ac:chgData name="Georges MATHIO" userId="1057b68d-d9cf-4cd5-bc4c-3fe68ec33e97" providerId="ADAL" clId="{FCBB5270-DEBA-45EE-AD54-6E7B964CB6D2}" dt="2024-10-15T08:06:12.280" v="1010" actId="20577"/>
          <ac:spMkLst>
            <pc:docMk/>
            <pc:sldMk cId="698645210" sldId="259"/>
            <ac:spMk id="8" creationId="{8C1BBF7E-EA70-9FE6-C90F-A1284432D1C6}"/>
          </ac:spMkLst>
        </pc:spChg>
        <pc:picChg chg="add mod">
          <ac:chgData name="Georges MATHIO" userId="1057b68d-d9cf-4cd5-bc4c-3fe68ec33e97" providerId="ADAL" clId="{FCBB5270-DEBA-45EE-AD54-6E7B964CB6D2}" dt="2024-10-15T10:05:39.792" v="2435" actId="1440"/>
          <ac:picMkLst>
            <pc:docMk/>
            <pc:sldMk cId="698645210" sldId="259"/>
            <ac:picMk id="6146" creationId="{8321D67E-C00D-0F82-001D-3C0264D97524}"/>
          </ac:picMkLst>
        </pc:picChg>
      </pc:sldChg>
      <pc:sldChg chg="addSp modSp mod">
        <pc:chgData name="Georges MATHIO" userId="1057b68d-d9cf-4cd5-bc4c-3fe68ec33e97" providerId="ADAL" clId="{FCBB5270-DEBA-45EE-AD54-6E7B964CB6D2}" dt="2024-10-24T09:25:41.924" v="3250" actId="6549"/>
        <pc:sldMkLst>
          <pc:docMk/>
          <pc:sldMk cId="2019018920" sldId="260"/>
        </pc:sldMkLst>
        <pc:spChg chg="add mod">
          <ac:chgData name="Georges MATHIO" userId="1057b68d-d9cf-4cd5-bc4c-3fe68ec33e97" providerId="ADAL" clId="{FCBB5270-DEBA-45EE-AD54-6E7B964CB6D2}" dt="2024-10-15T08:05:58.902" v="1009" actId="20577"/>
          <ac:spMkLst>
            <pc:docMk/>
            <pc:sldMk cId="2019018920" sldId="260"/>
            <ac:spMk id="3" creationId="{2AD1AB88-6115-58FB-51BB-D80F5529BA73}"/>
          </ac:spMkLst>
        </pc:spChg>
        <pc:spChg chg="mod">
          <ac:chgData name="Georges MATHIO" userId="1057b68d-d9cf-4cd5-bc4c-3fe68ec33e97" providerId="ADAL" clId="{FCBB5270-DEBA-45EE-AD54-6E7B964CB6D2}" dt="2024-10-15T10:04:14.701" v="2370" actId="114"/>
          <ac:spMkLst>
            <pc:docMk/>
            <pc:sldMk cId="2019018920" sldId="260"/>
            <ac:spMk id="4" creationId="{1B592B4A-DDE3-D9B2-8B96-0E6FC72E6FB2}"/>
          </ac:spMkLst>
        </pc:spChg>
        <pc:spChg chg="add mod">
          <ac:chgData name="Georges MATHIO" userId="1057b68d-d9cf-4cd5-bc4c-3fe68ec33e97" providerId="ADAL" clId="{FCBB5270-DEBA-45EE-AD54-6E7B964CB6D2}" dt="2024-10-24T09:25:17.613" v="3247" actId="1076"/>
          <ac:spMkLst>
            <pc:docMk/>
            <pc:sldMk cId="2019018920" sldId="260"/>
            <ac:spMk id="5" creationId="{23B9E33C-D4D7-24EB-3385-EBE891BBB3DE}"/>
          </ac:spMkLst>
        </pc:spChg>
        <pc:spChg chg="mod">
          <ac:chgData name="Georges MATHIO" userId="1057b68d-d9cf-4cd5-bc4c-3fe68ec33e97" providerId="ADAL" clId="{FCBB5270-DEBA-45EE-AD54-6E7B964CB6D2}" dt="2024-10-24T09:25:41.924" v="3250" actId="6549"/>
          <ac:spMkLst>
            <pc:docMk/>
            <pc:sldMk cId="2019018920" sldId="260"/>
            <ac:spMk id="8" creationId="{8C1BBF7E-EA70-9FE6-C90F-A1284432D1C6}"/>
          </ac:spMkLst>
        </pc:spChg>
        <pc:grpChg chg="add mod">
          <ac:chgData name="Georges MATHIO" userId="1057b68d-d9cf-4cd5-bc4c-3fe68ec33e97" providerId="ADAL" clId="{FCBB5270-DEBA-45EE-AD54-6E7B964CB6D2}" dt="2024-10-24T09:25:17.613" v="3247" actId="1076"/>
          <ac:grpSpMkLst>
            <pc:docMk/>
            <pc:sldMk cId="2019018920" sldId="260"/>
            <ac:grpSpMk id="6" creationId="{FF076EEA-B52E-E98F-93ED-405351CC4A98}"/>
          </ac:grpSpMkLst>
        </pc:grpChg>
        <pc:picChg chg="add mod">
          <ac:chgData name="Georges MATHIO" userId="1057b68d-d9cf-4cd5-bc4c-3fe68ec33e97" providerId="ADAL" clId="{FCBB5270-DEBA-45EE-AD54-6E7B964CB6D2}" dt="2024-10-24T09:25:17.613" v="3247" actId="1076"/>
          <ac:picMkLst>
            <pc:docMk/>
            <pc:sldMk cId="2019018920" sldId="260"/>
            <ac:picMk id="5122" creationId="{E104838F-DD52-F9DB-EA99-CFD21E4F2D68}"/>
          </ac:picMkLst>
        </pc:picChg>
      </pc:sldChg>
      <pc:sldChg chg="addSp delSp modSp mod">
        <pc:chgData name="Georges MATHIO" userId="1057b68d-d9cf-4cd5-bc4c-3fe68ec33e97" providerId="ADAL" clId="{FCBB5270-DEBA-45EE-AD54-6E7B964CB6D2}" dt="2024-10-24T09:58:09.551" v="3744" actId="12"/>
        <pc:sldMkLst>
          <pc:docMk/>
          <pc:sldMk cId="4161449416" sldId="261"/>
        </pc:sldMkLst>
        <pc:spChg chg="add mod">
          <ac:chgData name="Georges MATHIO" userId="1057b68d-d9cf-4cd5-bc4c-3fe68ec33e97" providerId="ADAL" clId="{FCBB5270-DEBA-45EE-AD54-6E7B964CB6D2}" dt="2024-10-24T09:50:46.316" v="3461" actId="20577"/>
          <ac:spMkLst>
            <pc:docMk/>
            <pc:sldMk cId="4161449416" sldId="261"/>
            <ac:spMk id="3" creationId="{81BB2473-8703-92AA-0802-BC5ECEB9C176}"/>
          </ac:spMkLst>
        </pc:spChg>
        <pc:spChg chg="add mod">
          <ac:chgData name="Georges MATHIO" userId="1057b68d-d9cf-4cd5-bc4c-3fe68ec33e97" providerId="ADAL" clId="{FCBB5270-DEBA-45EE-AD54-6E7B964CB6D2}" dt="2024-10-24T09:51:14.886" v="3462"/>
          <ac:spMkLst>
            <pc:docMk/>
            <pc:sldMk cId="4161449416" sldId="261"/>
            <ac:spMk id="5" creationId="{1FF6E43D-C41E-A8C5-054F-3718192D0536}"/>
          </ac:spMkLst>
        </pc:spChg>
        <pc:spChg chg="mod">
          <ac:chgData name="Georges MATHIO" userId="1057b68d-d9cf-4cd5-bc4c-3fe68ec33e97" providerId="ADAL" clId="{FCBB5270-DEBA-45EE-AD54-6E7B964CB6D2}" dt="2024-10-24T09:58:09.551" v="3744" actId="12"/>
          <ac:spMkLst>
            <pc:docMk/>
            <pc:sldMk cId="4161449416" sldId="261"/>
            <ac:spMk id="8" creationId="{8C1BBF7E-EA70-9FE6-C90F-A1284432D1C6}"/>
          </ac:spMkLst>
        </pc:spChg>
        <pc:picChg chg="add mod">
          <ac:chgData name="Georges MATHIO" userId="1057b68d-d9cf-4cd5-bc4c-3fe68ec33e97" providerId="ADAL" clId="{FCBB5270-DEBA-45EE-AD54-6E7B964CB6D2}" dt="2024-10-24T09:50:22.622" v="3439" actId="1076"/>
          <ac:picMkLst>
            <pc:docMk/>
            <pc:sldMk cId="4161449416" sldId="261"/>
            <ac:picMk id="2050" creationId="{05343E29-B891-B9AD-A883-A8B3ACA93BEE}"/>
          </ac:picMkLst>
        </pc:picChg>
        <pc:picChg chg="add del mod">
          <ac:chgData name="Georges MATHIO" userId="1057b68d-d9cf-4cd5-bc4c-3fe68ec33e97" providerId="ADAL" clId="{FCBB5270-DEBA-45EE-AD54-6E7B964CB6D2}" dt="2024-10-24T09:49:23.728" v="3428" actId="478"/>
          <ac:picMkLst>
            <pc:docMk/>
            <pc:sldMk cId="4161449416" sldId="261"/>
            <ac:picMk id="7170" creationId="{1E09435D-FA87-6FE2-E1E3-90AF59AED6FD}"/>
          </ac:picMkLst>
        </pc:picChg>
      </pc:sldChg>
      <pc:sldChg chg="addSp modSp mod ord setBg">
        <pc:chgData name="Georges MATHIO" userId="1057b68d-d9cf-4cd5-bc4c-3fe68ec33e97" providerId="ADAL" clId="{FCBB5270-DEBA-45EE-AD54-6E7B964CB6D2}" dt="2024-10-24T13:07:57.612" v="4745" actId="14100"/>
        <pc:sldMkLst>
          <pc:docMk/>
          <pc:sldMk cId="3988114519" sldId="267"/>
        </pc:sldMkLst>
        <pc:spChg chg="mod">
          <ac:chgData name="Georges MATHIO" userId="1057b68d-d9cf-4cd5-bc4c-3fe68ec33e97" providerId="ADAL" clId="{FCBB5270-DEBA-45EE-AD54-6E7B964CB6D2}" dt="2024-10-24T13:07:42.707" v="4743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FCBB5270-DEBA-45EE-AD54-6E7B964CB6D2}" dt="2024-10-24T13:07:57.612" v="4745" actId="14100"/>
          <ac:spMkLst>
            <pc:docMk/>
            <pc:sldMk cId="3988114519" sldId="267"/>
            <ac:spMk id="3" creationId="{EE484CE1-CF8F-90DE-E23F-C3FC92DA6BE9}"/>
          </ac:spMkLst>
        </pc:spChg>
        <pc:picChg chg="add mod">
          <ac:chgData name="Georges MATHIO" userId="1057b68d-d9cf-4cd5-bc4c-3fe68ec33e97" providerId="ADAL" clId="{FCBB5270-DEBA-45EE-AD54-6E7B964CB6D2}" dt="2024-10-24T13:04:57.428" v="4736" actId="14100"/>
          <ac:picMkLst>
            <pc:docMk/>
            <pc:sldMk cId="3988114519" sldId="267"/>
            <ac:picMk id="3074" creationId="{B8BF89CA-EAD6-8726-8011-3E9391339749}"/>
          </ac:picMkLst>
        </pc:picChg>
        <pc:picChg chg="add mod">
          <ac:chgData name="Georges MATHIO" userId="1057b68d-d9cf-4cd5-bc4c-3fe68ec33e97" providerId="ADAL" clId="{FCBB5270-DEBA-45EE-AD54-6E7B964CB6D2}" dt="2024-10-24T13:05:33.762" v="4742" actId="14100"/>
          <ac:picMkLst>
            <pc:docMk/>
            <pc:sldMk cId="3988114519" sldId="267"/>
            <ac:picMk id="3076" creationId="{F1CDAAE5-2BFB-FB6E-82F5-C036C4E4FF3F}"/>
          </ac:picMkLst>
        </pc:picChg>
      </pc:sldChg>
      <pc:sldChg chg="modSp mod">
        <pc:chgData name="Georges MATHIO" userId="1057b68d-d9cf-4cd5-bc4c-3fe68ec33e97" providerId="ADAL" clId="{FCBB5270-DEBA-45EE-AD54-6E7B964CB6D2}" dt="2024-10-24T13:14:43.981" v="4990" actId="255"/>
        <pc:sldMkLst>
          <pc:docMk/>
          <pc:sldMk cId="787731320" sldId="268"/>
        </pc:sldMkLst>
        <pc:spChg chg="mod">
          <ac:chgData name="Georges MATHIO" userId="1057b68d-d9cf-4cd5-bc4c-3fe68ec33e97" providerId="ADAL" clId="{FCBB5270-DEBA-45EE-AD54-6E7B964CB6D2}" dt="2024-10-24T13:14:43.981" v="4990" actId="255"/>
          <ac:spMkLst>
            <pc:docMk/>
            <pc:sldMk cId="787731320" sldId="268"/>
            <ac:spMk id="8" creationId="{8C1BBF7E-EA70-9FE6-C90F-A1284432D1C6}"/>
          </ac:spMkLst>
        </pc:spChg>
      </pc:sldChg>
      <pc:sldChg chg="addSp modSp new mod">
        <pc:chgData name="Georges MATHIO" userId="1057b68d-d9cf-4cd5-bc4c-3fe68ec33e97" providerId="ADAL" clId="{FCBB5270-DEBA-45EE-AD54-6E7B964CB6D2}" dt="2024-10-24T13:14:28.598" v="4989" actId="14861"/>
        <pc:sldMkLst>
          <pc:docMk/>
          <pc:sldMk cId="3491289200" sldId="269"/>
        </pc:sldMkLst>
        <pc:spChg chg="mod">
          <ac:chgData name="Georges MATHIO" userId="1057b68d-d9cf-4cd5-bc4c-3fe68ec33e97" providerId="ADAL" clId="{FCBB5270-DEBA-45EE-AD54-6E7B964CB6D2}" dt="2024-10-15T08:49:22.579" v="1599" actId="20577"/>
          <ac:spMkLst>
            <pc:docMk/>
            <pc:sldMk cId="3491289200" sldId="269"/>
            <ac:spMk id="2" creationId="{5C79E392-62B0-CF1D-1790-A67743FDEC49}"/>
          </ac:spMkLst>
        </pc:spChg>
        <pc:spChg chg="mod">
          <ac:chgData name="Georges MATHIO" userId="1057b68d-d9cf-4cd5-bc4c-3fe68ec33e97" providerId="ADAL" clId="{FCBB5270-DEBA-45EE-AD54-6E7B964CB6D2}" dt="2024-10-24T13:12:56.835" v="4947" actId="1076"/>
          <ac:spMkLst>
            <pc:docMk/>
            <pc:sldMk cId="3491289200" sldId="269"/>
            <ac:spMk id="3" creationId="{3AB16FFA-9965-0BDD-1A3A-5E5D0D8DFF10}"/>
          </ac:spMkLst>
        </pc:spChg>
        <pc:spChg chg="add">
          <ac:chgData name="Georges MATHIO" userId="1057b68d-d9cf-4cd5-bc4c-3fe68ec33e97" providerId="ADAL" clId="{FCBB5270-DEBA-45EE-AD54-6E7B964CB6D2}" dt="2024-10-15T08:49:10.822" v="1569"/>
          <ac:spMkLst>
            <pc:docMk/>
            <pc:sldMk cId="3491289200" sldId="269"/>
            <ac:spMk id="4" creationId="{5A3CC419-7899-59F9-A5B7-331BE7E26E1C}"/>
          </ac:spMkLst>
        </pc:spChg>
        <pc:picChg chg="add mod">
          <ac:chgData name="Georges MATHIO" userId="1057b68d-d9cf-4cd5-bc4c-3fe68ec33e97" providerId="ADAL" clId="{FCBB5270-DEBA-45EE-AD54-6E7B964CB6D2}" dt="2024-10-24T13:09:14.714" v="4747" actId="14861"/>
          <ac:picMkLst>
            <pc:docMk/>
            <pc:sldMk cId="3491289200" sldId="269"/>
            <ac:picMk id="5" creationId="{7C4F57AE-47ED-EB9D-5D34-24D878412D50}"/>
          </ac:picMkLst>
        </pc:picChg>
        <pc:picChg chg="add mod">
          <ac:chgData name="Georges MATHIO" userId="1057b68d-d9cf-4cd5-bc4c-3fe68ec33e97" providerId="ADAL" clId="{FCBB5270-DEBA-45EE-AD54-6E7B964CB6D2}" dt="2024-10-24T13:14:28.598" v="4989" actId="14861"/>
          <ac:picMkLst>
            <pc:docMk/>
            <pc:sldMk cId="3491289200" sldId="269"/>
            <ac:picMk id="5122" creationId="{683AA011-94F6-101D-F898-3356A6D87CC5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24T13:09:38.799" v="4749"/>
        <pc:sldMkLst>
          <pc:docMk/>
          <pc:sldMk cId="4175335468" sldId="270"/>
        </pc:sldMkLst>
        <pc:spChg chg="mod">
          <ac:chgData name="Georges MATHIO" userId="1057b68d-d9cf-4cd5-bc4c-3fe68ec33e97" providerId="ADAL" clId="{FCBB5270-DEBA-45EE-AD54-6E7B964CB6D2}" dt="2024-10-10T12:04:45.365" v="402" actId="20577"/>
          <ac:spMkLst>
            <pc:docMk/>
            <pc:sldMk cId="4175335468" sldId="270"/>
            <ac:spMk id="2" creationId="{603FFC4E-0325-5C10-D4B6-1787B8825BA6}"/>
          </ac:spMkLst>
        </pc:spChg>
        <pc:spChg chg="mod">
          <ac:chgData name="Georges MATHIO" userId="1057b68d-d9cf-4cd5-bc4c-3fe68ec33e97" providerId="ADAL" clId="{FCBB5270-DEBA-45EE-AD54-6E7B964CB6D2}" dt="2024-10-10T12:07:11.989" v="527" actId="20577"/>
          <ac:spMkLst>
            <pc:docMk/>
            <pc:sldMk cId="4175335468" sldId="270"/>
            <ac:spMk id="3" creationId="{4EAD0E72-05A0-DE64-3A9D-6DBA43F3CB07}"/>
          </ac:spMkLst>
        </pc:spChg>
        <pc:picChg chg="add mod">
          <ac:chgData name="Georges MATHIO" userId="1057b68d-d9cf-4cd5-bc4c-3fe68ec33e97" providerId="ADAL" clId="{FCBB5270-DEBA-45EE-AD54-6E7B964CB6D2}" dt="2024-10-24T13:09:38.799" v="4749"/>
          <ac:picMkLst>
            <pc:docMk/>
            <pc:sldMk cId="4175335468" sldId="270"/>
            <ac:picMk id="4" creationId="{984CA691-9373-1F7D-195A-4322887600A7}"/>
          </ac:picMkLst>
        </pc:picChg>
        <pc:picChg chg="del">
          <ac:chgData name="Georges MATHIO" userId="1057b68d-d9cf-4cd5-bc4c-3fe68ec33e97" providerId="ADAL" clId="{FCBB5270-DEBA-45EE-AD54-6E7B964CB6D2}" dt="2024-10-24T13:09:38.343" v="4748" actId="478"/>
          <ac:picMkLst>
            <pc:docMk/>
            <pc:sldMk cId="4175335468" sldId="270"/>
            <ac:picMk id="5" creationId="{036CE367-0B8C-56F3-D637-0430DC4203B6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24T13:09:42.390" v="4751"/>
        <pc:sldMkLst>
          <pc:docMk/>
          <pc:sldMk cId="53047199" sldId="271"/>
        </pc:sldMkLst>
        <pc:spChg chg="mod">
          <ac:chgData name="Georges MATHIO" userId="1057b68d-d9cf-4cd5-bc4c-3fe68ec33e97" providerId="ADAL" clId="{FCBB5270-DEBA-45EE-AD54-6E7B964CB6D2}" dt="2024-10-10T12:07:59.177" v="557" actId="20577"/>
          <ac:spMkLst>
            <pc:docMk/>
            <pc:sldMk cId="53047199" sldId="271"/>
            <ac:spMk id="2" creationId="{28EC951F-28B1-6B8E-C751-33F7F31E030A}"/>
          </ac:spMkLst>
        </pc:spChg>
        <pc:spChg chg="mod">
          <ac:chgData name="Georges MATHIO" userId="1057b68d-d9cf-4cd5-bc4c-3fe68ec33e97" providerId="ADAL" clId="{FCBB5270-DEBA-45EE-AD54-6E7B964CB6D2}" dt="2024-10-10T12:28:46.373" v="777" actId="20577"/>
          <ac:spMkLst>
            <pc:docMk/>
            <pc:sldMk cId="53047199" sldId="271"/>
            <ac:spMk id="3" creationId="{53452020-6237-B791-2D23-53B0C6D87E89}"/>
          </ac:spMkLst>
        </pc:spChg>
        <pc:picChg chg="add mod">
          <ac:chgData name="Georges MATHIO" userId="1057b68d-d9cf-4cd5-bc4c-3fe68ec33e97" providerId="ADAL" clId="{FCBB5270-DEBA-45EE-AD54-6E7B964CB6D2}" dt="2024-10-24T13:09:42.390" v="4751"/>
          <ac:picMkLst>
            <pc:docMk/>
            <pc:sldMk cId="53047199" sldId="271"/>
            <ac:picMk id="4" creationId="{07BDE68E-D0CE-2049-6A47-AF14595C9C67}"/>
          </ac:picMkLst>
        </pc:picChg>
        <pc:picChg chg="del">
          <ac:chgData name="Georges MATHIO" userId="1057b68d-d9cf-4cd5-bc4c-3fe68ec33e97" providerId="ADAL" clId="{FCBB5270-DEBA-45EE-AD54-6E7B964CB6D2}" dt="2024-10-24T13:09:42.013" v="4750" actId="478"/>
          <ac:picMkLst>
            <pc:docMk/>
            <pc:sldMk cId="53047199" sldId="271"/>
            <ac:picMk id="5" creationId="{8C08DDE3-8AB7-6B31-5E25-ECBCEBCBC3AA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24T12:07:05.081" v="3789" actId="20577"/>
        <pc:sldMkLst>
          <pc:docMk/>
          <pc:sldMk cId="596867331" sldId="272"/>
        </pc:sldMkLst>
        <pc:spChg chg="mod">
          <ac:chgData name="Georges MATHIO" userId="1057b68d-d9cf-4cd5-bc4c-3fe68ec33e97" providerId="ADAL" clId="{FCBB5270-DEBA-45EE-AD54-6E7B964CB6D2}" dt="2024-10-15T08:01:25.527" v="824" actId="20577"/>
          <ac:spMkLst>
            <pc:docMk/>
            <pc:sldMk cId="596867331" sldId="272"/>
            <ac:spMk id="2" creationId="{D94CAB6B-5620-552F-632B-E3A0309CF307}"/>
          </ac:spMkLst>
        </pc:spChg>
        <pc:spChg chg="add mod">
          <ac:chgData name="Georges MATHIO" userId="1057b68d-d9cf-4cd5-bc4c-3fe68ec33e97" providerId="ADAL" clId="{FCBB5270-DEBA-45EE-AD54-6E7B964CB6D2}" dt="2024-10-15T08:11:16.849" v="1163" actId="114"/>
          <ac:spMkLst>
            <pc:docMk/>
            <pc:sldMk cId="596867331" sldId="272"/>
            <ac:spMk id="3" creationId="{21A62952-4D29-E701-E37C-9FED497CAB0E}"/>
          </ac:spMkLst>
        </pc:spChg>
        <pc:spChg chg="add mod">
          <ac:chgData name="Georges MATHIO" userId="1057b68d-d9cf-4cd5-bc4c-3fe68ec33e97" providerId="ADAL" clId="{FCBB5270-DEBA-45EE-AD54-6E7B964CB6D2}" dt="2024-10-15T08:10:50.884" v="1156"/>
          <ac:spMkLst>
            <pc:docMk/>
            <pc:sldMk cId="596867331" sldId="272"/>
            <ac:spMk id="4" creationId="{BB4ED480-1EF3-F549-CB6A-D8342BC0B09A}"/>
          </ac:spMkLst>
        </pc:spChg>
        <pc:spChg chg="add mod">
          <ac:chgData name="Georges MATHIO" userId="1057b68d-d9cf-4cd5-bc4c-3fe68ec33e97" providerId="ADAL" clId="{FCBB5270-DEBA-45EE-AD54-6E7B964CB6D2}" dt="2024-10-15T08:13:18.834" v="1196" actId="14100"/>
          <ac:spMkLst>
            <pc:docMk/>
            <pc:sldMk cId="596867331" sldId="272"/>
            <ac:spMk id="5" creationId="{4594A2D9-67BE-2AAF-4D7D-7C00964612F5}"/>
          </ac:spMkLst>
        </pc:spChg>
        <pc:spChg chg="add mod">
          <ac:chgData name="Georges MATHIO" userId="1057b68d-d9cf-4cd5-bc4c-3fe68ec33e97" providerId="ADAL" clId="{FCBB5270-DEBA-45EE-AD54-6E7B964CB6D2}" dt="2024-10-24T12:07:05.081" v="3789" actId="20577"/>
          <ac:spMkLst>
            <pc:docMk/>
            <pc:sldMk cId="596867331" sldId="272"/>
            <ac:spMk id="6" creationId="{C60DFD46-9395-91CF-8C78-AE7A0F20453E}"/>
          </ac:spMkLst>
        </pc:spChg>
        <pc:spChg chg="del mod">
          <ac:chgData name="Georges MATHIO" userId="1057b68d-d9cf-4cd5-bc4c-3fe68ec33e97" providerId="ADAL" clId="{FCBB5270-DEBA-45EE-AD54-6E7B964CB6D2}" dt="2024-10-15T08:11:27.759" v="1166" actId="478"/>
          <ac:spMkLst>
            <pc:docMk/>
            <pc:sldMk cId="596867331" sldId="272"/>
            <ac:spMk id="8" creationId="{D019428E-C279-0EA0-AB21-534A4C4FFE6E}"/>
          </ac:spMkLst>
        </pc:spChg>
        <pc:picChg chg="add mod">
          <ac:chgData name="Georges MATHIO" userId="1057b68d-d9cf-4cd5-bc4c-3fe68ec33e97" providerId="ADAL" clId="{FCBB5270-DEBA-45EE-AD54-6E7B964CB6D2}" dt="2024-10-15T08:12:03.222" v="1174" actId="1076"/>
          <ac:picMkLst>
            <pc:docMk/>
            <pc:sldMk cId="596867331" sldId="272"/>
            <ac:picMk id="1026" creationId="{8183D6D4-BC05-35A1-3E7C-6550EE8E3269}"/>
          </ac:picMkLst>
        </pc:picChg>
      </pc:sldChg>
      <pc:sldChg chg="delSp add del">
        <pc:chgData name="Georges MATHIO" userId="1057b68d-d9cf-4cd5-bc4c-3fe68ec33e97" providerId="ADAL" clId="{FCBB5270-DEBA-45EE-AD54-6E7B964CB6D2}" dt="2024-10-15T09:00:56.818" v="1603" actId="47"/>
        <pc:sldMkLst>
          <pc:docMk/>
          <pc:sldMk cId="1540543391" sldId="273"/>
        </pc:sldMkLst>
        <pc:picChg chg="del">
          <ac:chgData name="Georges MATHIO" userId="1057b68d-d9cf-4cd5-bc4c-3fe68ec33e97" providerId="ADAL" clId="{FCBB5270-DEBA-45EE-AD54-6E7B964CB6D2}" dt="2024-10-15T08:10:57.498" v="1158" actId="478"/>
          <ac:picMkLst>
            <pc:docMk/>
            <pc:sldMk cId="1540543391" sldId="273"/>
            <ac:picMk id="1026" creationId="{815CDB45-25CD-470F-8F6C-3DABFC50F9FD}"/>
          </ac:picMkLst>
        </pc:picChg>
      </pc:sldChg>
      <pc:sldChg chg="addSp delSp modSp add mod">
        <pc:chgData name="Georges MATHIO" userId="1057b68d-d9cf-4cd5-bc4c-3fe68ec33e97" providerId="ADAL" clId="{FCBB5270-DEBA-45EE-AD54-6E7B964CB6D2}" dt="2024-10-15T09:31:09.043" v="2203" actId="20577"/>
        <pc:sldMkLst>
          <pc:docMk/>
          <pc:sldMk cId="478461332" sldId="274"/>
        </pc:sldMkLst>
        <pc:spChg chg="mod">
          <ac:chgData name="Georges MATHIO" userId="1057b68d-d9cf-4cd5-bc4c-3fe68ec33e97" providerId="ADAL" clId="{FCBB5270-DEBA-45EE-AD54-6E7B964CB6D2}" dt="2024-10-15T09:01:05.631" v="1623" actId="20577"/>
          <ac:spMkLst>
            <pc:docMk/>
            <pc:sldMk cId="478461332" sldId="274"/>
            <ac:spMk id="3" creationId="{A391BA78-10F7-70DC-75AA-F662E47CB4BD}"/>
          </ac:spMkLst>
        </pc:spChg>
        <pc:spChg chg="mod">
          <ac:chgData name="Georges MATHIO" userId="1057b68d-d9cf-4cd5-bc4c-3fe68ec33e97" providerId="ADAL" clId="{FCBB5270-DEBA-45EE-AD54-6E7B964CB6D2}" dt="2024-10-15T09:31:09.043" v="2203" actId="20577"/>
          <ac:spMkLst>
            <pc:docMk/>
            <pc:sldMk cId="478461332" sldId="274"/>
            <ac:spMk id="6" creationId="{E560A028-CE0B-045A-EE3A-D2EB7407FA9C}"/>
          </ac:spMkLst>
        </pc:spChg>
        <pc:picChg chg="add mod">
          <ac:chgData name="Georges MATHIO" userId="1057b68d-d9cf-4cd5-bc4c-3fe68ec33e97" providerId="ADAL" clId="{FCBB5270-DEBA-45EE-AD54-6E7B964CB6D2}" dt="2024-10-15T09:30:04.793" v="2118" actId="962"/>
          <ac:picMkLst>
            <pc:docMk/>
            <pc:sldMk cId="478461332" sldId="274"/>
            <ac:picMk id="7" creationId="{140A0E37-9A28-39E9-52D3-EABFAD52174F}"/>
          </ac:picMkLst>
        </pc:picChg>
        <pc:picChg chg="del">
          <ac:chgData name="Georges MATHIO" userId="1057b68d-d9cf-4cd5-bc4c-3fe68ec33e97" providerId="ADAL" clId="{FCBB5270-DEBA-45EE-AD54-6E7B964CB6D2}" dt="2024-10-15T09:03:55.621" v="1706" actId="478"/>
          <ac:picMkLst>
            <pc:docMk/>
            <pc:sldMk cId="478461332" sldId="274"/>
            <ac:picMk id="1026" creationId="{6B027381-D7FC-67F7-C136-58233DCF072D}"/>
          </ac:picMkLst>
        </pc:picChg>
        <pc:picChg chg="add del">
          <ac:chgData name="Georges MATHIO" userId="1057b68d-d9cf-4cd5-bc4c-3fe68ec33e97" providerId="ADAL" clId="{FCBB5270-DEBA-45EE-AD54-6E7B964CB6D2}" dt="2024-10-15T09:03:55.621" v="1706" actId="478"/>
          <ac:picMkLst>
            <pc:docMk/>
            <pc:sldMk cId="478461332" sldId="274"/>
            <ac:picMk id="4098" creationId="{44E2C0DA-5C1A-AF1C-AD5B-185F74F5CD5D}"/>
          </ac:picMkLst>
        </pc:picChg>
        <pc:picChg chg="add del mod">
          <ac:chgData name="Georges MATHIO" userId="1057b68d-d9cf-4cd5-bc4c-3fe68ec33e97" providerId="ADAL" clId="{FCBB5270-DEBA-45EE-AD54-6E7B964CB6D2}" dt="2024-10-15T09:29:45.673" v="2112" actId="478"/>
          <ac:picMkLst>
            <pc:docMk/>
            <pc:sldMk cId="478461332" sldId="274"/>
            <ac:picMk id="4100" creationId="{8F3DA1B0-9687-8C14-AA9E-6763D2C92167}"/>
          </ac:picMkLst>
        </pc:picChg>
      </pc:sldChg>
      <pc:sldChg chg="modSp new mod">
        <pc:chgData name="Georges MATHIO" userId="1057b68d-d9cf-4cd5-bc4c-3fe68ec33e97" providerId="ADAL" clId="{FCBB5270-DEBA-45EE-AD54-6E7B964CB6D2}" dt="2024-10-15T12:47:49.941" v="2549" actId="122"/>
        <pc:sldMkLst>
          <pc:docMk/>
          <pc:sldMk cId="3779523331" sldId="275"/>
        </pc:sldMkLst>
        <pc:spChg chg="mod">
          <ac:chgData name="Georges MATHIO" userId="1057b68d-d9cf-4cd5-bc4c-3fe68ec33e97" providerId="ADAL" clId="{FCBB5270-DEBA-45EE-AD54-6E7B964CB6D2}" dt="2024-10-15T12:46:06.220" v="2461" actId="20577"/>
          <ac:spMkLst>
            <pc:docMk/>
            <pc:sldMk cId="3779523331" sldId="275"/>
            <ac:spMk id="2" creationId="{E54AAA1F-CFA4-60D1-D760-F9587989BD0B}"/>
          </ac:spMkLst>
        </pc:spChg>
        <pc:spChg chg="mod">
          <ac:chgData name="Georges MATHIO" userId="1057b68d-d9cf-4cd5-bc4c-3fe68ec33e97" providerId="ADAL" clId="{FCBB5270-DEBA-45EE-AD54-6E7B964CB6D2}" dt="2024-10-15T12:47:49.941" v="2549" actId="122"/>
          <ac:spMkLst>
            <pc:docMk/>
            <pc:sldMk cId="3779523331" sldId="275"/>
            <ac:spMk id="3" creationId="{39013CBC-882F-0B89-8EFA-CD6C7EA85C5B}"/>
          </ac:spMkLst>
        </pc:spChg>
      </pc:sldChg>
      <pc:sldChg chg="addSp delSp modSp new mod">
        <pc:chgData name="Georges MATHIO" userId="1057b68d-d9cf-4cd5-bc4c-3fe68ec33e97" providerId="ADAL" clId="{FCBB5270-DEBA-45EE-AD54-6E7B964CB6D2}" dt="2024-10-24T09:23:14.989" v="3213" actId="1076"/>
        <pc:sldMkLst>
          <pc:docMk/>
          <pc:sldMk cId="3476794743" sldId="276"/>
        </pc:sldMkLst>
        <pc:spChg chg="mod">
          <ac:chgData name="Georges MATHIO" userId="1057b68d-d9cf-4cd5-bc4c-3fe68ec33e97" providerId="ADAL" clId="{FCBB5270-DEBA-45EE-AD54-6E7B964CB6D2}" dt="2024-10-24T09:11:43.982" v="2776" actId="20577"/>
          <ac:spMkLst>
            <pc:docMk/>
            <pc:sldMk cId="3476794743" sldId="276"/>
            <ac:spMk id="2" creationId="{C0AC1F30-D746-2406-6F4C-FE39DF9A0D6A}"/>
          </ac:spMkLst>
        </pc:spChg>
        <pc:spChg chg="del">
          <ac:chgData name="Georges MATHIO" userId="1057b68d-d9cf-4cd5-bc4c-3fe68ec33e97" providerId="ADAL" clId="{FCBB5270-DEBA-45EE-AD54-6E7B964CB6D2}" dt="2024-10-24T09:16:48.465" v="2879" actId="478"/>
          <ac:spMkLst>
            <pc:docMk/>
            <pc:sldMk cId="3476794743" sldId="276"/>
            <ac:spMk id="3" creationId="{4318216A-EF55-CDB5-9D10-A337EC817D91}"/>
          </ac:spMkLst>
        </pc:spChg>
        <pc:spChg chg="add mod">
          <ac:chgData name="Georges MATHIO" userId="1057b68d-d9cf-4cd5-bc4c-3fe68ec33e97" providerId="ADAL" clId="{FCBB5270-DEBA-45EE-AD54-6E7B964CB6D2}" dt="2024-10-24T09:16:48.786" v="2880"/>
          <ac:spMkLst>
            <pc:docMk/>
            <pc:sldMk cId="3476794743" sldId="276"/>
            <ac:spMk id="4" creationId="{3506A383-10B3-70D6-5EF7-6DBD46CE1918}"/>
          </ac:spMkLst>
        </pc:spChg>
        <pc:spChg chg="add mod">
          <ac:chgData name="Georges MATHIO" userId="1057b68d-d9cf-4cd5-bc4c-3fe68ec33e97" providerId="ADAL" clId="{FCBB5270-DEBA-45EE-AD54-6E7B964CB6D2}" dt="2024-10-24T09:16:48.786" v="2880"/>
          <ac:spMkLst>
            <pc:docMk/>
            <pc:sldMk cId="3476794743" sldId="276"/>
            <ac:spMk id="5" creationId="{5A7AA816-0E2E-99D8-8158-3D8050E6F485}"/>
          </ac:spMkLst>
        </pc:spChg>
        <pc:spChg chg="add mod">
          <ac:chgData name="Georges MATHIO" userId="1057b68d-d9cf-4cd5-bc4c-3fe68ec33e97" providerId="ADAL" clId="{FCBB5270-DEBA-45EE-AD54-6E7B964CB6D2}" dt="2024-10-24T09:16:48.786" v="2880"/>
          <ac:spMkLst>
            <pc:docMk/>
            <pc:sldMk cId="3476794743" sldId="276"/>
            <ac:spMk id="6" creationId="{71C247AD-69D2-0DC1-3618-A8C221338731}"/>
          </ac:spMkLst>
        </pc:spChg>
        <pc:spChg chg="add del mod">
          <ac:chgData name="Georges MATHIO" userId="1057b68d-d9cf-4cd5-bc4c-3fe68ec33e97" providerId="ADAL" clId="{FCBB5270-DEBA-45EE-AD54-6E7B964CB6D2}" dt="2024-10-24T09:17:51.071" v="2989" actId="478"/>
          <ac:spMkLst>
            <pc:docMk/>
            <pc:sldMk cId="3476794743" sldId="276"/>
            <ac:spMk id="7" creationId="{D97137D6-57AF-FB58-316D-7BDFDECE9EF6}"/>
          </ac:spMkLst>
        </pc:spChg>
        <pc:spChg chg="add del mod">
          <ac:chgData name="Georges MATHIO" userId="1057b68d-d9cf-4cd5-bc4c-3fe68ec33e97" providerId="ADAL" clId="{FCBB5270-DEBA-45EE-AD54-6E7B964CB6D2}" dt="2024-10-24T09:17:49.881" v="2988" actId="478"/>
          <ac:spMkLst>
            <pc:docMk/>
            <pc:sldMk cId="3476794743" sldId="276"/>
            <ac:spMk id="8" creationId="{ADB7B8EA-1483-EB11-428A-7A8B04EBB1DA}"/>
          </ac:spMkLst>
        </pc:spChg>
        <pc:spChg chg="add del mod">
          <ac:chgData name="Georges MATHIO" userId="1057b68d-d9cf-4cd5-bc4c-3fe68ec33e97" providerId="ADAL" clId="{FCBB5270-DEBA-45EE-AD54-6E7B964CB6D2}" dt="2024-10-24T09:17:06.981" v="2882" actId="478"/>
          <ac:spMkLst>
            <pc:docMk/>
            <pc:sldMk cId="3476794743" sldId="276"/>
            <ac:spMk id="9" creationId="{34FA26B3-021A-2DFA-5EC7-AD50E5DF2E8B}"/>
          </ac:spMkLst>
        </pc:spChg>
        <pc:picChg chg="add mod">
          <ac:chgData name="Georges MATHIO" userId="1057b68d-d9cf-4cd5-bc4c-3fe68ec33e97" providerId="ADAL" clId="{FCBB5270-DEBA-45EE-AD54-6E7B964CB6D2}" dt="2024-10-24T09:23:13.483" v="3212" actId="1076"/>
          <ac:picMkLst>
            <pc:docMk/>
            <pc:sldMk cId="3476794743" sldId="276"/>
            <ac:picMk id="10" creationId="{7451C35C-5111-57D7-2D50-C10BB545CD81}"/>
          </ac:picMkLst>
        </pc:picChg>
        <pc:picChg chg="add mod">
          <ac:chgData name="Georges MATHIO" userId="1057b68d-d9cf-4cd5-bc4c-3fe68ec33e97" providerId="ADAL" clId="{FCBB5270-DEBA-45EE-AD54-6E7B964CB6D2}" dt="2024-10-24T09:22:46.615" v="3207" actId="1076"/>
          <ac:picMkLst>
            <pc:docMk/>
            <pc:sldMk cId="3476794743" sldId="276"/>
            <ac:picMk id="11" creationId="{97DA0BF2-3924-0D6C-0CF4-2E104E7BACFB}"/>
          </ac:picMkLst>
        </pc:picChg>
        <pc:picChg chg="add mod">
          <ac:chgData name="Georges MATHIO" userId="1057b68d-d9cf-4cd5-bc4c-3fe68ec33e97" providerId="ADAL" clId="{FCBB5270-DEBA-45EE-AD54-6E7B964CB6D2}" dt="2024-10-24T09:23:14.989" v="3213" actId="1076"/>
          <ac:picMkLst>
            <pc:docMk/>
            <pc:sldMk cId="3476794743" sldId="276"/>
            <ac:picMk id="12" creationId="{7307406D-7A3E-3814-2D2B-B4DFFB98D60A}"/>
          </ac:picMkLst>
        </pc:picChg>
        <pc:picChg chg="add mod">
          <ac:chgData name="Georges MATHIO" userId="1057b68d-d9cf-4cd5-bc4c-3fe68ec33e97" providerId="ADAL" clId="{FCBB5270-DEBA-45EE-AD54-6E7B964CB6D2}" dt="2024-10-24T09:22:42.242" v="3206" actId="14100"/>
          <ac:picMkLst>
            <pc:docMk/>
            <pc:sldMk cId="3476794743" sldId="276"/>
            <ac:picMk id="14" creationId="{8234A65C-D98E-67CB-E555-17337E243DBD}"/>
          </ac:picMkLst>
        </pc:picChg>
      </pc:sldChg>
      <pc:sldChg chg="modSp new mod">
        <pc:chgData name="Georges MATHIO" userId="1057b68d-d9cf-4cd5-bc4c-3fe68ec33e97" providerId="ADAL" clId="{FCBB5270-DEBA-45EE-AD54-6E7B964CB6D2}" dt="2024-10-24T09:46:26.311" v="3427" actId="242"/>
        <pc:sldMkLst>
          <pc:docMk/>
          <pc:sldMk cId="3286416962" sldId="277"/>
        </pc:sldMkLst>
        <pc:spChg chg="mod">
          <ac:chgData name="Georges MATHIO" userId="1057b68d-d9cf-4cd5-bc4c-3fe68ec33e97" providerId="ADAL" clId="{FCBB5270-DEBA-45EE-AD54-6E7B964CB6D2}" dt="2024-10-24T09:27:54.616" v="3279" actId="20577"/>
          <ac:spMkLst>
            <pc:docMk/>
            <pc:sldMk cId="3286416962" sldId="277"/>
            <ac:spMk id="2" creationId="{3CEA83A7-4FC6-134D-C109-C3BB31441DF9}"/>
          </ac:spMkLst>
        </pc:spChg>
        <pc:spChg chg="mod">
          <ac:chgData name="Georges MATHIO" userId="1057b68d-d9cf-4cd5-bc4c-3fe68ec33e97" providerId="ADAL" clId="{FCBB5270-DEBA-45EE-AD54-6E7B964CB6D2}" dt="2024-10-24T09:46:26.311" v="3427" actId="242"/>
          <ac:spMkLst>
            <pc:docMk/>
            <pc:sldMk cId="3286416962" sldId="277"/>
            <ac:spMk id="3" creationId="{CE9C75E4-1142-D3E7-1046-FAEFB4FFCF8B}"/>
          </ac:spMkLst>
        </pc:spChg>
      </pc:sldChg>
      <pc:sldChg chg="addSp delSp modSp add mod">
        <pc:chgData name="Georges MATHIO" userId="1057b68d-d9cf-4cd5-bc4c-3fe68ec33e97" providerId="ADAL" clId="{FCBB5270-DEBA-45EE-AD54-6E7B964CB6D2}" dt="2024-10-24T09:58:58.183" v="3788" actId="1037"/>
        <pc:sldMkLst>
          <pc:docMk/>
          <pc:sldMk cId="109681997" sldId="278"/>
        </pc:sldMkLst>
        <pc:spChg chg="add del mod">
          <ac:chgData name="Georges MATHIO" userId="1057b68d-d9cf-4cd5-bc4c-3fe68ec33e97" providerId="ADAL" clId="{FCBB5270-DEBA-45EE-AD54-6E7B964CB6D2}" dt="2024-10-24T09:58:58.183" v="3788" actId="1037"/>
          <ac:spMkLst>
            <pc:docMk/>
            <pc:sldMk cId="109681997" sldId="278"/>
            <ac:spMk id="8" creationId="{A57C9C7E-5C04-4C7F-349B-AA00049E2561}"/>
          </ac:spMkLst>
        </pc:spChg>
      </pc:sldChg>
      <pc:sldChg chg="modSp add mod">
        <pc:chgData name="Georges MATHIO" userId="1057b68d-d9cf-4cd5-bc4c-3fe68ec33e97" providerId="ADAL" clId="{FCBB5270-DEBA-45EE-AD54-6E7B964CB6D2}" dt="2024-10-24T12:45:49.970" v="4356" actId="1076"/>
        <pc:sldMkLst>
          <pc:docMk/>
          <pc:sldMk cId="3397681657" sldId="279"/>
        </pc:sldMkLst>
        <pc:spChg chg="mod">
          <ac:chgData name="Georges MATHIO" userId="1057b68d-d9cf-4cd5-bc4c-3fe68ec33e97" providerId="ADAL" clId="{FCBB5270-DEBA-45EE-AD54-6E7B964CB6D2}" dt="2024-10-24T12:45:49.970" v="4356" actId="1076"/>
          <ac:spMkLst>
            <pc:docMk/>
            <pc:sldMk cId="3397681657" sldId="279"/>
            <ac:spMk id="6" creationId="{CE60030D-41C2-BC30-0857-332E8599CC00}"/>
          </ac:spMkLst>
        </pc:spChg>
        <pc:picChg chg="mod">
          <ac:chgData name="Georges MATHIO" userId="1057b68d-d9cf-4cd5-bc4c-3fe68ec33e97" providerId="ADAL" clId="{FCBB5270-DEBA-45EE-AD54-6E7B964CB6D2}" dt="2024-10-24T12:22:19.443" v="3794" actId="1076"/>
          <ac:picMkLst>
            <pc:docMk/>
            <pc:sldMk cId="3397681657" sldId="279"/>
            <ac:picMk id="1026" creationId="{D7CD8759-C294-0E73-A2B8-7922E3766B10}"/>
          </ac:picMkLst>
        </pc:picChg>
      </pc:sldChg>
      <pc:sldChg chg="modSp add mod">
        <pc:chgData name="Georges MATHIO" userId="1057b68d-d9cf-4cd5-bc4c-3fe68ec33e97" providerId="ADAL" clId="{FCBB5270-DEBA-45EE-AD54-6E7B964CB6D2}" dt="2024-10-24T12:51:17.702" v="4585" actId="113"/>
        <pc:sldMkLst>
          <pc:docMk/>
          <pc:sldMk cId="1341887883" sldId="280"/>
        </pc:sldMkLst>
        <pc:spChg chg="mod">
          <ac:chgData name="Georges MATHIO" userId="1057b68d-d9cf-4cd5-bc4c-3fe68ec33e97" providerId="ADAL" clId="{FCBB5270-DEBA-45EE-AD54-6E7B964CB6D2}" dt="2024-10-24T12:51:17.702" v="4585" actId="113"/>
          <ac:spMkLst>
            <pc:docMk/>
            <pc:sldMk cId="1341887883" sldId="280"/>
            <ac:spMk id="6" creationId="{A98706C5-21D7-7FCB-812B-5D97BD3CB7C3}"/>
          </ac:spMkLst>
        </pc:spChg>
        <pc:picChg chg="mod">
          <ac:chgData name="Georges MATHIO" userId="1057b68d-d9cf-4cd5-bc4c-3fe68ec33e97" providerId="ADAL" clId="{FCBB5270-DEBA-45EE-AD54-6E7B964CB6D2}" dt="2024-10-24T12:45:37.034" v="4354" actId="1076"/>
          <ac:picMkLst>
            <pc:docMk/>
            <pc:sldMk cId="1341887883" sldId="280"/>
            <ac:picMk id="7" creationId="{713B0942-D03C-7D95-1F19-5FD28749A0D1}"/>
          </ac:picMkLst>
        </pc:picChg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05/12/2024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05/12/2024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compliance/shared-responsibility-mode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hehackernews.com/2024/05/new-xm-cyber-research-80-of-exposur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ws.amazon.com/fr/security-hub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cs.aws.amazon.com/autoscaling/ec2/userguide/auto-scaling-group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nops.org/introduction/what-is-finops" TargetMode="External"/><Relationship Id="rId2" Type="http://schemas.openxmlformats.org/officeDocument/2006/relationships/hyperlink" Target="https://codestitch.app/news/netlify-charged-user-100k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congress.gov/bill/115th-congress/senate-bill/2383/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rightlio.com/data-center-stats" TargetMode="External"/><Relationship Id="rId2" Type="http://schemas.openxmlformats.org/officeDocument/2006/relationships/hyperlink" Target="https://sustainability.aboutamazon.com/products-services/aws-clou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fomaniak.com/fr/ecologi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2050" name="Picture 2" descr="Is It True That Lightning Is Hotter Than The Sun?">
            <a:extLst>
              <a:ext uri="{FF2B5EF4-FFF2-40B4-BE49-F238E27FC236}">
                <a16:creationId xmlns:a16="http://schemas.microsoft.com/office/drawing/2014/main" id="{2D20C9DB-BF84-21FA-D8C4-E82533361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909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545F67A4-7428-47F3-AE14-8CA43D976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059" name="Freeform 5">
            <a:extLst>
              <a:ext uri="{FF2B5EF4-FFF2-40B4-BE49-F238E27FC236}">
                <a16:creationId xmlns:a16="http://schemas.microsoft.com/office/drawing/2014/main" id="{F4A20210-FA90-4B6D-8D2E-1B90054E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061" name="Freeform 14">
            <a:extLst>
              <a:ext uri="{FF2B5EF4-FFF2-40B4-BE49-F238E27FC236}">
                <a16:creationId xmlns:a16="http://schemas.microsoft.com/office/drawing/2014/main" id="{39213B44-68B7-47E7-B506-5C79FCF80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39084D60-65A6-45F8-8C17-3529E43F1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444A2572-2BF1-4C8E-AF59-F3AD411D8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Straight Connector 2064">
              <a:extLst>
                <a:ext uri="{FF2B5EF4-FFF2-40B4-BE49-F238E27FC236}">
                  <a16:creationId xmlns:a16="http://schemas.microsoft.com/office/drawing/2014/main" id="{F5DF3485-B455-470C-8FA8-A1BDE087B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35E9DCD0-EE49-4CB4-89B6-C25F9861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A713CF62-C96C-44E9-8C28-E3F2C6E7C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2D06558F-07E9-4D78-A6F3-8BCFA9E73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512D8773-83C0-4D51-9E1F-046DA7DA0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5880C3FB-3E2E-4054-A6D1-38176D6E2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8505591A-6112-4B84-8E9E-923E43C4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54884290-8E39-4425-BB4F-48D955C1F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00C383A3-6D77-41CE-8121-498BC3BA5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E120A319-4A10-4542-B48C-5FB2714C4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5B15B038-50ED-419D-B142-C96EE418B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9BAFF2F4-75B2-4498-8559-BAE80D89B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B56AE167-8087-4A4B-B41D-5658EEBA6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8D353E8A-CBA6-44F9-9C00-D0AD27C96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CA2C318A-A79F-4CAD-BA7A-51427BF9E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2079">
              <a:extLst>
                <a:ext uri="{FF2B5EF4-FFF2-40B4-BE49-F238E27FC236}">
                  <a16:creationId xmlns:a16="http://schemas.microsoft.com/office/drawing/2014/main" id="{4F2996E3-5E01-4F22-B23C-7CD0CF72C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760F6BC4-AB51-4DE7-B83C-E71FE4EC8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AF65FC1C-93BF-4ACA-BF17-17372DD10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89F9913C-8CCE-4D56-9D2A-0C2D68667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40EDD18C-1AAD-48E5-AAAD-73F4B5643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22D7A5C4-18C8-43E9-A50A-F87A362C8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3A0C484E-A224-4DB0-8C34-89BE54BD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79BB438E-A25F-4A7F-B209-8899B7CEC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7F8BA6DC-B1E9-4F32-A5CC-8F61976B6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CF6D95B2-1C8D-4156-AB05-523619B4F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288409AD-A77F-4304-9E8B-08A4891C7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862AD08A-B385-4D18-B948-8D53B3918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E32A413E-FF1A-46B1-BF8B-3C1C408B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3CFF4E44-2BEB-4FAE-97C9-BC6E8296D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F0486C0A-9B93-46B8-932F-876BE26CE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Connector 2094">
              <a:extLst>
                <a:ext uri="{FF2B5EF4-FFF2-40B4-BE49-F238E27FC236}">
                  <a16:creationId xmlns:a16="http://schemas.microsoft.com/office/drawing/2014/main" id="{1429BF5D-8D5B-4A48-89EE-8B779826E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2095">
              <a:extLst>
                <a:ext uri="{FF2B5EF4-FFF2-40B4-BE49-F238E27FC236}">
                  <a16:creationId xmlns:a16="http://schemas.microsoft.com/office/drawing/2014/main" id="{CDC996EE-5EB1-4943-A1E8-70810CBD6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32F833C8-E3CE-4399-B78B-9DD0EEA6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2097">
              <a:extLst>
                <a:ext uri="{FF2B5EF4-FFF2-40B4-BE49-F238E27FC236}">
                  <a16:creationId xmlns:a16="http://schemas.microsoft.com/office/drawing/2014/main" id="{07C92DB2-78F1-4872-B9C7-C658A7886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1F8A2FAA-05E1-448E-A606-FA9D67036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2099">
              <a:extLst>
                <a:ext uri="{FF2B5EF4-FFF2-40B4-BE49-F238E27FC236}">
                  <a16:creationId xmlns:a16="http://schemas.microsoft.com/office/drawing/2014/main" id="{E5AAB5D1-1672-4825-88A7-D93923475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02CAAFDB-2BA2-4D04-8B8B-1241D5EC0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4C381B3C-0009-451B-BCB3-48F7810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2A10544C-1EAD-47FB-A17E-52C622282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A2540B37-D854-4525-93F8-410685438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2104">
              <a:extLst>
                <a:ext uri="{FF2B5EF4-FFF2-40B4-BE49-F238E27FC236}">
                  <a16:creationId xmlns:a16="http://schemas.microsoft.com/office/drawing/2014/main" id="{7450DFE8-D07F-435C-B5A2-47D126FD9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6C1A6513-2D5D-458C-B841-D5DD9844B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9931CF18-850E-41CD-823E-D311BD5CC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2107">
              <a:extLst>
                <a:ext uri="{FF2B5EF4-FFF2-40B4-BE49-F238E27FC236}">
                  <a16:creationId xmlns:a16="http://schemas.microsoft.com/office/drawing/2014/main" id="{44497A09-1B1C-4EB6-B728-6FC3A1C12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FA60DE04-F3E8-437E-A2E4-A8A7BA01C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CDBBA541-852C-4AE6-82E8-6BD13AFB4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2FC3362F-AD7E-45D7-BE85-7C8DD8134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Straight Connector 2111">
              <a:extLst>
                <a:ext uri="{FF2B5EF4-FFF2-40B4-BE49-F238E27FC236}">
                  <a16:creationId xmlns:a16="http://schemas.microsoft.com/office/drawing/2014/main" id="{FCD83E0F-C8AF-4D52-94DB-CD949A2B1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60D5F865-890F-483F-B407-516CE6D22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DE6A2505-E617-4419-AB05-10B779B5C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BDFF0D66-52FC-4F64-B67F-72D9EFEED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DCC72040-7945-4051-989C-2B728F6D50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Connector 2116">
              <a:extLst>
                <a:ext uri="{FF2B5EF4-FFF2-40B4-BE49-F238E27FC236}">
                  <a16:creationId xmlns:a16="http://schemas.microsoft.com/office/drawing/2014/main" id="{96EB6302-2333-45D4-AE20-B0F6D45CC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EECC1105-D16E-411D-B4B7-80BF039BF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Straight Connector 2118">
              <a:extLst>
                <a:ext uri="{FF2B5EF4-FFF2-40B4-BE49-F238E27FC236}">
                  <a16:creationId xmlns:a16="http://schemas.microsoft.com/office/drawing/2014/main" id="{C7D2F518-4540-44DE-BC62-7D598EC99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F19566BC-880A-4113-A9C4-0017E5184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2120">
              <a:extLst>
                <a:ext uri="{FF2B5EF4-FFF2-40B4-BE49-F238E27FC236}">
                  <a16:creationId xmlns:a16="http://schemas.microsoft.com/office/drawing/2014/main" id="{718E7D73-F4E4-4F5D-AFF9-EE491954A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8D0988A2-3571-4C16-BDEF-58254F04E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4550BAC8-41FE-4300-910B-EE7BBD7A0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38CD175C-18A7-4589-8C46-A61FEF6D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B6BE3031-FD1C-443C-9889-243CEEAED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7E37BF5D-3732-41F2-B9AF-A56C9214D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2126">
              <a:extLst>
                <a:ext uri="{FF2B5EF4-FFF2-40B4-BE49-F238E27FC236}">
                  <a16:creationId xmlns:a16="http://schemas.microsoft.com/office/drawing/2014/main" id="{077B6718-917A-4A01-BCF8-5C6E1217B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1C23AB5B-98FB-43F1-B590-BBA79814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D6EEC146-226B-4C83-9C1B-DD5495DE1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9C24D094-41EF-4CA2-9834-B04793FA1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8DA46AD8-674F-46C3-8A22-280F78F91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AE9D757B-CD9D-447C-8780-79F2FF875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276B76E9-7342-43BC-B629-9180ABF57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3F25F68A-2DCB-4183-86F1-3428326E59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BA5FA913-066C-4504-A753-026056454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6A6E50AC-CA1E-4DD3-B85F-1720C019E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1224B2B1-DBD8-4BA8-8CEB-BFAC8A15D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4DEFE1E7-69A3-47F5-B8B8-C0898281B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66F1F489-762E-4979-9EBC-50A62330B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927DF22C-20E6-4DED-B405-1B26C5218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236FD8D7-6E0F-468E-B8C4-F4E67071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46333" y="2032000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Cloud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646333" y="4851399"/>
            <a:ext cx="4513792" cy="9144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cap="all" dirty="0"/>
              <a:t>Dangers and </a:t>
            </a:r>
            <a:r>
              <a:rPr lang="en-US" cap="all" dirty="0" err="1"/>
              <a:t>pitfalLs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7C04-44C3-4646-71E7-54EC32B5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A4E8DF-D328-0DA5-57D1-308A4BE3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07" y="1637284"/>
            <a:ext cx="10131425" cy="472439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i="1" dirty="0"/>
              <a:t>The more provider-</a:t>
            </a:r>
            <a:r>
              <a:rPr lang="fr-FR" sz="2400" i="1" dirty="0" err="1"/>
              <a:t>specific</a:t>
            </a:r>
            <a:r>
              <a:rPr lang="fr-FR" sz="2400" i="1" dirty="0"/>
              <a:t> the solution,</a:t>
            </a:r>
            <a:br>
              <a:rPr lang="fr-FR" sz="2400" i="1" dirty="0"/>
            </a:br>
            <a:r>
              <a:rPr lang="fr-FR" sz="2400" i="1" dirty="0"/>
              <a:t>the </a:t>
            </a:r>
            <a:r>
              <a:rPr lang="fr-FR" sz="2400" i="1" dirty="0" err="1"/>
              <a:t>higher</a:t>
            </a:r>
            <a:r>
              <a:rPr lang="fr-FR" sz="2400" i="1" dirty="0"/>
              <a:t> the </a:t>
            </a:r>
            <a:r>
              <a:rPr lang="fr-FR" sz="2400" i="1" dirty="0" err="1"/>
              <a:t>cost</a:t>
            </a:r>
            <a:r>
              <a:rPr lang="fr-FR" sz="2400" i="1" dirty="0"/>
              <a:t> to </a:t>
            </a:r>
            <a:r>
              <a:rPr lang="fr-FR" sz="2400" i="1" dirty="0" err="1"/>
              <a:t>migrate</a:t>
            </a:r>
            <a:r>
              <a:rPr lang="fr-FR" sz="2400" i="1" dirty="0"/>
              <a:t> to </a:t>
            </a:r>
            <a:r>
              <a:rPr lang="fr-FR" sz="2400" i="1" dirty="0" err="1"/>
              <a:t>another</a:t>
            </a:r>
            <a:br>
              <a:rPr lang="fr-FR" sz="2400" i="1" dirty="0"/>
            </a:br>
            <a:endParaRPr lang="fr-FR" sz="2400" i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/>
              <a:t>challenge the specific services used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/>
              <a:t>stick to provider-agnostic solutions (like docker)</a:t>
            </a:r>
            <a:endParaRPr lang="fr-FR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/>
              <a:t>keep the architecture simple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/>
              <a:t>keep standard interface between services (like REST API, </a:t>
            </a:r>
            <a:r>
              <a:rPr lang="en-GB" sz="2600" b="1" dirty="0"/>
              <a:t>opensource DB</a:t>
            </a:r>
            <a:r>
              <a:rPr lang="en-GB" sz="2600" dirty="0"/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600" dirty="0"/>
              <a:t>clean boundaries between domains, no shared resources (like a DB)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4CA157-FE3C-0FCC-39DA-16580996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Danger : cloud provider </a:t>
            </a:r>
            <a:r>
              <a:rPr lang="fr-FR" dirty="0" err="1"/>
              <a:t>adherence</a:t>
            </a:r>
            <a:endParaRPr lang="en-GB" dirty="0"/>
          </a:p>
        </p:txBody>
      </p:sp>
      <p:pic>
        <p:nvPicPr>
          <p:cNvPr id="5" name="Graphique 4" descr="Avertissement avec un remplissage uni">
            <a:extLst>
              <a:ext uri="{FF2B5EF4-FFF2-40B4-BE49-F238E27FC236}">
                <a16:creationId xmlns:a16="http://schemas.microsoft.com/office/drawing/2014/main" id="{BFAD40A6-BC60-EABC-1BA2-922A522C6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03933" y="0"/>
            <a:ext cx="1888067" cy="1888067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  <p:pic>
        <p:nvPicPr>
          <p:cNvPr id="5122" name="Picture 2" descr="Microsoft Certified: Azure Solutions Architect Expert - Credly">
            <a:extLst>
              <a:ext uri="{FF2B5EF4-FFF2-40B4-BE49-F238E27FC236}">
                <a16:creationId xmlns:a16="http://schemas.microsoft.com/office/drawing/2014/main" id="{15C5ADDD-19FB-04EC-A9BD-BEFC5B4A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271" y="4182990"/>
            <a:ext cx="1573888" cy="1573888"/>
          </a:xfrm>
          <a:prstGeom prst="rect">
            <a:avLst/>
          </a:prstGeom>
          <a:noFill/>
          <a:effectLst>
            <a:glow rad="50800">
              <a:schemeClr val="tx1">
                <a:alpha val="93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que 3">
            <a:extLst>
              <a:ext uri="{FF2B5EF4-FFF2-40B4-BE49-F238E27FC236}">
                <a16:creationId xmlns:a16="http://schemas.microsoft.com/office/drawing/2014/main" id="{A4CFB43E-EA32-DCC9-2790-9753271F7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8134" y="2929639"/>
            <a:ext cx="1680792" cy="533156"/>
          </a:xfrm>
          <a:prstGeom prst="rect">
            <a:avLst/>
          </a:prstGeom>
          <a:effectLst>
            <a:glow rad="419100">
              <a:schemeClr val="tx1"/>
            </a:glow>
          </a:effectLst>
        </p:spPr>
      </p:pic>
      <p:pic>
        <p:nvPicPr>
          <p:cNvPr id="6" name="Graphique 5">
            <a:extLst>
              <a:ext uri="{FF2B5EF4-FFF2-40B4-BE49-F238E27FC236}">
                <a16:creationId xmlns:a16="http://schemas.microsoft.com/office/drawing/2014/main" id="{3A477C1D-79FE-4643-3EB4-DAF491DA9B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9881" y="1305153"/>
            <a:ext cx="2958852" cy="466664"/>
          </a:xfrm>
          <a:prstGeom prst="rect">
            <a:avLst/>
          </a:prstGeom>
          <a:effectLst>
            <a:glow rad="495300">
              <a:schemeClr val="tx1"/>
            </a:glow>
          </a:effectLst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1214B86-B8CC-DA32-DFDF-F268E61AB85B}"/>
              </a:ext>
            </a:extLst>
          </p:cNvPr>
          <p:cNvCxnSpPr/>
          <p:nvPr/>
        </p:nvCxnSpPr>
        <p:spPr>
          <a:xfrm>
            <a:off x="7996766" y="1998136"/>
            <a:ext cx="0" cy="866662"/>
          </a:xfrm>
          <a:prstGeom prst="straightConnector1">
            <a:avLst/>
          </a:prstGeom>
          <a:ln w="571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ECCD9490-7610-3693-CD7E-22DF74F3E0EB}"/>
              </a:ext>
            </a:extLst>
          </p:cNvPr>
          <p:cNvSpPr txBox="1"/>
          <p:nvPr/>
        </p:nvSpPr>
        <p:spPr>
          <a:xfrm>
            <a:off x="7996766" y="2224623"/>
            <a:ext cx="122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migration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967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dirty="0" err="1"/>
              <a:t>Shared</a:t>
            </a:r>
            <a:r>
              <a:rPr lang="fr-FR" dirty="0"/>
              <a:t> </a:t>
            </a:r>
            <a:r>
              <a:rPr lang="fr-FR" dirty="0" err="1"/>
              <a:t>responsibility</a:t>
            </a:r>
            <a:r>
              <a:rPr lang="fr-FR" dirty="0"/>
              <a:t> model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1BBF7E-EA70-9FE6-C90F-A1284432D1C6}"/>
              </a:ext>
            </a:extLst>
          </p:cNvPr>
          <p:cNvSpPr txBox="1"/>
          <p:nvPr/>
        </p:nvSpPr>
        <p:spPr>
          <a:xfrm>
            <a:off x="444844" y="1637268"/>
            <a:ext cx="75900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Divides security responsibilities between AWS and the customer.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AWS manages the security </a:t>
            </a:r>
            <a:r>
              <a:rPr lang="en-GB" sz="2400" b="1" u="sng" dirty="0"/>
              <a:t>OF</a:t>
            </a:r>
            <a:r>
              <a:rPr lang="en-GB" sz="2400" dirty="0"/>
              <a:t> the cloud</a:t>
            </a:r>
            <a:br>
              <a:rPr lang="en-GB" sz="2400" dirty="0"/>
            </a:br>
            <a:r>
              <a:rPr lang="en-GB" sz="2400" dirty="0"/>
              <a:t>(infrastructure, hardware, and software)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Customers are responsible for security </a:t>
            </a:r>
            <a:r>
              <a:rPr lang="en-GB" sz="2400" b="1" u="sng" dirty="0"/>
              <a:t>IN</a:t>
            </a:r>
            <a:r>
              <a:rPr lang="en-GB" sz="2400" dirty="0"/>
              <a:t> the cloud</a:t>
            </a:r>
            <a:br>
              <a:rPr lang="en-GB" sz="2400" dirty="0"/>
            </a:br>
            <a:r>
              <a:rPr lang="en-GB" sz="2400" dirty="0"/>
              <a:t>(their data, identity management, applications, and configurations)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12E9B66-52C5-03E4-5864-B43250107E4B}"/>
              </a:ext>
            </a:extLst>
          </p:cNvPr>
          <p:cNvSpPr txBox="1"/>
          <p:nvPr/>
        </p:nvSpPr>
        <p:spPr>
          <a:xfrm>
            <a:off x="905933" y="6330860"/>
            <a:ext cx="8796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/>
              <a:t>source: </a:t>
            </a:r>
            <a:r>
              <a:rPr lang="en-GB" sz="2000" i="1" dirty="0">
                <a:hlinkClick r:id="rId2"/>
              </a:rPr>
              <a:t>https://aws.amazon.com/compliance/shared-responsibility-model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78773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2E8B-3C0D-9DA5-6F95-F9BBC277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3FFC4E-0325-5C10-D4B6-1787B882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Danger : Security </a:t>
            </a:r>
            <a:r>
              <a:rPr lang="fr-FR" dirty="0" err="1"/>
              <a:t>breach</a:t>
            </a:r>
            <a:r>
              <a:rPr lang="fr-FR" dirty="0"/>
              <a:t> due to </a:t>
            </a:r>
            <a:r>
              <a:rPr lang="fr-FR" dirty="0" err="1"/>
              <a:t>misconfiguration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AD0E72-05A0-DE64-3A9D-6DBA43F3C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9313332" cy="4724399"/>
          </a:xfrm>
        </p:spPr>
        <p:txBody>
          <a:bodyPr anchor="t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100" i="1" dirty="0" err="1"/>
              <a:t>Exposures</a:t>
            </a:r>
            <a:r>
              <a:rPr lang="fr-FR" sz="2100" i="1" dirty="0"/>
              <a:t>: 80 % due to </a:t>
            </a:r>
            <a:r>
              <a:rPr lang="fr-FR" sz="2100" i="1" dirty="0" err="1"/>
              <a:t>misconfiguration</a:t>
            </a:r>
            <a:r>
              <a:rPr lang="fr-FR" sz="2100" i="1" dirty="0"/>
              <a:t>, </a:t>
            </a:r>
            <a:br>
              <a:rPr lang="fr-FR" sz="2100" i="1" dirty="0"/>
            </a:br>
            <a:r>
              <a:rPr lang="fr-FR" sz="2100" i="1" dirty="0"/>
              <a:t>		     1 % due to software </a:t>
            </a:r>
            <a:r>
              <a:rPr lang="fr-FR" sz="2100" i="1" dirty="0" err="1"/>
              <a:t>vulnerabilities</a:t>
            </a:r>
            <a:r>
              <a:rPr lang="fr-FR" sz="2100" i="1" dirty="0"/>
              <a:t> (CVE) </a:t>
            </a:r>
            <a:r>
              <a:rPr lang="fr-FR" sz="2100" dirty="0"/>
              <a:t>- </a:t>
            </a:r>
            <a:r>
              <a:rPr lang="fr-FR" sz="2100" dirty="0">
                <a:hlinkClick r:id="rId2"/>
              </a:rPr>
              <a:t>thehackernews.com</a:t>
            </a:r>
            <a:endParaRPr lang="fr-FR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 err="1"/>
              <a:t>Keep</a:t>
            </a:r>
            <a:r>
              <a:rPr lang="fr-FR" sz="2000" dirty="0"/>
              <a:t> </a:t>
            </a:r>
            <a:r>
              <a:rPr lang="fr-FR" sz="2000" dirty="0" err="1"/>
              <a:t>your</a:t>
            </a:r>
            <a:r>
              <a:rPr lang="fr-FR" sz="2000" dirty="0"/>
              <a:t> infra configuration « as code »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code </a:t>
            </a:r>
            <a:r>
              <a:rPr lang="fr-FR" sz="1800" dirty="0" err="1"/>
              <a:t>review</a:t>
            </a:r>
            <a:r>
              <a:rPr lang="fr-FR" sz="1800" dirty="0"/>
              <a:t>, </a:t>
            </a:r>
            <a:r>
              <a:rPr lang="fr-FR" sz="1800" dirty="0" err="1"/>
              <a:t>traceability</a:t>
            </a:r>
            <a:r>
              <a:rPr lang="fr-FR" sz="1800" dirty="0"/>
              <a:t>, </a:t>
            </a:r>
            <a:r>
              <a:rPr lang="fr-FR" sz="1800" dirty="0" err="1"/>
              <a:t>revert</a:t>
            </a:r>
            <a:endParaRPr lang="fr-FR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Use the </a:t>
            </a:r>
            <a:r>
              <a:rPr lang="fr-FR" sz="2000" dirty="0" err="1"/>
              <a:t>security</a:t>
            </a:r>
            <a:r>
              <a:rPr lang="fr-FR" sz="2000" dirty="0"/>
              <a:t> services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to audit </a:t>
            </a:r>
            <a:r>
              <a:rPr lang="fr-FR" sz="2000" dirty="0" err="1"/>
              <a:t>your</a:t>
            </a:r>
            <a:r>
              <a:rPr lang="fr-FR" sz="2000" dirty="0"/>
              <a:t> setup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/>
              <a:t>to monitor the </a:t>
            </a:r>
            <a:r>
              <a:rPr lang="fr-FR" sz="2000" dirty="0" err="1"/>
              <a:t>activity</a:t>
            </a:r>
            <a:r>
              <a:rPr lang="fr-FR" sz="2000" dirty="0"/>
              <a:t> (logins, </a:t>
            </a:r>
            <a:r>
              <a:rPr lang="fr-FR" sz="2000" dirty="0" err="1"/>
              <a:t>traffic</a:t>
            </a:r>
            <a:r>
              <a:rPr lang="fr-FR" sz="2000" dirty="0"/>
              <a:t>, …)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 err="1"/>
              <a:t>Perform</a:t>
            </a:r>
            <a:r>
              <a:rPr lang="fr-FR" sz="2000" dirty="0"/>
              <a:t> </a:t>
            </a:r>
            <a:r>
              <a:rPr lang="fr-FR" sz="2000" dirty="0" err="1"/>
              <a:t>cybersecurity</a:t>
            </a:r>
            <a:r>
              <a:rPr lang="fr-FR" sz="2000" dirty="0"/>
              <a:t> </a:t>
            </a:r>
            <a:r>
              <a:rPr lang="fr-FR" sz="2000" dirty="0" err="1"/>
              <a:t>testing</a:t>
            </a:r>
            <a:endParaRPr lang="fr-FR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 err="1"/>
              <a:t>Implement</a:t>
            </a:r>
            <a:r>
              <a:rPr lang="fr-FR" sz="2000" dirty="0"/>
              <a:t> </a:t>
            </a:r>
            <a:r>
              <a:rPr lang="fr-FR" sz="2000" dirty="0" err="1"/>
              <a:t>security</a:t>
            </a:r>
            <a:r>
              <a:rPr lang="fr-FR" sz="2000" dirty="0"/>
              <a:t> </a:t>
            </a:r>
            <a:r>
              <a:rPr lang="fr-FR" sz="2000" dirty="0" err="1"/>
              <a:t>policies</a:t>
            </a:r>
            <a:endParaRPr lang="fr-FR" sz="2000" dirty="0"/>
          </a:p>
        </p:txBody>
      </p:sp>
      <p:pic>
        <p:nvPicPr>
          <p:cNvPr id="4" name="Graphique 3" descr="Avertissement avec un remplissage uni">
            <a:extLst>
              <a:ext uri="{FF2B5EF4-FFF2-40B4-BE49-F238E27FC236}">
                <a16:creationId xmlns:a16="http://schemas.microsoft.com/office/drawing/2014/main" id="{984CA691-9373-1F7D-195A-432288760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3933" y="0"/>
            <a:ext cx="1888067" cy="1888067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  <p:pic>
        <p:nvPicPr>
          <p:cNvPr id="8" name="Image 7" descr="Une image contenant dessin humoristique, capture d’écran, art, conception&#10;&#10;Description générée automatiquement">
            <a:extLst>
              <a:ext uri="{FF2B5EF4-FFF2-40B4-BE49-F238E27FC236}">
                <a16:creationId xmlns:a16="http://schemas.microsoft.com/office/drawing/2014/main" id="{B238803E-6830-8C4A-6803-128B1C687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634" y="3925213"/>
            <a:ext cx="2650299" cy="1702317"/>
          </a:xfrm>
          <a:prstGeom prst="rect">
            <a:avLst/>
          </a:prstGeom>
          <a:effectLst>
            <a:glow rad="50800">
              <a:schemeClr val="tx1">
                <a:alpha val="76000"/>
              </a:schemeClr>
            </a:glo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8FF9721-B0E8-D4A1-72AB-9C85D8803258}"/>
              </a:ext>
            </a:extLst>
          </p:cNvPr>
          <p:cNvSpPr txBox="1"/>
          <p:nvPr/>
        </p:nvSpPr>
        <p:spPr>
          <a:xfrm>
            <a:off x="762000" y="6364724"/>
            <a:ext cx="8796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/>
              <a:t>source: </a:t>
            </a:r>
            <a:r>
              <a:rPr lang="en-GB" sz="2000" i="1" dirty="0">
                <a:hlinkClick r:id="rId6"/>
              </a:rPr>
              <a:t>https://aws.amazon.com/fr/security-hub</a:t>
            </a:r>
            <a:r>
              <a:rPr lang="en-GB" sz="2000" i="1" dirty="0"/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7BF5134-1C37-EBDC-140D-11DA4D02557B}"/>
              </a:ext>
            </a:extLst>
          </p:cNvPr>
          <p:cNvSpPr txBox="1"/>
          <p:nvPr/>
        </p:nvSpPr>
        <p:spPr>
          <a:xfrm>
            <a:off x="7639703" y="2233537"/>
            <a:ext cx="3804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AWS Trusted Advisor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E9F934-3707-EA2D-B6DE-FDB6BFD89371}"/>
              </a:ext>
            </a:extLst>
          </p:cNvPr>
          <p:cNvSpPr txBox="1"/>
          <p:nvPr/>
        </p:nvSpPr>
        <p:spPr>
          <a:xfrm>
            <a:off x="7639703" y="3054803"/>
            <a:ext cx="3804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AWS Security Hub</a:t>
            </a:r>
          </a:p>
        </p:txBody>
      </p:sp>
    </p:spTree>
    <p:extLst>
      <p:ext uri="{BB962C8B-B14F-4D97-AF65-F5344CB8AC3E}">
        <p14:creationId xmlns:p14="http://schemas.microsoft.com/office/powerpoint/2010/main" val="417533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CE9B4-22C2-D0D1-22E3-996C300F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Scaling</a:t>
            </a:r>
            <a:r>
              <a:rPr lang="fr-FR" dirty="0"/>
              <a:t> &amp; </a:t>
            </a:r>
            <a:r>
              <a:rPr lang="fr-FR" dirty="0" err="1"/>
              <a:t>elasticity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509FB-3375-6A4D-FF92-5EB987E5E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81" y="5246568"/>
            <a:ext cx="8416551" cy="1162700"/>
          </a:xfrm>
        </p:spPr>
        <p:txBody>
          <a:bodyPr anchor="t"/>
          <a:lstStyle/>
          <a:p>
            <a:r>
              <a:rPr lang="en-US" sz="1800" dirty="0">
                <a:latin typeface="Calibri"/>
                <a:ea typeface="Calibri"/>
                <a:cs typeface="Calibri"/>
              </a:rPr>
              <a:t>Elasticity property = scale up &amp; down as needed, pay for what you need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Example of </a:t>
            </a:r>
            <a:r>
              <a:rPr lang="en-US" dirty="0">
                <a:latin typeface="Calibri"/>
                <a:ea typeface="Calibri"/>
                <a:cs typeface="Calibri"/>
                <a:hlinkClick r:id="rId2"/>
              </a:rPr>
              <a:t>AWS auto-scaling groups</a:t>
            </a:r>
            <a:r>
              <a:rPr lang="en-US" dirty="0">
                <a:latin typeface="Calibri"/>
                <a:ea typeface="Calibri"/>
                <a:cs typeface="Calibri"/>
              </a:rPr>
              <a:t> for VMs</a:t>
            </a:r>
            <a:endParaRPr lang="en-GB" dirty="0"/>
          </a:p>
        </p:txBody>
      </p:sp>
      <p:pic>
        <p:nvPicPr>
          <p:cNvPr id="4" name="Image 3" descr="Une image contenant Tracé, ligne, texte, diagramme&#10;&#10;Description générée automatiquement">
            <a:extLst>
              <a:ext uri="{FF2B5EF4-FFF2-40B4-BE49-F238E27FC236}">
                <a16:creationId xmlns:a16="http://schemas.microsoft.com/office/drawing/2014/main" id="{81D1CFDC-8829-7765-C14F-71CF67CB0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110" y="387782"/>
            <a:ext cx="4626050" cy="2255751"/>
          </a:xfrm>
          <a:prstGeom prst="roundRect">
            <a:avLst>
              <a:gd name="adj" fmla="val 2257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0ADC642-2C7D-8869-0C0B-D516E0B56940}"/>
              </a:ext>
            </a:extLst>
          </p:cNvPr>
          <p:cNvSpPr txBox="1"/>
          <p:nvPr/>
        </p:nvSpPr>
        <p:spPr>
          <a:xfrm>
            <a:off x="7518560" y="2664975"/>
            <a:ext cx="4250106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dirty="0"/>
              <a:t>Scaling issues because of variable load</a:t>
            </a:r>
            <a:endParaRPr lang="fr-FR" i="1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B59BF58-EA9F-35EF-08F5-E6C5BA649833}"/>
              </a:ext>
            </a:extLst>
          </p:cNvPr>
          <p:cNvSpPr txBox="1">
            <a:spLocks/>
          </p:cNvSpPr>
          <p:nvPr/>
        </p:nvSpPr>
        <p:spPr>
          <a:xfrm>
            <a:off x="685801" y="885490"/>
            <a:ext cx="4455091" cy="4042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i="1" dirty="0"/>
              <a:t>How to fit to a </a:t>
            </a:r>
            <a:r>
              <a:rPr lang="fr-FR" i="1" dirty="0" err="1"/>
              <a:t>dynamic</a:t>
            </a:r>
            <a:r>
              <a:rPr lang="fr-FR" i="1" dirty="0"/>
              <a:t> </a:t>
            </a:r>
            <a:r>
              <a:rPr lang="fr-FR" i="1" dirty="0" err="1"/>
              <a:t>work</a:t>
            </a:r>
            <a:r>
              <a:rPr lang="fr-FR" i="1" dirty="0"/>
              <a:t> </a:t>
            </a:r>
            <a:r>
              <a:rPr lang="fr-FR" i="1" dirty="0" err="1"/>
              <a:t>load</a:t>
            </a:r>
            <a:endParaRPr lang="en-GB" i="1" dirty="0"/>
          </a:p>
        </p:txBody>
      </p:sp>
      <p:pic>
        <p:nvPicPr>
          <p:cNvPr id="1026" name="Picture 2" descr="Scalability — Vertical or Horizontal Scaling when Designing Architectures |  by Mehmet Ozkaya | Design Microservices Architecture with Patterns &amp;  Principles | Medium">
            <a:extLst>
              <a:ext uri="{FF2B5EF4-FFF2-40B4-BE49-F238E27FC236}">
                <a16:creationId xmlns:a16="http://schemas.microsoft.com/office/drawing/2014/main" id="{512B3A3B-99A2-0DA6-9607-EB3EAD45B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82" y="1695440"/>
            <a:ext cx="5193399" cy="3145388"/>
          </a:xfrm>
          <a:prstGeom prst="roundRect">
            <a:avLst>
              <a:gd name="adj" fmla="val 2722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A70F87D-18BD-E974-6B31-A1A81684CA0B}"/>
              </a:ext>
            </a:extLst>
          </p:cNvPr>
          <p:cNvCxnSpPr>
            <a:cxnSpLocks/>
          </p:cNvCxnSpPr>
          <p:nvPr/>
        </p:nvCxnSpPr>
        <p:spPr>
          <a:xfrm>
            <a:off x="7735992" y="1066801"/>
            <a:ext cx="3465408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66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 dirty="0"/>
              <a:t>Cloud </a:t>
            </a:r>
            <a:r>
              <a:rPr lang="fr-FR" dirty="0" err="1"/>
              <a:t>billing</a:t>
            </a:r>
            <a:r>
              <a:rPr lang="fr-FR" dirty="0"/>
              <a:t> –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pricing</a:t>
            </a:r>
            <a:r>
              <a:rPr lang="fr-FR" dirty="0"/>
              <a:t> model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1BBF7E-EA70-9FE6-C90F-A1284432D1C6}"/>
              </a:ext>
            </a:extLst>
          </p:cNvPr>
          <p:cNvSpPr txBox="1"/>
          <p:nvPr/>
        </p:nvSpPr>
        <p:spPr>
          <a:xfrm>
            <a:off x="258577" y="1543374"/>
            <a:ext cx="6878823" cy="431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2000" dirty="0"/>
              <a:t>All </a:t>
            </a:r>
            <a:r>
              <a:rPr lang="fr-FR" sz="2000" dirty="0" err="1"/>
              <a:t>depends</a:t>
            </a:r>
            <a:r>
              <a:rPr lang="fr-FR" sz="2000" dirty="0"/>
              <a:t> on the service but in </a:t>
            </a:r>
            <a:r>
              <a:rPr lang="fr-FR" sz="2000" dirty="0" err="1"/>
              <a:t>general</a:t>
            </a:r>
            <a:r>
              <a:rPr lang="fr-FR" sz="2000" dirty="0"/>
              <a:t>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Free tier (ex: free 10 000 </a:t>
            </a:r>
            <a:r>
              <a:rPr lang="fr-FR" sz="2000" dirty="0" err="1"/>
              <a:t>requests</a:t>
            </a:r>
            <a:r>
              <a:rPr lang="fr-FR" sz="2000" dirty="0"/>
              <a:t> per </a:t>
            </a:r>
            <a:r>
              <a:rPr lang="fr-FR" sz="2000" dirty="0" err="1"/>
              <a:t>month</a:t>
            </a:r>
            <a:r>
              <a:rPr lang="fr-FR" sz="2000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Paying</a:t>
            </a:r>
            <a:r>
              <a:rPr lang="fr-FR" sz="2000" dirty="0"/>
              <a:t> tier (ex: 1 cent per </a:t>
            </a:r>
            <a:r>
              <a:rPr lang="fr-FR" sz="2000" dirty="0" err="1"/>
              <a:t>request</a:t>
            </a:r>
            <a:r>
              <a:rPr lang="fr-FR" sz="2000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Economies of </a:t>
            </a:r>
            <a:r>
              <a:rPr lang="fr-FR" sz="2000" dirty="0" err="1"/>
              <a:t>scale</a:t>
            </a:r>
            <a:r>
              <a:rPr lang="fr-FR" sz="2000" dirty="0"/>
              <a:t> (ex: 0.5 cent per </a:t>
            </a:r>
            <a:r>
              <a:rPr lang="fr-FR" sz="2000" dirty="0" err="1"/>
              <a:t>request</a:t>
            </a:r>
            <a:r>
              <a:rPr lang="fr-FR" sz="2000" dirty="0"/>
              <a:t> </a:t>
            </a:r>
            <a:r>
              <a:rPr lang="fr-FR" sz="2000" dirty="0" err="1"/>
              <a:t>past</a:t>
            </a:r>
            <a:r>
              <a:rPr lang="fr-FR" sz="2000" dirty="0"/>
              <a:t> 100 000)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Savings</a:t>
            </a:r>
            <a:r>
              <a:rPr lang="fr-FR" sz="2000" dirty="0"/>
              <a:t> </a:t>
            </a:r>
            <a:r>
              <a:rPr lang="fr-FR" sz="2000" dirty="0" err="1"/>
              <a:t>according</a:t>
            </a:r>
            <a:r>
              <a:rPr lang="fr-FR" sz="2000" dirty="0"/>
              <a:t> to the </a:t>
            </a:r>
            <a:r>
              <a:rPr lang="fr-FR" sz="2000" dirty="0" err="1"/>
              <a:t>commitment</a:t>
            </a:r>
            <a:br>
              <a:rPr lang="fr-FR" sz="2000" dirty="0"/>
            </a:br>
            <a:r>
              <a:rPr lang="fr-FR" sz="2000" dirty="0"/>
              <a:t>and Service </a:t>
            </a:r>
            <a:r>
              <a:rPr lang="fr-FR" sz="2000" dirty="0" err="1"/>
              <a:t>Level</a:t>
            </a:r>
            <a:r>
              <a:rPr lang="fr-FR" sz="2000"/>
              <a:t> Agreement</a:t>
            </a:r>
            <a:endParaRPr lang="fr-FR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Outgoing</a:t>
            </a:r>
            <a:r>
              <a:rPr lang="fr-FR" sz="2000" dirty="0"/>
              <a:t> </a:t>
            </a:r>
            <a:r>
              <a:rPr lang="fr-FR" sz="2000" dirty="0" err="1"/>
              <a:t>traffic</a:t>
            </a:r>
            <a:r>
              <a:rPr lang="fr-FR" sz="2000" dirty="0"/>
              <a:t> (</a:t>
            </a:r>
            <a:r>
              <a:rPr lang="fr-FR" sz="2000" dirty="0" err="1"/>
              <a:t>egress</a:t>
            </a:r>
            <a:r>
              <a:rPr lang="fr-FR" sz="2000" dirty="0"/>
              <a:t>)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billed</a:t>
            </a:r>
            <a:r>
              <a:rPr lang="fr-FR" sz="2000" dirty="0"/>
              <a:t> (€/GB)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39513852-A284-9AC8-ACC9-25539BD3A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223140"/>
              </p:ext>
            </p:extLst>
          </p:nvPr>
        </p:nvGraphicFramePr>
        <p:xfrm>
          <a:off x="6980423" y="2818639"/>
          <a:ext cx="4953000" cy="2862321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66421707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69573364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27812743"/>
                    </a:ext>
                  </a:extLst>
                </a:gridCol>
              </a:tblGrid>
              <a:tr h="954107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The </a:t>
                      </a:r>
                      <a:r>
                        <a:rPr lang="fr-FR" dirty="0" err="1"/>
                        <a:t>customer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does</a:t>
                      </a:r>
                      <a:r>
                        <a:rPr lang="fr-FR" dirty="0"/>
                        <a:t> not commit</a:t>
                      </a:r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The </a:t>
                      </a:r>
                      <a:r>
                        <a:rPr lang="fr-FR" dirty="0" err="1"/>
                        <a:t>customer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commits</a:t>
                      </a:r>
                      <a:endParaRPr lang="en-GB" dirty="0"/>
                    </a:p>
                    <a:p>
                      <a:pPr algn="ctr"/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698339"/>
                  </a:ext>
                </a:extLst>
              </a:tr>
              <a:tr h="95410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The provider </a:t>
                      </a:r>
                      <a:r>
                        <a:rPr lang="fr-FR" dirty="0" err="1"/>
                        <a:t>commits</a:t>
                      </a:r>
                      <a:r>
                        <a:rPr lang="fr-FR" dirty="0"/>
                        <a:t> </a:t>
                      </a:r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Normal,</a:t>
                      </a:r>
                      <a:br>
                        <a:rPr lang="fr-FR" dirty="0"/>
                      </a:br>
                      <a:r>
                        <a:rPr lang="fr-FR" dirty="0"/>
                        <a:t>On-</a:t>
                      </a:r>
                      <a:r>
                        <a:rPr lang="fr-FR" dirty="0" err="1"/>
                        <a:t>demand</a:t>
                      </a:r>
                      <a:r>
                        <a:rPr lang="fr-FR" dirty="0"/>
                        <a:t> instances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AWS </a:t>
                      </a:r>
                      <a:r>
                        <a:rPr lang="fr-FR" sz="1400" dirty="0" err="1"/>
                        <a:t>Saving</a:t>
                      </a:r>
                      <a:r>
                        <a:rPr lang="fr-FR" sz="1400" dirty="0"/>
                        <a:t> Plans</a:t>
                      </a:r>
                      <a:br>
                        <a:rPr lang="fr-FR" sz="1600" dirty="0"/>
                      </a:br>
                      <a:r>
                        <a:rPr lang="fr-FR" sz="1400" dirty="0" err="1"/>
                        <a:t>Reserved</a:t>
                      </a:r>
                      <a:r>
                        <a:rPr lang="fr-FR" sz="1400" dirty="0"/>
                        <a:t> instances</a:t>
                      </a:r>
                      <a:br>
                        <a:rPr lang="fr-FR" sz="1600" dirty="0"/>
                      </a:br>
                      <a:r>
                        <a:rPr lang="fr-FR" sz="1600" dirty="0"/>
                        <a:t>  (1 – 3 </a:t>
                      </a:r>
                      <a:r>
                        <a:rPr lang="fr-FR" sz="1600" dirty="0" err="1"/>
                        <a:t>years</a:t>
                      </a:r>
                      <a:r>
                        <a:rPr lang="fr-FR" sz="1600" dirty="0"/>
                        <a:t>) </a:t>
                      </a:r>
                      <a:endParaRPr lang="en-GB" sz="16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890642"/>
                  </a:ext>
                </a:extLst>
              </a:tr>
              <a:tr h="95410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The provider </a:t>
                      </a:r>
                      <a:r>
                        <a:rPr lang="fr-FR" dirty="0" err="1"/>
                        <a:t>does</a:t>
                      </a:r>
                      <a:r>
                        <a:rPr lang="fr-FR" dirty="0"/>
                        <a:t> not commit</a:t>
                      </a:r>
                      <a:endParaRPr lang="en-GB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Disruptable</a:t>
                      </a:r>
                      <a:r>
                        <a:rPr lang="fr-FR" dirty="0"/>
                        <a:t>,</a:t>
                      </a:r>
                      <a:br>
                        <a:rPr lang="fr-FR" dirty="0"/>
                      </a:br>
                      <a:r>
                        <a:rPr lang="fr-FR" dirty="0"/>
                        <a:t>AWS Spot Instances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95825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F0CB4780-3982-24FD-B236-8E7471AD4886}"/>
              </a:ext>
            </a:extLst>
          </p:cNvPr>
          <p:cNvSpPr txBox="1"/>
          <p:nvPr/>
        </p:nvSpPr>
        <p:spPr>
          <a:xfrm>
            <a:off x="8788561" y="5799666"/>
            <a:ext cx="3064772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i="1" dirty="0"/>
              <a:t>Savings on VM prices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358735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0081-231A-9FBC-729C-FFDFD522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EC951F-28B1-6B8E-C751-33F7F31E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Danger : </a:t>
            </a:r>
            <a:r>
              <a:rPr lang="fr-FR" dirty="0" err="1"/>
              <a:t>overbilling</a:t>
            </a:r>
            <a:r>
              <a:rPr lang="fr-FR" dirty="0"/>
              <a:t> due to DDOS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452020-6237-B791-2D23-53B0C6D87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200" i="1" dirty="0" err="1"/>
              <a:t>Unexpected</a:t>
            </a:r>
            <a:r>
              <a:rPr lang="fr-FR" sz="2200" i="1" dirty="0"/>
              <a:t> high bill </a:t>
            </a:r>
            <a:r>
              <a:rPr lang="fr-FR" sz="2200" i="1" dirty="0" err="1"/>
              <a:t>after</a:t>
            </a:r>
            <a:r>
              <a:rPr lang="fr-FR" sz="2200" i="1" dirty="0"/>
              <a:t> a Distributed Denial Of Service </a:t>
            </a:r>
            <a:r>
              <a:rPr lang="fr-FR" sz="2200" i="1" dirty="0" err="1"/>
              <a:t>attack</a:t>
            </a:r>
            <a:br>
              <a:rPr lang="fr-FR" sz="2200" i="1" dirty="0"/>
            </a:br>
            <a:r>
              <a:rPr lang="fr-FR" sz="2200" i="1" dirty="0"/>
              <a:t>source </a:t>
            </a:r>
            <a:r>
              <a:rPr lang="fr-FR" sz="2200" i="1" dirty="0">
                <a:hlinkClick r:id="rId2"/>
              </a:rPr>
              <a:t>https://codestitch.app/news/netlify-charged-user-100k</a:t>
            </a:r>
            <a:br>
              <a:rPr lang="fr-FR" sz="2200" dirty="0"/>
            </a:br>
            <a:endParaRPr lang="fr-FR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/>
              <a:t>Use the budget </a:t>
            </a:r>
            <a:r>
              <a:rPr lang="fr-FR" sz="2200" dirty="0" err="1"/>
              <a:t>limit</a:t>
            </a:r>
            <a:r>
              <a:rPr lang="fr-FR" sz="2200" dirty="0"/>
              <a:t> </a:t>
            </a:r>
            <a:r>
              <a:rPr lang="fr-FR" sz="2200" dirty="0" err="1"/>
              <a:t>capabilities</a:t>
            </a:r>
            <a:r>
              <a:rPr lang="fr-FR" sz="2200" dirty="0"/>
              <a:t> </a:t>
            </a:r>
            <a:r>
              <a:rPr lang="fr-FR" sz="2200" dirty="0" err="1"/>
              <a:t>when</a:t>
            </a:r>
            <a:r>
              <a:rPr lang="fr-FR" sz="2200" dirty="0"/>
              <a:t> </a:t>
            </a:r>
            <a:r>
              <a:rPr lang="fr-FR" sz="2200" dirty="0" err="1"/>
              <a:t>available</a:t>
            </a:r>
            <a:endParaRPr lang="fr-FR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/>
              <a:t>Extra care about the </a:t>
            </a:r>
            <a:r>
              <a:rPr lang="fr-FR" sz="2200" dirty="0" err="1"/>
              <a:t>pricing</a:t>
            </a:r>
            <a:r>
              <a:rPr lang="fr-FR" sz="2200" dirty="0"/>
              <a:t> model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/>
              <a:t>Monitor </a:t>
            </a:r>
            <a:r>
              <a:rPr lang="fr-FR" sz="2200" dirty="0" err="1"/>
              <a:t>your</a:t>
            </a:r>
            <a:r>
              <a:rPr lang="fr-FR" sz="2200" dirty="0"/>
              <a:t> </a:t>
            </a:r>
            <a:r>
              <a:rPr lang="fr-FR" sz="2200" dirty="0" err="1"/>
              <a:t>expenses</a:t>
            </a:r>
            <a:r>
              <a:rPr lang="fr-FR" sz="2200" dirty="0"/>
              <a:t> on a </a:t>
            </a:r>
            <a:r>
              <a:rPr lang="fr-FR" sz="2200" dirty="0" err="1"/>
              <a:t>regular</a:t>
            </a:r>
            <a:r>
              <a:rPr lang="fr-FR" sz="2200" dirty="0"/>
              <a:t> basis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/>
              <a:t>For large teams, </a:t>
            </a:r>
            <a:r>
              <a:rPr lang="fr-FR" sz="2200" dirty="0" err="1"/>
              <a:t>adopt</a:t>
            </a:r>
            <a:r>
              <a:rPr lang="fr-FR" sz="2200" dirty="0"/>
              <a:t> </a:t>
            </a:r>
            <a:r>
              <a:rPr lang="fr-FR" sz="2200" u="sng" dirty="0" err="1">
                <a:hlinkClick r:id="rId3"/>
              </a:rPr>
              <a:t>finops</a:t>
            </a:r>
            <a:r>
              <a:rPr lang="fr-FR" sz="2200" dirty="0"/>
              <a:t> </a:t>
            </a:r>
            <a:r>
              <a:rPr lang="fr-FR" sz="2200" dirty="0" err="1"/>
              <a:t>principles</a:t>
            </a:r>
            <a:endParaRPr lang="fr-FR" sz="2200" dirty="0"/>
          </a:p>
        </p:txBody>
      </p:sp>
      <p:pic>
        <p:nvPicPr>
          <p:cNvPr id="4" name="Graphique 3" descr="Avertissement avec un remplissage uni">
            <a:extLst>
              <a:ext uri="{FF2B5EF4-FFF2-40B4-BE49-F238E27FC236}">
                <a16:creationId xmlns:a16="http://schemas.microsoft.com/office/drawing/2014/main" id="{07BDE68E-D0CE-2049-6A47-AF14595C9C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3933" y="0"/>
            <a:ext cx="1888067" cy="1888067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5304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5459-733B-983B-12CD-C39A2E4B1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036CDB-A908-506D-A9FA-EF3B01C4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Danger : Data </a:t>
            </a:r>
            <a:r>
              <a:rPr lang="fr-FR" dirty="0" err="1"/>
              <a:t>sovereiGnty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96B55A-B1B3-6B95-D05A-93D2B2369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066801"/>
            <a:ext cx="9618132" cy="472439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200" i="1" dirty="0"/>
              <a:t>Cloud providers must </a:t>
            </a:r>
            <a:r>
              <a:rPr lang="fr-FR" sz="2200" i="1" dirty="0" err="1"/>
              <a:t>obey</a:t>
            </a:r>
            <a:r>
              <a:rPr lang="fr-FR" sz="2200" i="1" dirty="0"/>
              <a:t> </a:t>
            </a:r>
            <a:r>
              <a:rPr lang="fr-FR" sz="2200" i="1" dirty="0" err="1"/>
              <a:t>their</a:t>
            </a:r>
            <a:r>
              <a:rPr lang="fr-FR" sz="2200" i="1" dirty="0"/>
              <a:t> </a:t>
            </a:r>
            <a:r>
              <a:rPr lang="fr-FR" sz="2200" i="1" dirty="0" err="1"/>
              <a:t>own</a:t>
            </a:r>
            <a:r>
              <a:rPr lang="fr-FR" sz="2200" i="1" dirty="0"/>
              <a:t> country, CLOUD </a:t>
            </a:r>
            <a:r>
              <a:rPr lang="fr-FR" sz="2200" i="1" dirty="0" err="1"/>
              <a:t>Act</a:t>
            </a:r>
            <a:r>
              <a:rPr lang="fr-FR" sz="2200" i="1" dirty="0"/>
              <a:t> - </a:t>
            </a:r>
            <a:r>
              <a:rPr lang="fr-FR" sz="2200" i="1" dirty="0">
                <a:hlinkClick r:id="rId2"/>
              </a:rPr>
              <a:t>congress.gov</a:t>
            </a:r>
            <a:endParaRPr lang="fr-FR" sz="2200" i="1" dirty="0"/>
          </a:p>
          <a:p>
            <a:pPr marL="0" indent="0">
              <a:lnSpc>
                <a:spcPct val="150000"/>
              </a:lnSpc>
              <a:buNone/>
            </a:pPr>
            <a:endParaRPr lang="fr-FR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 err="1"/>
              <a:t>Any</a:t>
            </a:r>
            <a:r>
              <a:rPr lang="fr-FR" sz="2200" dirty="0"/>
              <a:t> US cloud provider must </a:t>
            </a:r>
            <a:r>
              <a:rPr lang="fr-FR" sz="2200" dirty="0" err="1"/>
              <a:t>provide</a:t>
            </a:r>
            <a:r>
              <a:rPr lang="fr-FR" sz="2200" dirty="0"/>
              <a:t> the data </a:t>
            </a:r>
            <a:r>
              <a:rPr lang="fr-FR" sz="2200" dirty="0" err="1"/>
              <a:t>wherever</a:t>
            </a:r>
            <a:r>
              <a:rPr lang="fr-FR" sz="2200" dirty="0"/>
              <a:t> </a:t>
            </a:r>
            <a:r>
              <a:rPr lang="fr-FR" sz="2200" dirty="0" err="1"/>
              <a:t>it</a:t>
            </a:r>
            <a:r>
              <a:rPr lang="fr-FR" sz="2200" dirty="0"/>
              <a:t> </a:t>
            </a:r>
            <a:r>
              <a:rPr lang="fr-FR" sz="2200" dirty="0" err="1"/>
              <a:t>is</a:t>
            </a:r>
            <a:r>
              <a:rPr lang="fr-FR" sz="2200" dirty="0"/>
              <a:t> </a:t>
            </a:r>
            <a:r>
              <a:rPr lang="fr-FR" sz="2200" dirty="0" err="1"/>
              <a:t>stored</a:t>
            </a:r>
            <a:endParaRPr lang="fr-FR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 err="1"/>
              <a:t>Any</a:t>
            </a:r>
            <a:r>
              <a:rPr lang="fr-FR" sz="2200" dirty="0"/>
              <a:t> </a:t>
            </a:r>
            <a:r>
              <a:rPr lang="fr-FR" sz="2200" dirty="0" err="1"/>
              <a:t>company</a:t>
            </a:r>
            <a:r>
              <a:rPr lang="fr-FR" sz="2200" dirty="0"/>
              <a:t> operating in the US must </a:t>
            </a:r>
            <a:r>
              <a:rPr lang="fr-FR" sz="2200" dirty="0" err="1"/>
              <a:t>comply</a:t>
            </a:r>
            <a:endParaRPr lang="fr-FR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 err="1"/>
              <a:t>Choose</a:t>
            </a:r>
            <a:r>
              <a:rPr lang="fr-FR" sz="2200" dirty="0"/>
              <a:t> </a:t>
            </a:r>
            <a:r>
              <a:rPr lang="fr-FR" sz="2200" dirty="0" err="1"/>
              <a:t>your</a:t>
            </a:r>
            <a:r>
              <a:rPr lang="fr-FR" sz="2200" dirty="0"/>
              <a:t> </a:t>
            </a:r>
            <a:r>
              <a:rPr lang="fr-FR" sz="2200" dirty="0" err="1"/>
              <a:t>hosting</a:t>
            </a:r>
            <a:r>
              <a:rPr lang="fr-FR" sz="2200" dirty="0"/>
              <a:t> </a:t>
            </a:r>
            <a:r>
              <a:rPr lang="fr-FR" sz="2200" dirty="0" err="1"/>
              <a:t>carefully</a:t>
            </a:r>
            <a:r>
              <a:rPr lang="fr-FR" sz="2200" dirty="0"/>
              <a:t> if </a:t>
            </a:r>
            <a:r>
              <a:rPr lang="fr-FR" sz="2200" dirty="0" err="1"/>
              <a:t>sovereignty</a:t>
            </a:r>
            <a:r>
              <a:rPr lang="fr-FR" sz="2200" dirty="0"/>
              <a:t> </a:t>
            </a:r>
            <a:r>
              <a:rPr lang="fr-FR" sz="2200" dirty="0" err="1"/>
              <a:t>matters</a:t>
            </a:r>
            <a:endParaRPr lang="fr-FR" sz="2200" dirty="0"/>
          </a:p>
        </p:txBody>
      </p:sp>
      <p:pic>
        <p:nvPicPr>
          <p:cNvPr id="4" name="Graphique 3" descr="Avertissement avec un remplissage uni">
            <a:extLst>
              <a:ext uri="{FF2B5EF4-FFF2-40B4-BE49-F238E27FC236}">
                <a16:creationId xmlns:a16="http://schemas.microsoft.com/office/drawing/2014/main" id="{99137776-D583-AF79-3AC9-E354737F1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3933" y="0"/>
            <a:ext cx="1888067" cy="1888067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1351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2D4D2C-FCC1-E2D0-433D-C04CA78A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Environmental</a:t>
            </a:r>
            <a:r>
              <a:rPr lang="fr-FR" dirty="0"/>
              <a:t> </a:t>
            </a:r>
            <a:r>
              <a:rPr lang="fr-FR" dirty="0" err="1"/>
              <a:t>footprint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45E4FC-79EF-1577-7D6D-21CFB5111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1209866" cy="472439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Surface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1ha – 10 ha </a:t>
            </a:r>
            <a:r>
              <a:rPr lang="fr-FR"/>
              <a:t>per datacenter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Power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Cloud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4.1 times more efficient </a:t>
            </a:r>
            <a:r>
              <a:rPr lang="fr-FR" dirty="0" err="1"/>
              <a:t>that</a:t>
            </a:r>
            <a:r>
              <a:rPr lang="fr-FR" dirty="0"/>
              <a:t> on-</a:t>
            </a:r>
            <a:r>
              <a:rPr lang="fr-FR" dirty="0" err="1"/>
              <a:t>prem</a:t>
            </a:r>
            <a:r>
              <a:rPr lang="fr-FR" dirty="0"/>
              <a:t> (</a:t>
            </a:r>
            <a:r>
              <a:rPr lang="fr-FR" dirty="0">
                <a:hlinkClick r:id="rId2"/>
              </a:rPr>
              <a:t>AWS</a:t>
            </a:r>
            <a:r>
              <a:rPr lang="fr-FR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Global </a:t>
            </a:r>
            <a:r>
              <a:rPr lang="en-GB" dirty="0" err="1"/>
              <a:t>conso</a:t>
            </a:r>
            <a:r>
              <a:rPr lang="en-GB" dirty="0"/>
              <a:t>: 7.4 GW in 2023, a 55% increase from the 4.9 Gigawatts in 2022 (</a:t>
            </a:r>
            <a:r>
              <a:rPr lang="en-GB" dirty="0">
                <a:hlinkClick r:id="rId3"/>
              </a:rPr>
              <a:t>brightlio.com</a:t>
            </a:r>
            <a:r>
              <a:rPr lang="en-GB" dirty="0"/>
              <a:t>)</a:t>
            </a:r>
            <a:endParaRPr lang="fr-F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Power Usage </a:t>
            </a:r>
            <a:r>
              <a:rPr lang="fr-FR" dirty="0" err="1"/>
              <a:t>Effectiveness</a:t>
            </a:r>
            <a:r>
              <a:rPr lang="fr-FR" dirty="0"/>
              <a:t> (total datacenter </a:t>
            </a:r>
            <a:r>
              <a:rPr lang="fr-FR" dirty="0" err="1"/>
              <a:t>consumption</a:t>
            </a:r>
            <a:r>
              <a:rPr lang="fr-FR" dirty="0"/>
              <a:t> / IT </a:t>
            </a:r>
            <a:r>
              <a:rPr lang="fr-FR" dirty="0" err="1"/>
              <a:t>consumption</a:t>
            </a:r>
            <a:r>
              <a:rPr lang="fr-FR" dirty="0"/>
              <a:t>): </a:t>
            </a:r>
            <a:r>
              <a:rPr lang="fr-FR" dirty="0" err="1"/>
              <a:t>average</a:t>
            </a:r>
            <a:r>
              <a:rPr lang="fr-FR" dirty="0"/>
              <a:t> 1.8 in Europe (</a:t>
            </a:r>
            <a:r>
              <a:rPr lang="fr-FR" dirty="0">
                <a:hlinkClick r:id="rId4"/>
              </a:rPr>
              <a:t>infomaniak.com</a:t>
            </a:r>
            <a:r>
              <a:rPr lang="fr-F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err="1"/>
              <a:t>Cables</a:t>
            </a:r>
            <a:endParaRPr lang="fr-F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Alcatel </a:t>
            </a:r>
            <a:r>
              <a:rPr lang="fr-FR" dirty="0" err="1"/>
              <a:t>Submarine</a:t>
            </a:r>
            <a:r>
              <a:rPr lang="fr-FR" dirty="0"/>
              <a:t> Networks </a:t>
            </a:r>
            <a:r>
              <a:rPr lang="fr-FR" dirty="0" err="1"/>
              <a:t>installed</a:t>
            </a:r>
            <a:r>
              <a:rPr lang="fr-FR" dirty="0"/>
              <a:t> 800 000 km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NEC 400 000 km</a:t>
            </a:r>
          </a:p>
        </p:txBody>
      </p:sp>
    </p:spTree>
    <p:extLst>
      <p:ext uri="{BB962C8B-B14F-4D97-AF65-F5344CB8AC3E}">
        <p14:creationId xmlns:p14="http://schemas.microsoft.com/office/powerpoint/2010/main" val="1447089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1193</TotalTime>
  <Words>558</Words>
  <Application>Microsoft Office PowerPoint</Application>
  <PresentationFormat>Grand écran</PresentationFormat>
  <Paragraphs>74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Celestial</vt:lpstr>
      <vt:lpstr>Cloud Engineering</vt:lpstr>
      <vt:lpstr>Danger : cloud provider adherence</vt:lpstr>
      <vt:lpstr>Shared responsibility model</vt:lpstr>
      <vt:lpstr>Danger : Security breach due to misconfiguration</vt:lpstr>
      <vt:lpstr>Scaling &amp; elasticity</vt:lpstr>
      <vt:lpstr>Cloud billing – What is the pricing model</vt:lpstr>
      <vt:lpstr>Danger : overbilling due to DDOS</vt:lpstr>
      <vt:lpstr>Danger : Data sovereiGnty</vt:lpstr>
      <vt:lpstr>Environmental footprint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2024-12-05T16:35:04Z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