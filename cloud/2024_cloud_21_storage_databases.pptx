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59" r:id="rId7"/>
    <p:sldId id="261" r:id="rId8"/>
    <p:sldId id="264" r:id="rId9"/>
    <p:sldId id="265" r:id="rId10"/>
    <p:sldId id="260" r:id="rId11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FF"/>
    <a:srgbClr val="CC00CC"/>
    <a:srgbClr val="E0542E"/>
    <a:srgbClr val="DD9D31"/>
    <a:srgbClr val="90BA4C"/>
    <a:srgbClr val="FF99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F3445E-77C6-4CCD-9605-C0E907269ED2}" v="57" dt="2024-11-20T16:52:53.4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s MATHIO" userId="1057b68d-d9cf-4cd5-bc4c-3fe68ec33e97" providerId="ADAL" clId="{82B82AAD-A176-4F9A-88D1-A56861D01535}"/>
    <pc:docChg chg="undo custSel modSld">
      <pc:chgData name="Georges MATHIO" userId="1057b68d-d9cf-4cd5-bc4c-3fe68ec33e97" providerId="ADAL" clId="{82B82AAD-A176-4F9A-88D1-A56861D01535}" dt="2023-11-27T16:09:30.504" v="795" actId="14861"/>
      <pc:docMkLst>
        <pc:docMk/>
      </pc:docMkLst>
      <pc:sldChg chg="addSp delSp modSp mod">
        <pc:chgData name="Georges MATHIO" userId="1057b68d-d9cf-4cd5-bc4c-3fe68ec33e97" providerId="ADAL" clId="{82B82AAD-A176-4F9A-88D1-A56861D01535}" dt="2023-11-27T16:09:30.504" v="795" actId="14861"/>
        <pc:sldMkLst>
          <pc:docMk/>
          <pc:sldMk cId="3870140485" sldId="265"/>
        </pc:sldMkLst>
        <pc:grpChg chg="add mod">
          <ac:chgData name="Georges MATHIO" userId="1057b68d-d9cf-4cd5-bc4c-3fe68ec33e97" providerId="ADAL" clId="{82B82AAD-A176-4F9A-88D1-A56861D01535}" dt="2023-11-13T15:48:14.552" v="447" actId="1076"/>
          <ac:grpSpMkLst>
            <pc:docMk/>
            <pc:sldMk cId="3870140485" sldId="265"/>
            <ac:grpSpMk id="4" creationId="{899778FC-AAC1-FD58-AAC2-EC50C861657E}"/>
          </ac:grpSpMkLst>
        </pc:grpChg>
        <pc:picChg chg="mod">
          <ac:chgData name="Georges MATHIO" userId="1057b68d-d9cf-4cd5-bc4c-3fe68ec33e97" providerId="ADAL" clId="{82B82AAD-A176-4F9A-88D1-A56861D01535}" dt="2023-11-13T15:45:11.247" v="399" actId="164"/>
          <ac:picMkLst>
            <pc:docMk/>
            <pc:sldMk cId="3870140485" sldId="265"/>
            <ac:picMk id="3" creationId="{06F4C4D2-9F1C-CD6B-4B73-EE49A7D3B1D3}"/>
          </ac:picMkLst>
        </pc:picChg>
        <pc:picChg chg="mod">
          <ac:chgData name="Georges MATHIO" userId="1057b68d-d9cf-4cd5-bc4c-3fe68ec33e97" providerId="ADAL" clId="{82B82AAD-A176-4F9A-88D1-A56861D01535}" dt="2023-11-20T12:28:06.621" v="585" actId="14861"/>
          <ac:picMkLst>
            <pc:docMk/>
            <pc:sldMk cId="3870140485" sldId="265"/>
            <ac:picMk id="5" creationId="{6E7B4CB7-1ACC-3B8D-A2AC-67121D2D1D54}"/>
          </ac:picMkLst>
        </pc:picChg>
        <pc:picChg chg="mod">
          <ac:chgData name="Georges MATHIO" userId="1057b68d-d9cf-4cd5-bc4c-3fe68ec33e97" providerId="ADAL" clId="{82B82AAD-A176-4F9A-88D1-A56861D01535}" dt="2023-11-20T12:28:16.900" v="609" actId="14861"/>
          <ac:picMkLst>
            <pc:docMk/>
            <pc:sldMk cId="3870140485" sldId="265"/>
            <ac:picMk id="6" creationId="{AFD1BC7B-0643-7730-87DF-0B267565DBD2}"/>
          </ac:picMkLst>
        </pc:picChg>
        <pc:picChg chg="mod">
          <ac:chgData name="Georges MATHIO" userId="1057b68d-d9cf-4cd5-bc4c-3fe68ec33e97" providerId="ADAL" clId="{82B82AAD-A176-4F9A-88D1-A56861D01535}" dt="2023-11-13T15:45:11.247" v="399" actId="164"/>
          <ac:picMkLst>
            <pc:docMk/>
            <pc:sldMk cId="3870140485" sldId="265"/>
            <ac:picMk id="7" creationId="{ECAA39C2-0BEB-1809-1D54-D866FF0A02B9}"/>
          </ac:picMkLst>
        </pc:picChg>
        <pc:picChg chg="mod">
          <ac:chgData name="Georges MATHIO" userId="1057b68d-d9cf-4cd5-bc4c-3fe68ec33e97" providerId="ADAL" clId="{82B82AAD-A176-4F9A-88D1-A56861D01535}" dt="2023-11-13T15:50:27.134" v="499" actId="1076"/>
          <ac:picMkLst>
            <pc:docMk/>
            <pc:sldMk cId="3870140485" sldId="265"/>
            <ac:picMk id="8" creationId="{9C7D0E36-32F1-F957-95DA-9343A920E6F0}"/>
          </ac:picMkLst>
        </pc:picChg>
        <pc:picChg chg="mod">
          <ac:chgData name="Georges MATHIO" userId="1057b68d-d9cf-4cd5-bc4c-3fe68ec33e97" providerId="ADAL" clId="{82B82AAD-A176-4F9A-88D1-A56861D01535}" dt="2023-11-27T16:09:30.504" v="795" actId="14861"/>
          <ac:picMkLst>
            <pc:docMk/>
            <pc:sldMk cId="3870140485" sldId="265"/>
            <ac:picMk id="9" creationId="{658CB9B6-DEB4-E9E0-5341-E2CDB7731147}"/>
          </ac:picMkLst>
        </pc:picChg>
        <pc:picChg chg="mod">
          <ac:chgData name="Georges MATHIO" userId="1057b68d-d9cf-4cd5-bc4c-3fe68ec33e97" providerId="ADAL" clId="{82B82AAD-A176-4F9A-88D1-A56861D01535}" dt="2023-11-13T15:50:16.549" v="495" actId="1076"/>
          <ac:picMkLst>
            <pc:docMk/>
            <pc:sldMk cId="3870140485" sldId="265"/>
            <ac:picMk id="10" creationId="{1D0F61AE-DBDD-6F2E-B2C2-F6D92DB5AFF5}"/>
          </ac:picMkLst>
        </pc:picChg>
        <pc:picChg chg="mod">
          <ac:chgData name="Georges MATHIO" userId="1057b68d-d9cf-4cd5-bc4c-3fe68ec33e97" providerId="ADAL" clId="{82B82AAD-A176-4F9A-88D1-A56861D01535}" dt="2023-11-13T15:45:01.004" v="398" actId="1440"/>
          <ac:picMkLst>
            <pc:docMk/>
            <pc:sldMk cId="3870140485" sldId="265"/>
            <ac:picMk id="11" creationId="{3E316FDB-D3A3-36F9-21BC-7A3D45C8C097}"/>
          </ac:picMkLst>
        </pc:picChg>
        <pc:picChg chg="add del mod">
          <ac:chgData name="Georges MATHIO" userId="1057b68d-d9cf-4cd5-bc4c-3fe68ec33e97" providerId="ADAL" clId="{82B82AAD-A176-4F9A-88D1-A56861D01535}" dt="2023-11-13T15:46:27.408" v="431"/>
          <ac:picMkLst>
            <pc:docMk/>
            <pc:sldMk cId="3870140485" sldId="265"/>
            <ac:picMk id="12" creationId="{720EEAD9-416F-2F55-286F-394FA280AC9C}"/>
          </ac:picMkLst>
        </pc:picChg>
        <pc:picChg chg="add mod">
          <ac:chgData name="Georges MATHIO" userId="1057b68d-d9cf-4cd5-bc4c-3fe68ec33e97" providerId="ADAL" clId="{82B82AAD-A176-4F9A-88D1-A56861D01535}" dt="2023-11-13T15:50:05.580" v="491" actId="1076"/>
          <ac:picMkLst>
            <pc:docMk/>
            <pc:sldMk cId="3870140485" sldId="265"/>
            <ac:picMk id="14" creationId="{FB23B469-3A5C-FB39-6A03-2461C6CC9EA3}"/>
          </ac:picMkLst>
        </pc:picChg>
        <pc:picChg chg="add mod">
          <ac:chgData name="Georges MATHIO" userId="1057b68d-d9cf-4cd5-bc4c-3fe68ec33e97" providerId="ADAL" clId="{82B82AAD-A176-4F9A-88D1-A56861D01535}" dt="2023-11-13T15:50:29.818" v="500" actId="1076"/>
          <ac:picMkLst>
            <pc:docMk/>
            <pc:sldMk cId="3870140485" sldId="265"/>
            <ac:picMk id="16" creationId="{7A31B893-5213-8984-13B7-F1DA243904C8}"/>
          </ac:picMkLst>
        </pc:picChg>
        <pc:picChg chg="add del mod">
          <ac:chgData name="Georges MATHIO" userId="1057b68d-d9cf-4cd5-bc4c-3fe68ec33e97" providerId="ADAL" clId="{82B82AAD-A176-4F9A-88D1-A56861D01535}" dt="2023-11-13T15:49:51.633" v="483"/>
          <ac:picMkLst>
            <pc:docMk/>
            <pc:sldMk cId="3870140485" sldId="265"/>
            <ac:picMk id="18" creationId="{50A60511-D9C2-DAF0-E96D-6DBD6373C7B7}"/>
          </ac:picMkLst>
        </pc:picChg>
        <pc:picChg chg="add mod">
          <ac:chgData name="Georges MATHIO" userId="1057b68d-d9cf-4cd5-bc4c-3fe68ec33e97" providerId="ADAL" clId="{82B82AAD-A176-4F9A-88D1-A56861D01535}" dt="2023-11-13T15:50:37.357" v="501" actId="1076"/>
          <ac:picMkLst>
            <pc:docMk/>
            <pc:sldMk cId="3870140485" sldId="265"/>
            <ac:picMk id="20" creationId="{37E546AF-B41D-4472-1647-46B7FAC2932A}"/>
          </ac:picMkLst>
        </pc:picChg>
        <pc:picChg chg="add mod">
          <ac:chgData name="Georges MATHIO" userId="1057b68d-d9cf-4cd5-bc4c-3fe68ec33e97" providerId="ADAL" clId="{82B82AAD-A176-4F9A-88D1-A56861D01535}" dt="2023-11-20T12:27:54.868" v="567" actId="14861"/>
          <ac:picMkLst>
            <pc:docMk/>
            <pc:sldMk cId="3870140485" sldId="265"/>
            <ac:picMk id="1026" creationId="{410E1A72-1BF0-FBAC-7E2C-D3E17A67B227}"/>
          </ac:picMkLst>
        </pc:picChg>
      </pc:sldChg>
    </pc:docChg>
  </pc:docChgLst>
  <pc:docChgLst>
    <pc:chgData name="Georges MATHIO" userId="S::georges.mathio@estia.fr::1057b68d-d9cf-4cd5-bc4c-3fe68ec33e97" providerId="AD" clId="Web-{36ED8768-8026-1B55-FA1B-B63F3BAF7377}"/>
    <pc:docChg chg="modSld">
      <pc:chgData name="Georges MATHIO" userId="S::georges.mathio@estia.fr::1057b68d-d9cf-4cd5-bc4c-3fe68ec33e97" providerId="AD" clId="Web-{36ED8768-8026-1B55-FA1B-B63F3BAF7377}" dt="2023-11-27T16:15:30.705" v="2" actId="20577"/>
      <pc:docMkLst>
        <pc:docMk/>
      </pc:docMkLst>
      <pc:sldChg chg="modSp">
        <pc:chgData name="Georges MATHIO" userId="S::georges.mathio@estia.fr::1057b68d-d9cf-4cd5-bc4c-3fe68ec33e97" providerId="AD" clId="Web-{36ED8768-8026-1B55-FA1B-B63F3BAF7377}" dt="2023-11-27T16:15:30.705" v="2" actId="20577"/>
        <pc:sldMkLst>
          <pc:docMk/>
          <pc:sldMk cId="2482283123" sldId="259"/>
        </pc:sldMkLst>
        <pc:spChg chg="mod">
          <ac:chgData name="Georges MATHIO" userId="S::georges.mathio@estia.fr::1057b68d-d9cf-4cd5-bc4c-3fe68ec33e97" providerId="AD" clId="Web-{36ED8768-8026-1B55-FA1B-B63F3BAF7377}" dt="2023-11-27T16:15:30.705" v="2" actId="20577"/>
          <ac:spMkLst>
            <pc:docMk/>
            <pc:sldMk cId="2482283123" sldId="259"/>
            <ac:spMk id="3" creationId="{B5620FEA-FA3C-B3F6-C2FC-F9D51C3D46CB}"/>
          </ac:spMkLst>
        </pc:spChg>
      </pc:sldChg>
    </pc:docChg>
  </pc:docChgLst>
  <pc:docChgLst>
    <pc:chgData name="Georges MATHIO" userId="1057b68d-d9cf-4cd5-bc4c-3fe68ec33e97" providerId="ADAL" clId="{E08C91E6-26C3-43AE-9CAC-1E2C1215B805}"/>
    <pc:docChg chg="undo custSel addSld delSld modSld sldOrd">
      <pc:chgData name="Georges MATHIO" userId="1057b68d-d9cf-4cd5-bc4c-3fe68ec33e97" providerId="ADAL" clId="{E08C91E6-26C3-43AE-9CAC-1E2C1215B805}" dt="2024-11-05T14:18:15.142" v="2675" actId="20577"/>
      <pc:docMkLst>
        <pc:docMk/>
      </pc:docMkLst>
      <pc:sldChg chg="addSp modSp mod">
        <pc:chgData name="Georges MATHIO" userId="1057b68d-d9cf-4cd5-bc4c-3fe68ec33e97" providerId="ADAL" clId="{E08C91E6-26C3-43AE-9CAC-1E2C1215B805}" dt="2024-11-05T11:11:22.862" v="1301" actId="1076"/>
        <pc:sldMkLst>
          <pc:docMk/>
          <pc:sldMk cId="2526593619" sldId="256"/>
        </pc:sldMkLst>
        <pc:spChg chg="mod">
          <ac:chgData name="Georges MATHIO" userId="1057b68d-d9cf-4cd5-bc4c-3fe68ec33e97" providerId="ADAL" clId="{E08C91E6-26C3-43AE-9CAC-1E2C1215B805}" dt="2024-11-05T11:10:46.475" v="1295" actId="121"/>
          <ac:spMkLst>
            <pc:docMk/>
            <pc:sldMk cId="2526593619" sldId="256"/>
            <ac:spMk id="3" creationId="{00000000-0000-0000-0000-000000000000}"/>
          </ac:spMkLst>
        </pc:spChg>
        <pc:spChg chg="add">
          <ac:chgData name="Georges MATHIO" userId="1057b68d-d9cf-4cd5-bc4c-3fe68ec33e97" providerId="ADAL" clId="{E08C91E6-26C3-43AE-9CAC-1E2C1215B805}" dt="2024-11-05T11:09:37.509" v="1282"/>
          <ac:spMkLst>
            <pc:docMk/>
            <pc:sldMk cId="2526593619" sldId="256"/>
            <ac:spMk id="4" creationId="{5980261E-2C20-C2FB-61C3-B69034221AA1}"/>
          </ac:spMkLst>
        </pc:spChg>
        <pc:picChg chg="add mod">
          <ac:chgData name="Georges MATHIO" userId="1057b68d-d9cf-4cd5-bc4c-3fe68ec33e97" providerId="ADAL" clId="{E08C91E6-26C3-43AE-9CAC-1E2C1215B805}" dt="2024-11-05T11:11:22.862" v="1301" actId="1076"/>
          <ac:picMkLst>
            <pc:docMk/>
            <pc:sldMk cId="2526593619" sldId="256"/>
            <ac:picMk id="6" creationId="{08C3A4D1-8E2F-24DA-BD5E-B8B49073D637}"/>
          </ac:picMkLst>
        </pc:picChg>
      </pc:sldChg>
      <pc:sldChg chg="modSp mod">
        <pc:chgData name="Georges MATHIO" userId="1057b68d-d9cf-4cd5-bc4c-3fe68ec33e97" providerId="ADAL" clId="{E08C91E6-26C3-43AE-9CAC-1E2C1215B805}" dt="2024-11-05T14:08:34.739" v="2367" actId="20577"/>
        <pc:sldMkLst>
          <pc:docMk/>
          <pc:sldMk cId="1824297136" sldId="257"/>
        </pc:sldMkLst>
        <pc:spChg chg="mod">
          <ac:chgData name="Georges MATHIO" userId="1057b68d-d9cf-4cd5-bc4c-3fe68ec33e97" providerId="ADAL" clId="{E08C91E6-26C3-43AE-9CAC-1E2C1215B805}" dt="2024-11-05T14:08:34.739" v="2367" actId="20577"/>
          <ac:spMkLst>
            <pc:docMk/>
            <pc:sldMk cId="1824297136" sldId="257"/>
            <ac:spMk id="3" creationId="{F877468A-C6BD-DFB1-948A-75293497D502}"/>
          </ac:spMkLst>
        </pc:spChg>
      </pc:sldChg>
      <pc:sldChg chg="addSp delSp modSp mod">
        <pc:chgData name="Georges MATHIO" userId="1057b68d-d9cf-4cd5-bc4c-3fe68ec33e97" providerId="ADAL" clId="{E08C91E6-26C3-43AE-9CAC-1E2C1215B805}" dt="2024-11-05T13:22:47.261" v="1839" actId="20577"/>
        <pc:sldMkLst>
          <pc:docMk/>
          <pc:sldMk cId="2846849086" sldId="258"/>
        </pc:sldMkLst>
        <pc:spChg chg="mod">
          <ac:chgData name="Georges MATHIO" userId="1057b68d-d9cf-4cd5-bc4c-3fe68ec33e97" providerId="ADAL" clId="{E08C91E6-26C3-43AE-9CAC-1E2C1215B805}" dt="2024-11-05T11:22:13.425" v="1382" actId="14100"/>
          <ac:spMkLst>
            <pc:docMk/>
            <pc:sldMk cId="2846849086" sldId="258"/>
            <ac:spMk id="2" creationId="{4D6C23AE-5964-8351-9B90-B1CE847750E6}"/>
          </ac:spMkLst>
        </pc:spChg>
        <pc:spChg chg="mod">
          <ac:chgData name="Georges MATHIO" userId="1057b68d-d9cf-4cd5-bc4c-3fe68ec33e97" providerId="ADAL" clId="{E08C91E6-26C3-43AE-9CAC-1E2C1215B805}" dt="2024-11-05T13:22:47.261" v="1839" actId="20577"/>
          <ac:spMkLst>
            <pc:docMk/>
            <pc:sldMk cId="2846849086" sldId="258"/>
            <ac:spMk id="3" creationId="{589CD09B-464B-F46A-E68B-6D148F6FC0FD}"/>
          </ac:spMkLst>
        </pc:spChg>
        <pc:spChg chg="add del mod">
          <ac:chgData name="Georges MATHIO" userId="1057b68d-d9cf-4cd5-bc4c-3fe68ec33e97" providerId="ADAL" clId="{E08C91E6-26C3-43AE-9CAC-1E2C1215B805}" dt="2024-11-05T13:21:53.165" v="1818" actId="478"/>
          <ac:spMkLst>
            <pc:docMk/>
            <pc:sldMk cId="2846849086" sldId="258"/>
            <ac:spMk id="4" creationId="{17FE3FF5-4FDD-0F9E-8927-3BBA1DCEB75F}"/>
          </ac:spMkLst>
        </pc:spChg>
        <pc:spChg chg="add mod">
          <ac:chgData name="Georges MATHIO" userId="1057b68d-d9cf-4cd5-bc4c-3fe68ec33e97" providerId="ADAL" clId="{E08C91E6-26C3-43AE-9CAC-1E2C1215B805}" dt="2024-11-05T12:48:32.768" v="1811" actId="1037"/>
          <ac:spMkLst>
            <pc:docMk/>
            <pc:sldMk cId="2846849086" sldId="258"/>
            <ac:spMk id="7" creationId="{6BD58132-339E-415A-6A5B-735ECED0D440}"/>
          </ac:spMkLst>
        </pc:spChg>
        <pc:spChg chg="add mod">
          <ac:chgData name="Georges MATHIO" userId="1057b68d-d9cf-4cd5-bc4c-3fe68ec33e97" providerId="ADAL" clId="{E08C91E6-26C3-43AE-9CAC-1E2C1215B805}" dt="2024-11-05T12:34:38.705" v="1664" actId="20577"/>
          <ac:spMkLst>
            <pc:docMk/>
            <pc:sldMk cId="2846849086" sldId="258"/>
            <ac:spMk id="8" creationId="{E92508BD-99FF-B00A-98E2-369108ECD365}"/>
          </ac:spMkLst>
        </pc:spChg>
        <pc:spChg chg="add mod">
          <ac:chgData name="Georges MATHIO" userId="1057b68d-d9cf-4cd5-bc4c-3fe68ec33e97" providerId="ADAL" clId="{E08C91E6-26C3-43AE-9CAC-1E2C1215B805}" dt="2024-11-05T12:35:13.364" v="1667"/>
          <ac:spMkLst>
            <pc:docMk/>
            <pc:sldMk cId="2846849086" sldId="258"/>
            <ac:spMk id="9" creationId="{B0965E62-FB66-FB30-35EC-211123E5BCE0}"/>
          </ac:spMkLst>
        </pc:spChg>
        <pc:picChg chg="add mod">
          <ac:chgData name="Georges MATHIO" userId="1057b68d-d9cf-4cd5-bc4c-3fe68ec33e97" providerId="ADAL" clId="{E08C91E6-26C3-43AE-9CAC-1E2C1215B805}" dt="2024-11-05T12:48:32.768" v="1811" actId="1037"/>
          <ac:picMkLst>
            <pc:docMk/>
            <pc:sldMk cId="2846849086" sldId="258"/>
            <ac:picMk id="6" creationId="{C045F03C-9AC1-ACA7-4E3A-1096F20E822B}"/>
          </ac:picMkLst>
        </pc:picChg>
        <pc:picChg chg="add del mod">
          <ac:chgData name="Georges MATHIO" userId="1057b68d-d9cf-4cd5-bc4c-3fe68ec33e97" providerId="ADAL" clId="{E08C91E6-26C3-43AE-9CAC-1E2C1215B805}" dt="2024-11-05T12:28:14.678" v="1521" actId="478"/>
          <ac:picMkLst>
            <pc:docMk/>
            <pc:sldMk cId="2846849086" sldId="258"/>
            <ac:picMk id="2050" creationId="{BB06A31F-C668-89FB-2295-CA2F9BE0D852}"/>
          </ac:picMkLst>
        </pc:picChg>
      </pc:sldChg>
      <pc:sldChg chg="addSp modSp mod ord">
        <pc:chgData name="Georges MATHIO" userId="1057b68d-d9cf-4cd5-bc4c-3fe68ec33e97" providerId="ADAL" clId="{E08C91E6-26C3-43AE-9CAC-1E2C1215B805}" dt="2024-11-05T14:09:09.541" v="2372"/>
        <pc:sldMkLst>
          <pc:docMk/>
          <pc:sldMk cId="283063719" sldId="259"/>
        </pc:sldMkLst>
        <pc:spChg chg="mod">
          <ac:chgData name="Georges MATHIO" userId="1057b68d-d9cf-4cd5-bc4c-3fe68ec33e97" providerId="ADAL" clId="{E08C91E6-26C3-43AE-9CAC-1E2C1215B805}" dt="2024-11-05T13:49:38.058" v="2020" actId="20577"/>
          <ac:spMkLst>
            <pc:docMk/>
            <pc:sldMk cId="283063719" sldId="259"/>
            <ac:spMk id="3" creationId="{19A65D58-BFCF-E801-1825-C2357BBE48AE}"/>
          </ac:spMkLst>
        </pc:spChg>
        <pc:spChg chg="add mod">
          <ac:chgData name="Georges MATHIO" userId="1057b68d-d9cf-4cd5-bc4c-3fe68ec33e97" providerId="ADAL" clId="{E08C91E6-26C3-43AE-9CAC-1E2C1215B805}" dt="2024-11-05T13:58:07.201" v="2344" actId="1076"/>
          <ac:spMkLst>
            <pc:docMk/>
            <pc:sldMk cId="283063719" sldId="259"/>
            <ac:spMk id="4" creationId="{8370A006-799A-A5C8-2C56-52025357E281}"/>
          </ac:spMkLst>
        </pc:spChg>
        <pc:picChg chg="add mod">
          <ac:chgData name="Georges MATHIO" userId="1057b68d-d9cf-4cd5-bc4c-3fe68ec33e97" providerId="ADAL" clId="{E08C91E6-26C3-43AE-9CAC-1E2C1215B805}" dt="2024-11-05T13:42:48.111" v="2014" actId="1076"/>
          <ac:picMkLst>
            <pc:docMk/>
            <pc:sldMk cId="283063719" sldId="259"/>
            <ac:picMk id="4098" creationId="{50029F5D-C57E-AE54-2264-9310DC75C940}"/>
          </ac:picMkLst>
        </pc:picChg>
      </pc:sldChg>
      <pc:sldChg chg="addSp delSp modSp mod ord">
        <pc:chgData name="Georges MATHIO" userId="1057b68d-d9cf-4cd5-bc4c-3fe68ec33e97" providerId="ADAL" clId="{E08C91E6-26C3-43AE-9CAC-1E2C1215B805}" dt="2024-11-05T14:18:15.142" v="2675" actId="20577"/>
        <pc:sldMkLst>
          <pc:docMk/>
          <pc:sldMk cId="2592200161" sldId="264"/>
        </pc:sldMkLst>
        <pc:spChg chg="del">
          <ac:chgData name="Georges MATHIO" userId="1057b68d-d9cf-4cd5-bc4c-3fe68ec33e97" providerId="ADAL" clId="{E08C91E6-26C3-43AE-9CAC-1E2C1215B805}" dt="2024-11-05T14:13:05.875" v="2382" actId="478"/>
          <ac:spMkLst>
            <pc:docMk/>
            <pc:sldMk cId="2592200161" sldId="264"/>
            <ac:spMk id="2" creationId="{8AE1D70E-C040-1542-B36E-7DDF82084F61}"/>
          </ac:spMkLst>
        </pc:spChg>
        <pc:spChg chg="add mod">
          <ac:chgData name="Georges MATHIO" userId="1057b68d-d9cf-4cd5-bc4c-3fe68ec33e97" providerId="ADAL" clId="{E08C91E6-26C3-43AE-9CAC-1E2C1215B805}" dt="2024-11-05T14:18:15.142" v="2675" actId="20577"/>
          <ac:spMkLst>
            <pc:docMk/>
            <pc:sldMk cId="2592200161" sldId="264"/>
            <ac:spMk id="3" creationId="{B81DCE2C-B10D-49FE-375B-6304BED8166A}"/>
          </ac:spMkLst>
        </pc:spChg>
        <pc:spChg chg="mod">
          <ac:chgData name="Georges MATHIO" userId="1057b68d-d9cf-4cd5-bc4c-3fe68ec33e97" providerId="ADAL" clId="{E08C91E6-26C3-43AE-9CAC-1E2C1215B805}" dt="2024-11-05T14:17:28.696" v="2671" actId="20577"/>
          <ac:spMkLst>
            <pc:docMk/>
            <pc:sldMk cId="2592200161" sldId="264"/>
            <ac:spMk id="6" creationId="{37E68E50-1F8D-C6EF-3F0A-17CAC14C946D}"/>
          </ac:spMkLst>
        </pc:spChg>
        <pc:spChg chg="add mod">
          <ac:chgData name="Georges MATHIO" userId="1057b68d-d9cf-4cd5-bc4c-3fe68ec33e97" providerId="ADAL" clId="{E08C91E6-26C3-43AE-9CAC-1E2C1215B805}" dt="2024-11-05T14:13:09.543" v="2383"/>
          <ac:spMkLst>
            <pc:docMk/>
            <pc:sldMk cId="2592200161" sldId="264"/>
            <ac:spMk id="7" creationId="{7058351C-34EA-547A-41F3-99CADB534B09}"/>
          </ac:spMkLst>
        </pc:spChg>
      </pc:sldChg>
      <pc:sldChg chg="del">
        <pc:chgData name="Georges MATHIO" userId="1057b68d-d9cf-4cd5-bc4c-3fe68ec33e97" providerId="ADAL" clId="{E08C91E6-26C3-43AE-9CAC-1E2C1215B805}" dt="2024-11-05T14:09:00.765" v="2370" actId="47"/>
        <pc:sldMkLst>
          <pc:docMk/>
          <pc:sldMk cId="2843119897" sldId="265"/>
        </pc:sldMkLst>
      </pc:sldChg>
      <pc:sldChg chg="addSp modSp add mod ord">
        <pc:chgData name="Georges MATHIO" userId="1057b68d-d9cf-4cd5-bc4c-3fe68ec33e97" providerId="ADAL" clId="{E08C91E6-26C3-43AE-9CAC-1E2C1215B805}" dt="2024-11-05T14:12:35.133" v="2377" actId="14100"/>
        <pc:sldMkLst>
          <pc:docMk/>
          <pc:sldMk cId="2099521748" sldId="266"/>
        </pc:sldMkLst>
        <pc:spChg chg="mod">
          <ac:chgData name="Georges MATHIO" userId="1057b68d-d9cf-4cd5-bc4c-3fe68ec33e97" providerId="ADAL" clId="{E08C91E6-26C3-43AE-9CAC-1E2C1215B805}" dt="2024-11-04T16:34:49.938" v="37" actId="20577"/>
          <ac:spMkLst>
            <pc:docMk/>
            <pc:sldMk cId="2099521748" sldId="266"/>
            <ac:spMk id="2" creationId="{4215BCA2-A019-1E44-0ABE-6523032549C8}"/>
          </ac:spMkLst>
        </pc:spChg>
        <pc:spChg chg="mod">
          <ac:chgData name="Georges MATHIO" userId="1057b68d-d9cf-4cd5-bc4c-3fe68ec33e97" providerId="ADAL" clId="{E08C91E6-26C3-43AE-9CAC-1E2C1215B805}" dt="2024-11-05T11:05:29.320" v="1281" actId="1076"/>
          <ac:spMkLst>
            <pc:docMk/>
            <pc:sldMk cId="2099521748" sldId="266"/>
            <ac:spMk id="3" creationId="{4814F1E2-5D15-74E6-9176-CF8EB914457F}"/>
          </ac:spMkLst>
        </pc:spChg>
        <pc:spChg chg="add mod">
          <ac:chgData name="Georges MATHIO" userId="1057b68d-d9cf-4cd5-bc4c-3fe68ec33e97" providerId="ADAL" clId="{E08C91E6-26C3-43AE-9CAC-1E2C1215B805}" dt="2024-11-05T14:12:35.133" v="2377" actId="14100"/>
          <ac:spMkLst>
            <pc:docMk/>
            <pc:sldMk cId="2099521748" sldId="266"/>
            <ac:spMk id="4" creationId="{A86EEC63-00E5-9D5D-47F8-B37BC569552E}"/>
          </ac:spMkLst>
        </pc:spChg>
        <pc:spChg chg="add mod">
          <ac:chgData name="Georges MATHIO" userId="1057b68d-d9cf-4cd5-bc4c-3fe68ec33e97" providerId="ADAL" clId="{E08C91E6-26C3-43AE-9CAC-1E2C1215B805}" dt="2024-11-04T17:13:41.156" v="621" actId="20577"/>
          <ac:spMkLst>
            <pc:docMk/>
            <pc:sldMk cId="2099521748" sldId="266"/>
            <ac:spMk id="5" creationId="{8A2E7476-D4AD-B646-4708-62F37DA0DAEC}"/>
          </ac:spMkLst>
        </pc:spChg>
        <pc:picChg chg="add mod">
          <ac:chgData name="Georges MATHIO" userId="1057b68d-d9cf-4cd5-bc4c-3fe68ec33e97" providerId="ADAL" clId="{E08C91E6-26C3-43AE-9CAC-1E2C1215B805}" dt="2024-11-04T16:42:24.637" v="43" actId="1076"/>
          <ac:picMkLst>
            <pc:docMk/>
            <pc:sldMk cId="2099521748" sldId="266"/>
            <ac:picMk id="1026" creationId="{CE4F9AB0-E428-A2A4-5EA4-77F20CF273C9}"/>
          </ac:picMkLst>
        </pc:picChg>
        <pc:picChg chg="add mod">
          <ac:chgData name="Georges MATHIO" userId="1057b68d-d9cf-4cd5-bc4c-3fe68ec33e97" providerId="ADAL" clId="{E08C91E6-26C3-43AE-9CAC-1E2C1215B805}" dt="2024-11-04T16:43:27.980" v="50" actId="108"/>
          <ac:picMkLst>
            <pc:docMk/>
            <pc:sldMk cId="2099521748" sldId="266"/>
            <ac:picMk id="1028" creationId="{78D1E6A1-26A0-EB17-F2FD-CE2513F03A1E}"/>
          </ac:picMkLst>
        </pc:picChg>
      </pc:sldChg>
      <pc:sldChg chg="addSp delSp modSp add mod ord">
        <pc:chgData name="Georges MATHIO" userId="1057b68d-d9cf-4cd5-bc4c-3fe68ec33e97" providerId="ADAL" clId="{E08C91E6-26C3-43AE-9CAC-1E2C1215B805}" dt="2024-11-04T17:18:17.348" v="756"/>
        <pc:sldMkLst>
          <pc:docMk/>
          <pc:sldMk cId="1772812276" sldId="267"/>
        </pc:sldMkLst>
        <pc:spChg chg="mod">
          <ac:chgData name="Georges MATHIO" userId="1057b68d-d9cf-4cd5-bc4c-3fe68ec33e97" providerId="ADAL" clId="{E08C91E6-26C3-43AE-9CAC-1E2C1215B805}" dt="2024-11-04T17:16:06.860" v="748" actId="20577"/>
          <ac:spMkLst>
            <pc:docMk/>
            <pc:sldMk cId="1772812276" sldId="267"/>
            <ac:spMk id="2" creationId="{F0FBEF91-1438-7114-763F-203BFF18EA23}"/>
          </ac:spMkLst>
        </pc:spChg>
        <pc:spChg chg="del">
          <ac:chgData name="Georges MATHIO" userId="1057b68d-d9cf-4cd5-bc4c-3fe68ec33e97" providerId="ADAL" clId="{E08C91E6-26C3-43AE-9CAC-1E2C1215B805}" dt="2024-11-04T17:03:56.186" v="421" actId="478"/>
          <ac:spMkLst>
            <pc:docMk/>
            <pc:sldMk cId="1772812276" sldId="267"/>
            <ac:spMk id="3" creationId="{CB233CA1-A58E-CDB1-C6E3-8F0905056098}"/>
          </ac:spMkLst>
        </pc:spChg>
        <pc:spChg chg="mod">
          <ac:chgData name="Georges MATHIO" userId="1057b68d-d9cf-4cd5-bc4c-3fe68ec33e97" providerId="ADAL" clId="{E08C91E6-26C3-43AE-9CAC-1E2C1215B805}" dt="2024-11-04T17:04:38.882" v="422"/>
          <ac:spMkLst>
            <pc:docMk/>
            <pc:sldMk cId="1772812276" sldId="267"/>
            <ac:spMk id="5" creationId="{C6D32FA1-2DA2-C7AD-FE1F-AC68E23FE6C8}"/>
          </ac:spMkLst>
        </pc:spChg>
        <pc:spChg chg="mod">
          <ac:chgData name="Georges MATHIO" userId="1057b68d-d9cf-4cd5-bc4c-3fe68ec33e97" providerId="ADAL" clId="{E08C91E6-26C3-43AE-9CAC-1E2C1215B805}" dt="2024-11-04T17:09:27.746" v="457" actId="207"/>
          <ac:spMkLst>
            <pc:docMk/>
            <pc:sldMk cId="1772812276" sldId="267"/>
            <ac:spMk id="10" creationId="{FB0222F9-51AC-7FB8-6C50-B147B711C213}"/>
          </ac:spMkLst>
        </pc:spChg>
        <pc:spChg chg="mod">
          <ac:chgData name="Georges MATHIO" userId="1057b68d-d9cf-4cd5-bc4c-3fe68ec33e97" providerId="ADAL" clId="{E08C91E6-26C3-43AE-9CAC-1E2C1215B805}" dt="2024-11-04T17:04:49.567" v="432" actId="20577"/>
          <ac:spMkLst>
            <pc:docMk/>
            <pc:sldMk cId="1772812276" sldId="267"/>
            <ac:spMk id="11" creationId="{27E74144-E5A3-A749-12B2-061F4029AA7A}"/>
          </ac:spMkLst>
        </pc:spChg>
        <pc:spChg chg="mod">
          <ac:chgData name="Georges MATHIO" userId="1057b68d-d9cf-4cd5-bc4c-3fe68ec33e97" providerId="ADAL" clId="{E08C91E6-26C3-43AE-9CAC-1E2C1215B805}" dt="2024-11-04T17:09:10.673" v="456" actId="207"/>
          <ac:spMkLst>
            <pc:docMk/>
            <pc:sldMk cId="1772812276" sldId="267"/>
            <ac:spMk id="12" creationId="{85999401-7615-F0ED-E18C-387E16E5BCC1}"/>
          </ac:spMkLst>
        </pc:spChg>
        <pc:spChg chg="mod">
          <ac:chgData name="Georges MATHIO" userId="1057b68d-d9cf-4cd5-bc4c-3fe68ec33e97" providerId="ADAL" clId="{E08C91E6-26C3-43AE-9CAC-1E2C1215B805}" dt="2024-11-04T17:06:44.724" v="454" actId="20577"/>
          <ac:spMkLst>
            <pc:docMk/>
            <pc:sldMk cId="1772812276" sldId="267"/>
            <ac:spMk id="13" creationId="{95733C9C-BD74-6872-96BB-5F8F89077346}"/>
          </ac:spMkLst>
        </pc:spChg>
        <pc:spChg chg="mod">
          <ac:chgData name="Georges MATHIO" userId="1057b68d-d9cf-4cd5-bc4c-3fe68ec33e97" providerId="ADAL" clId="{E08C91E6-26C3-43AE-9CAC-1E2C1215B805}" dt="2024-11-04T17:09:03.653" v="455" actId="207"/>
          <ac:spMkLst>
            <pc:docMk/>
            <pc:sldMk cId="1772812276" sldId="267"/>
            <ac:spMk id="14" creationId="{553C3389-ED2E-083E-F2D1-F06658B7037C}"/>
          </ac:spMkLst>
        </pc:spChg>
        <pc:spChg chg="mod">
          <ac:chgData name="Georges MATHIO" userId="1057b68d-d9cf-4cd5-bc4c-3fe68ec33e97" providerId="ADAL" clId="{E08C91E6-26C3-43AE-9CAC-1E2C1215B805}" dt="2024-11-04T17:06:41.198" v="450" actId="20577"/>
          <ac:spMkLst>
            <pc:docMk/>
            <pc:sldMk cId="1772812276" sldId="267"/>
            <ac:spMk id="15" creationId="{89755EDE-C60B-3B95-5135-474B13CAAB6A}"/>
          </ac:spMkLst>
        </pc:spChg>
        <pc:spChg chg="mod">
          <ac:chgData name="Georges MATHIO" userId="1057b68d-d9cf-4cd5-bc4c-3fe68ec33e97" providerId="ADAL" clId="{E08C91E6-26C3-43AE-9CAC-1E2C1215B805}" dt="2024-11-04T17:04:38.882" v="422"/>
          <ac:spMkLst>
            <pc:docMk/>
            <pc:sldMk cId="1772812276" sldId="267"/>
            <ac:spMk id="16" creationId="{4EBE7A08-42E3-CB8A-605F-2B75B11A2708}"/>
          </ac:spMkLst>
        </pc:spChg>
        <pc:spChg chg="mod">
          <ac:chgData name="Georges MATHIO" userId="1057b68d-d9cf-4cd5-bc4c-3fe68ec33e97" providerId="ADAL" clId="{E08C91E6-26C3-43AE-9CAC-1E2C1215B805}" dt="2024-11-04T17:09:35.155" v="461" actId="313"/>
          <ac:spMkLst>
            <pc:docMk/>
            <pc:sldMk cId="1772812276" sldId="267"/>
            <ac:spMk id="17" creationId="{95FC76B1-860B-4FC1-DE2D-04661E319585}"/>
          </ac:spMkLst>
        </pc:spChg>
        <pc:spChg chg="add mod">
          <ac:chgData name="Georges MATHIO" userId="1057b68d-d9cf-4cd5-bc4c-3fe68ec33e97" providerId="ADAL" clId="{E08C91E6-26C3-43AE-9CAC-1E2C1215B805}" dt="2024-11-04T17:16:28.067" v="752" actId="1076"/>
          <ac:spMkLst>
            <pc:docMk/>
            <pc:sldMk cId="1772812276" sldId="267"/>
            <ac:spMk id="18" creationId="{200EEBE5-2420-6D73-4B86-C5BF01BC9266}"/>
          </ac:spMkLst>
        </pc:spChg>
        <pc:spChg chg="add del">
          <ac:chgData name="Georges MATHIO" userId="1057b68d-d9cf-4cd5-bc4c-3fe68ec33e97" providerId="ADAL" clId="{E08C91E6-26C3-43AE-9CAC-1E2C1215B805}" dt="2024-11-04T17:13:11.461" v="600" actId="22"/>
          <ac:spMkLst>
            <pc:docMk/>
            <pc:sldMk cId="1772812276" sldId="267"/>
            <ac:spMk id="20" creationId="{81CEF94D-8AB2-8F23-394B-6FD11EED8F74}"/>
          </ac:spMkLst>
        </pc:spChg>
        <pc:spChg chg="add mod">
          <ac:chgData name="Georges MATHIO" userId="1057b68d-d9cf-4cd5-bc4c-3fe68ec33e97" providerId="ADAL" clId="{E08C91E6-26C3-43AE-9CAC-1E2C1215B805}" dt="2024-11-04T17:13:44.351" v="622" actId="1076"/>
          <ac:spMkLst>
            <pc:docMk/>
            <pc:sldMk cId="1772812276" sldId="267"/>
            <ac:spMk id="22" creationId="{D9C67D50-AAD2-CC41-44A6-D3608DF89490}"/>
          </ac:spMkLst>
        </pc:spChg>
        <pc:spChg chg="add del mod">
          <ac:chgData name="Georges MATHIO" userId="1057b68d-d9cf-4cd5-bc4c-3fe68ec33e97" providerId="ADAL" clId="{E08C91E6-26C3-43AE-9CAC-1E2C1215B805}" dt="2024-11-04T17:16:17.055" v="749" actId="478"/>
          <ac:spMkLst>
            <pc:docMk/>
            <pc:sldMk cId="1772812276" sldId="267"/>
            <ac:spMk id="23" creationId="{7CB76D77-EE3C-4D51-DCC7-3E1620F52F19}"/>
          </ac:spMkLst>
        </pc:spChg>
        <pc:spChg chg="add mod">
          <ac:chgData name="Georges MATHIO" userId="1057b68d-d9cf-4cd5-bc4c-3fe68ec33e97" providerId="ADAL" clId="{E08C91E6-26C3-43AE-9CAC-1E2C1215B805}" dt="2024-11-04T17:16:20.690" v="750" actId="1076"/>
          <ac:spMkLst>
            <pc:docMk/>
            <pc:sldMk cId="1772812276" sldId="267"/>
            <ac:spMk id="24" creationId="{1AFC6155-F92E-F0FB-503D-7F6D063BEE9D}"/>
          </ac:spMkLst>
        </pc:spChg>
        <pc:grpChg chg="add mod">
          <ac:chgData name="Georges MATHIO" userId="1057b68d-d9cf-4cd5-bc4c-3fe68ec33e97" providerId="ADAL" clId="{E08C91E6-26C3-43AE-9CAC-1E2C1215B805}" dt="2024-11-04T17:16:24.411" v="751" actId="1076"/>
          <ac:grpSpMkLst>
            <pc:docMk/>
            <pc:sldMk cId="1772812276" sldId="267"/>
            <ac:grpSpMk id="4" creationId="{D9EF5E59-6BFA-B4E6-D49C-571CDA0BF122}"/>
          </ac:grpSpMkLst>
        </pc:grpChg>
        <pc:grpChg chg="mod">
          <ac:chgData name="Georges MATHIO" userId="1057b68d-d9cf-4cd5-bc4c-3fe68ec33e97" providerId="ADAL" clId="{E08C91E6-26C3-43AE-9CAC-1E2C1215B805}" dt="2024-11-04T17:04:38.882" v="422"/>
          <ac:grpSpMkLst>
            <pc:docMk/>
            <pc:sldMk cId="1772812276" sldId="267"/>
            <ac:grpSpMk id="6" creationId="{99D9B5B3-7826-45EA-34AF-28F93E1423A5}"/>
          </ac:grpSpMkLst>
        </pc:grpChg>
        <pc:grpChg chg="mod">
          <ac:chgData name="Georges MATHIO" userId="1057b68d-d9cf-4cd5-bc4c-3fe68ec33e97" providerId="ADAL" clId="{E08C91E6-26C3-43AE-9CAC-1E2C1215B805}" dt="2024-11-04T17:04:38.882" v="422"/>
          <ac:grpSpMkLst>
            <pc:docMk/>
            <pc:sldMk cId="1772812276" sldId="267"/>
            <ac:grpSpMk id="7" creationId="{E565C630-DBBD-94E0-FD12-94ECC90A2CA0}"/>
          </ac:grpSpMkLst>
        </pc:grpChg>
        <pc:grpChg chg="mod">
          <ac:chgData name="Georges MATHIO" userId="1057b68d-d9cf-4cd5-bc4c-3fe68ec33e97" providerId="ADAL" clId="{E08C91E6-26C3-43AE-9CAC-1E2C1215B805}" dt="2024-11-04T17:04:38.882" v="422"/>
          <ac:grpSpMkLst>
            <pc:docMk/>
            <pc:sldMk cId="1772812276" sldId="267"/>
            <ac:grpSpMk id="8" creationId="{8ED92CBE-31B6-BE2E-5786-B16CC8FE9EB9}"/>
          </ac:grpSpMkLst>
        </pc:grpChg>
        <pc:grpChg chg="mod">
          <ac:chgData name="Georges MATHIO" userId="1057b68d-d9cf-4cd5-bc4c-3fe68ec33e97" providerId="ADAL" clId="{E08C91E6-26C3-43AE-9CAC-1E2C1215B805}" dt="2024-11-04T17:04:38.882" v="422"/>
          <ac:grpSpMkLst>
            <pc:docMk/>
            <pc:sldMk cId="1772812276" sldId="267"/>
            <ac:grpSpMk id="9" creationId="{9B1044EC-7856-23AE-968F-ED3F973A4313}"/>
          </ac:grpSpMkLst>
        </pc:grpChg>
        <pc:picChg chg="add">
          <ac:chgData name="Georges MATHIO" userId="1057b68d-d9cf-4cd5-bc4c-3fe68ec33e97" providerId="ADAL" clId="{E08C91E6-26C3-43AE-9CAC-1E2C1215B805}" dt="2024-11-04T17:18:17.348" v="756"/>
          <ac:picMkLst>
            <pc:docMk/>
            <pc:sldMk cId="1772812276" sldId="267"/>
            <ac:picMk id="1026" creationId="{3AB490EE-255E-8A74-E361-648218A66400}"/>
          </ac:picMkLst>
        </pc:picChg>
      </pc:sldChg>
      <pc:sldChg chg="addSp delSp modSp add mod">
        <pc:chgData name="Georges MATHIO" userId="1057b68d-d9cf-4cd5-bc4c-3fe68ec33e97" providerId="ADAL" clId="{E08C91E6-26C3-43AE-9CAC-1E2C1215B805}" dt="2024-11-05T14:09:35.273" v="2374" actId="1076"/>
        <pc:sldMkLst>
          <pc:docMk/>
          <pc:sldMk cId="534103741" sldId="268"/>
        </pc:sldMkLst>
        <pc:spChg chg="mod">
          <ac:chgData name="Georges MATHIO" userId="1057b68d-d9cf-4cd5-bc4c-3fe68ec33e97" providerId="ADAL" clId="{E08C91E6-26C3-43AE-9CAC-1E2C1215B805}" dt="2024-11-04T17:18:36.897" v="786" actId="20577"/>
          <ac:spMkLst>
            <pc:docMk/>
            <pc:sldMk cId="534103741" sldId="268"/>
            <ac:spMk id="2" creationId="{A117D8EC-650A-2DCF-4F29-8B0FEDCC5637}"/>
          </ac:spMkLst>
        </pc:spChg>
        <pc:spChg chg="del">
          <ac:chgData name="Georges MATHIO" userId="1057b68d-d9cf-4cd5-bc4c-3fe68ec33e97" providerId="ADAL" clId="{E08C91E6-26C3-43AE-9CAC-1E2C1215B805}" dt="2024-11-04T17:18:26.798" v="760" actId="478"/>
          <ac:spMkLst>
            <pc:docMk/>
            <pc:sldMk cId="534103741" sldId="268"/>
            <ac:spMk id="18" creationId="{46C9D21B-2D5B-5106-CED5-E490E6CEB2D1}"/>
          </ac:spMkLst>
        </pc:spChg>
        <pc:spChg chg="add mod">
          <ac:chgData name="Georges MATHIO" userId="1057b68d-d9cf-4cd5-bc4c-3fe68ec33e97" providerId="ADAL" clId="{E08C91E6-26C3-43AE-9CAC-1E2C1215B805}" dt="2024-11-05T14:09:35.273" v="2374" actId="1076"/>
          <ac:spMkLst>
            <pc:docMk/>
            <pc:sldMk cId="534103741" sldId="268"/>
            <ac:spMk id="21" creationId="{EEA4E5DA-390A-125F-FC11-514FD2DDA74B}"/>
          </ac:spMkLst>
        </pc:spChg>
        <pc:spChg chg="mod">
          <ac:chgData name="Georges MATHIO" userId="1057b68d-d9cf-4cd5-bc4c-3fe68ec33e97" providerId="ADAL" clId="{E08C91E6-26C3-43AE-9CAC-1E2C1215B805}" dt="2024-11-04T17:24:32.325" v="841" actId="1076"/>
          <ac:spMkLst>
            <pc:docMk/>
            <pc:sldMk cId="534103741" sldId="268"/>
            <ac:spMk id="22" creationId="{1942D306-AB71-83EE-5E46-ED5BE8EC266E}"/>
          </ac:spMkLst>
        </pc:spChg>
        <pc:spChg chg="del">
          <ac:chgData name="Georges MATHIO" userId="1057b68d-d9cf-4cd5-bc4c-3fe68ec33e97" providerId="ADAL" clId="{E08C91E6-26C3-43AE-9CAC-1E2C1215B805}" dt="2024-11-04T17:18:25.156" v="759" actId="478"/>
          <ac:spMkLst>
            <pc:docMk/>
            <pc:sldMk cId="534103741" sldId="268"/>
            <ac:spMk id="24" creationId="{2324CD61-77BF-F786-92C5-1DEDD5B0D4EF}"/>
          </ac:spMkLst>
        </pc:spChg>
        <pc:grpChg chg="del">
          <ac:chgData name="Georges MATHIO" userId="1057b68d-d9cf-4cd5-bc4c-3fe68ec33e97" providerId="ADAL" clId="{E08C91E6-26C3-43AE-9CAC-1E2C1215B805}" dt="2024-11-04T17:18:23.530" v="758" actId="478"/>
          <ac:grpSpMkLst>
            <pc:docMk/>
            <pc:sldMk cId="534103741" sldId="268"/>
            <ac:grpSpMk id="4" creationId="{75DE96A8-0BBA-2DC1-33C0-87651C0CAE1A}"/>
          </ac:grpSpMkLst>
        </pc:grpChg>
        <pc:picChg chg="add mod">
          <ac:chgData name="Georges MATHIO" userId="1057b68d-d9cf-4cd5-bc4c-3fe68ec33e97" providerId="ADAL" clId="{E08C91E6-26C3-43AE-9CAC-1E2C1215B805}" dt="2024-11-04T17:19:11.089" v="787"/>
          <ac:picMkLst>
            <pc:docMk/>
            <pc:sldMk cId="534103741" sldId="268"/>
            <ac:picMk id="3" creationId="{E9D99913-89EE-A8AC-FF0D-E668E26583BC}"/>
          </ac:picMkLst>
        </pc:picChg>
        <pc:picChg chg="add mod">
          <ac:chgData name="Georges MATHIO" userId="1057b68d-d9cf-4cd5-bc4c-3fe68ec33e97" providerId="ADAL" clId="{E08C91E6-26C3-43AE-9CAC-1E2C1215B805}" dt="2024-11-04T17:24:27.478" v="840" actId="14100"/>
          <ac:picMkLst>
            <pc:docMk/>
            <pc:sldMk cId="534103741" sldId="268"/>
            <ac:picMk id="20" creationId="{10F6B0E7-436C-60E8-C653-E876E98C0555}"/>
          </ac:picMkLst>
        </pc:picChg>
      </pc:sldChg>
      <pc:sldChg chg="modSp add mod ord">
        <pc:chgData name="Georges MATHIO" userId="1057b68d-d9cf-4cd5-bc4c-3fe68ec33e97" providerId="ADAL" clId="{E08C91E6-26C3-43AE-9CAC-1E2C1215B805}" dt="2024-11-05T14:08:54.548" v="2369"/>
        <pc:sldMkLst>
          <pc:docMk/>
          <pc:sldMk cId="1244614476" sldId="276"/>
        </pc:sldMkLst>
        <pc:spChg chg="mod">
          <ac:chgData name="Georges MATHIO" userId="1057b68d-d9cf-4cd5-bc4c-3fe68ec33e97" providerId="ADAL" clId="{E08C91E6-26C3-43AE-9CAC-1E2C1215B805}" dt="2024-11-05T11:04:40.894" v="1254"/>
          <ac:spMkLst>
            <pc:docMk/>
            <pc:sldMk cId="1244614476" sldId="276"/>
            <ac:spMk id="2" creationId="{3A83B63E-8695-A261-2D66-4BFE1CECFE25}"/>
          </ac:spMkLst>
        </pc:spChg>
        <pc:spChg chg="mod">
          <ac:chgData name="Georges MATHIO" userId="1057b68d-d9cf-4cd5-bc4c-3fe68ec33e97" providerId="ADAL" clId="{E08C91E6-26C3-43AE-9CAC-1E2C1215B805}" dt="2024-11-05T11:05:01.839" v="1277" actId="14100"/>
          <ac:spMkLst>
            <pc:docMk/>
            <pc:sldMk cId="1244614476" sldId="276"/>
            <ac:spMk id="3" creationId="{E7B1851B-891E-7219-903C-44C4234BD6E6}"/>
          </ac:spMkLst>
        </pc:spChg>
      </pc:sldChg>
      <pc:sldChg chg="addSp delSp modSp add mod">
        <pc:chgData name="Georges MATHIO" userId="1057b68d-d9cf-4cd5-bc4c-3fe68ec33e97" providerId="ADAL" clId="{E08C91E6-26C3-43AE-9CAC-1E2C1215B805}" dt="2024-11-05T13:30:41.044" v="1963" actId="20577"/>
        <pc:sldMkLst>
          <pc:docMk/>
          <pc:sldMk cId="2988544802" sldId="277"/>
        </pc:sldMkLst>
        <pc:spChg chg="mod">
          <ac:chgData name="Georges MATHIO" userId="1057b68d-d9cf-4cd5-bc4c-3fe68ec33e97" providerId="ADAL" clId="{E08C91E6-26C3-43AE-9CAC-1E2C1215B805}" dt="2024-11-05T11:18:30.361" v="1349" actId="20577"/>
          <ac:spMkLst>
            <pc:docMk/>
            <pc:sldMk cId="2988544802" sldId="277"/>
            <ac:spMk id="2" creationId="{742A9B05-3C60-ABB6-6A72-05C5A9E81094}"/>
          </ac:spMkLst>
        </pc:spChg>
        <pc:spChg chg="del mod">
          <ac:chgData name="Georges MATHIO" userId="1057b68d-d9cf-4cd5-bc4c-3fe68ec33e97" providerId="ADAL" clId="{E08C91E6-26C3-43AE-9CAC-1E2C1215B805}" dt="2024-11-05T13:25:12.412" v="1848" actId="478"/>
          <ac:spMkLst>
            <pc:docMk/>
            <pc:sldMk cId="2988544802" sldId="277"/>
            <ac:spMk id="3" creationId="{EBB25FCD-D28F-8A69-BF1C-816A733F6A72}"/>
          </ac:spMkLst>
        </pc:spChg>
        <pc:spChg chg="add mod">
          <ac:chgData name="Georges MATHIO" userId="1057b68d-d9cf-4cd5-bc4c-3fe68ec33e97" providerId="ADAL" clId="{E08C91E6-26C3-43AE-9CAC-1E2C1215B805}" dt="2024-11-05T13:22:16.277" v="1834" actId="20577"/>
          <ac:spMkLst>
            <pc:docMk/>
            <pc:sldMk cId="2988544802" sldId="277"/>
            <ac:spMk id="4" creationId="{A85B1F65-3D47-14F3-4B82-CC9371DE2138}"/>
          </ac:spMkLst>
        </pc:spChg>
        <pc:spChg chg="add mod">
          <ac:chgData name="Georges MATHIO" userId="1057b68d-d9cf-4cd5-bc4c-3fe68ec33e97" providerId="ADAL" clId="{E08C91E6-26C3-43AE-9CAC-1E2C1215B805}" dt="2024-11-05T13:30:41.044" v="1963" actId="20577"/>
          <ac:spMkLst>
            <pc:docMk/>
            <pc:sldMk cId="2988544802" sldId="277"/>
            <ac:spMk id="5" creationId="{8AC8BF86-FD1A-3066-C385-523639C8BBAB}"/>
          </ac:spMkLst>
        </pc:spChg>
        <pc:spChg chg="add mod">
          <ac:chgData name="Georges MATHIO" userId="1057b68d-d9cf-4cd5-bc4c-3fe68ec33e97" providerId="ADAL" clId="{E08C91E6-26C3-43AE-9CAC-1E2C1215B805}" dt="2024-11-05T13:26:38.173" v="1872" actId="20577"/>
          <ac:spMkLst>
            <pc:docMk/>
            <pc:sldMk cId="2988544802" sldId="277"/>
            <ac:spMk id="6" creationId="{A0D1356D-8261-D592-6D22-B7D67DA8A1C8}"/>
          </ac:spMkLst>
        </pc:spChg>
        <pc:picChg chg="add mod">
          <ac:chgData name="Georges MATHIO" userId="1057b68d-d9cf-4cd5-bc4c-3fe68ec33e97" providerId="ADAL" clId="{E08C91E6-26C3-43AE-9CAC-1E2C1215B805}" dt="2024-11-05T13:25:37.332" v="1857" actId="1076"/>
          <ac:picMkLst>
            <pc:docMk/>
            <pc:sldMk cId="2988544802" sldId="277"/>
            <ac:picMk id="3074" creationId="{8B1F2424-CA04-E136-BF5D-144F013B656B}"/>
          </ac:picMkLst>
        </pc:picChg>
      </pc:sldChg>
    </pc:docChg>
  </pc:docChgLst>
  <pc:docChgLst>
    <pc:chgData name="Georges MATHIO" userId="S::georges.mathio@estia.fr::1057b68d-d9cf-4cd5-bc4c-3fe68ec33e97" providerId="AD" clId="Web-{E36303E1-9F5E-44C2-88B8-1C45D9147857}"/>
    <pc:docChg chg="addSld delSld modSld">
      <pc:chgData name="Georges MATHIO" userId="S::georges.mathio@estia.fr::1057b68d-d9cf-4cd5-bc4c-3fe68ec33e97" providerId="AD" clId="Web-{E36303E1-9F5E-44C2-88B8-1C45D9147857}" dt="2023-11-05T19:54:25.905" v="120" actId="20577"/>
      <pc:docMkLst>
        <pc:docMk/>
      </pc:docMkLst>
      <pc:sldChg chg="modSp">
        <pc:chgData name="Georges MATHIO" userId="S::georges.mathio@estia.fr::1057b68d-d9cf-4cd5-bc4c-3fe68ec33e97" providerId="AD" clId="Web-{E36303E1-9F5E-44C2-88B8-1C45D9147857}" dt="2023-11-05T19:48:11.848" v="11" actId="20577"/>
        <pc:sldMkLst>
          <pc:docMk/>
          <pc:sldMk cId="1018468898" sldId="261"/>
        </pc:sldMkLst>
        <pc:spChg chg="mod">
          <ac:chgData name="Georges MATHIO" userId="S::georges.mathio@estia.fr::1057b68d-d9cf-4cd5-bc4c-3fe68ec33e97" providerId="AD" clId="Web-{E36303E1-9F5E-44C2-88B8-1C45D9147857}" dt="2023-11-05T19:48:11.848" v="11" actId="20577"/>
          <ac:spMkLst>
            <pc:docMk/>
            <pc:sldMk cId="1018468898" sldId="261"/>
            <ac:spMk id="3" creationId="{B5620FEA-FA3C-B3F6-C2FC-F9D51C3D46CB}"/>
          </ac:spMkLst>
        </pc:spChg>
      </pc:sldChg>
      <pc:sldChg chg="modSp">
        <pc:chgData name="Georges MATHIO" userId="S::georges.mathio@estia.fr::1057b68d-d9cf-4cd5-bc4c-3fe68ec33e97" providerId="AD" clId="Web-{E36303E1-9F5E-44C2-88B8-1C45D9147857}" dt="2023-11-05T19:46:23.220" v="5" actId="1076"/>
        <pc:sldMkLst>
          <pc:docMk/>
          <pc:sldMk cId="1455700223" sldId="263"/>
        </pc:sldMkLst>
        <pc:spChg chg="mod">
          <ac:chgData name="Georges MATHIO" userId="S::georges.mathio@estia.fr::1057b68d-d9cf-4cd5-bc4c-3fe68ec33e97" providerId="AD" clId="Web-{E36303E1-9F5E-44C2-88B8-1C45D9147857}" dt="2023-11-05T19:46:23.220" v="5" actId="1076"/>
          <ac:spMkLst>
            <pc:docMk/>
            <pc:sldMk cId="1455700223" sldId="263"/>
            <ac:spMk id="14" creationId="{7E30C4D4-D051-74FE-764D-C642BFBB0D1E}"/>
          </ac:spMkLst>
        </pc:spChg>
      </pc:sldChg>
      <pc:sldChg chg="add del replId">
        <pc:chgData name="Georges MATHIO" userId="S::georges.mathio@estia.fr::1057b68d-d9cf-4cd5-bc4c-3fe68ec33e97" providerId="AD" clId="Web-{E36303E1-9F5E-44C2-88B8-1C45D9147857}" dt="2023-11-05T19:47:57.910" v="7"/>
        <pc:sldMkLst>
          <pc:docMk/>
          <pc:sldMk cId="3833791650" sldId="264"/>
        </pc:sldMkLst>
      </pc:sldChg>
      <pc:sldChg chg="modSp add replId">
        <pc:chgData name="Georges MATHIO" userId="S::georges.mathio@estia.fr::1057b68d-d9cf-4cd5-bc4c-3fe68ec33e97" providerId="AD" clId="Web-{E36303E1-9F5E-44C2-88B8-1C45D9147857}" dt="2023-11-05T19:54:25.905" v="120" actId="20577"/>
        <pc:sldMkLst>
          <pc:docMk/>
          <pc:sldMk cId="4167943880" sldId="264"/>
        </pc:sldMkLst>
        <pc:spChg chg="mod">
          <ac:chgData name="Georges MATHIO" userId="S::georges.mathio@estia.fr::1057b68d-d9cf-4cd5-bc4c-3fe68ec33e97" providerId="AD" clId="Web-{E36303E1-9F5E-44C2-88B8-1C45D9147857}" dt="2023-11-05T19:49:03.005" v="17" actId="20577"/>
          <ac:spMkLst>
            <pc:docMk/>
            <pc:sldMk cId="4167943880" sldId="264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E36303E1-9F5E-44C2-88B8-1C45D9147857}" dt="2023-11-05T19:54:25.905" v="120" actId="20577"/>
          <ac:spMkLst>
            <pc:docMk/>
            <pc:sldMk cId="4167943880" sldId="264"/>
            <ac:spMk id="14" creationId="{7E30C4D4-D051-74FE-764D-C642BFBB0D1E}"/>
          </ac:spMkLst>
        </pc:spChg>
      </pc:sldChg>
    </pc:docChg>
  </pc:docChgLst>
  <pc:docChgLst>
    <pc:chgData name="Georges MATHIO" userId="S::georges.mathio@estia.fr::1057b68d-d9cf-4cd5-bc4c-3fe68ec33e97" providerId="AD" clId="Web-{7FB7BF05-9048-28FC-5EB7-CE05B75ADC04}"/>
    <pc:docChg chg="addSld delSld modSld">
      <pc:chgData name="Georges MATHIO" userId="S::georges.mathio@estia.fr::1057b68d-d9cf-4cd5-bc4c-3fe68ec33e97" providerId="AD" clId="Web-{7FB7BF05-9048-28FC-5EB7-CE05B75ADC04}" dt="2023-10-26T13:13:17.279" v="42" actId="20577"/>
      <pc:docMkLst>
        <pc:docMk/>
      </pc:docMkLst>
      <pc:sldChg chg="modSp">
        <pc:chgData name="Georges MATHIO" userId="S::georges.mathio@estia.fr::1057b68d-d9cf-4cd5-bc4c-3fe68ec33e97" providerId="AD" clId="Web-{7FB7BF05-9048-28FC-5EB7-CE05B75ADC04}" dt="2023-10-26T13:10:36.055" v="30" actId="1076"/>
        <pc:sldMkLst>
          <pc:docMk/>
          <pc:sldMk cId="2526593619" sldId="256"/>
        </pc:sldMkLst>
        <pc:spChg chg="mod">
          <ac:chgData name="Georges MATHIO" userId="S::georges.mathio@estia.fr::1057b68d-d9cf-4cd5-bc4c-3fe68ec33e97" providerId="AD" clId="Web-{7FB7BF05-9048-28FC-5EB7-CE05B75ADC04}" dt="2023-10-26T13:10:31.790" v="29" actId="1076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0:36.055" v="30" actId="1076"/>
          <ac:spMkLst>
            <pc:docMk/>
            <pc:sldMk cId="2526593619" sldId="256"/>
            <ac:spMk id="3" creationId="{00000000-0000-0000-0000-000000000000}"/>
          </ac:spMkLst>
        </pc:spChg>
      </pc:sldChg>
      <pc:sldChg chg="modSp new">
        <pc:chgData name="Georges MATHIO" userId="S::georges.mathio@estia.fr::1057b68d-d9cf-4cd5-bc4c-3fe68ec33e97" providerId="AD" clId="Web-{7FB7BF05-9048-28FC-5EB7-CE05B75ADC04}" dt="2023-10-26T13:13:17.279" v="42" actId="20577"/>
        <pc:sldMkLst>
          <pc:docMk/>
          <pc:sldMk cId="1029684144" sldId="257"/>
        </pc:sldMkLst>
        <pc:spChg chg="mod">
          <ac:chgData name="Georges MATHIO" userId="S::georges.mathio@estia.fr::1057b68d-d9cf-4cd5-bc4c-3fe68ec33e97" providerId="AD" clId="Web-{7FB7BF05-9048-28FC-5EB7-CE05B75ADC04}" dt="2023-10-26T13:13:09.950" v="34" actId="20577"/>
          <ac:spMkLst>
            <pc:docMk/>
            <pc:sldMk cId="1029684144" sldId="257"/>
            <ac:spMk id="2" creationId="{B5D39F23-9E5E-3FC9-8F53-3F96A255A95E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3:17.279" v="42" actId="20577"/>
          <ac:spMkLst>
            <pc:docMk/>
            <pc:sldMk cId="1029684144" sldId="257"/>
            <ac:spMk id="3" creationId="{84CB716B-E483-042C-35D2-F2CBBF99143C}"/>
          </ac:spMkLst>
        </pc:spChg>
      </pc:sldChg>
      <pc:sldChg chg="new del">
        <pc:chgData name="Georges MATHIO" userId="S::georges.mathio@estia.fr::1057b68d-d9cf-4cd5-bc4c-3fe68ec33e97" providerId="AD" clId="Web-{7FB7BF05-9048-28FC-5EB7-CE05B75ADC04}" dt="2023-10-26T13:09:48.992" v="6"/>
        <pc:sldMkLst>
          <pc:docMk/>
          <pc:sldMk cId="3970989700" sldId="257"/>
        </pc:sldMkLst>
      </pc:sldChg>
    </pc:docChg>
  </pc:docChgLst>
  <pc:docChgLst>
    <pc:chgData name="Georges MATHIO" userId="1057b68d-d9cf-4cd5-bc4c-3fe68ec33e97" providerId="ADAL" clId="{7AAA15A0-340B-49C7-AFBC-B0ACA4018A2F}"/>
    <pc:docChg chg="undo redo custSel addSld delSld modSld">
      <pc:chgData name="Georges MATHIO" userId="1057b68d-d9cf-4cd5-bc4c-3fe68ec33e97" providerId="ADAL" clId="{7AAA15A0-340B-49C7-AFBC-B0ACA4018A2F}" dt="2024-09-26T09:55:16.647" v="312" actId="6549"/>
      <pc:docMkLst>
        <pc:docMk/>
      </pc:docMkLst>
      <pc:sldChg chg="delSp modSp mod">
        <pc:chgData name="Georges MATHIO" userId="1057b68d-d9cf-4cd5-bc4c-3fe68ec33e97" providerId="ADAL" clId="{7AAA15A0-340B-49C7-AFBC-B0ACA4018A2F}" dt="2024-09-26T08:46:12.897" v="8" actId="20577"/>
        <pc:sldMkLst>
          <pc:docMk/>
          <pc:sldMk cId="2526593619" sldId="256"/>
        </pc:sldMkLst>
        <pc:spChg chg="mod">
          <ac:chgData name="Georges MATHIO" userId="1057b68d-d9cf-4cd5-bc4c-3fe68ec33e97" providerId="ADAL" clId="{7AAA15A0-340B-49C7-AFBC-B0ACA4018A2F}" dt="2024-09-26T08:46:12.897" v="8" actId="20577"/>
          <ac:spMkLst>
            <pc:docMk/>
            <pc:sldMk cId="2526593619" sldId="256"/>
            <ac:spMk id="3" creationId="{00000000-0000-0000-0000-000000000000}"/>
          </ac:spMkLst>
        </pc:spChg>
        <pc:picChg chg="del">
          <ac:chgData name="Georges MATHIO" userId="1057b68d-d9cf-4cd5-bc4c-3fe68ec33e97" providerId="ADAL" clId="{7AAA15A0-340B-49C7-AFBC-B0ACA4018A2F}" dt="2024-09-26T08:46:09.138" v="1" actId="478"/>
          <ac:picMkLst>
            <pc:docMk/>
            <pc:sldMk cId="2526593619" sldId="256"/>
            <ac:picMk id="1026" creationId="{0894DCDB-9EDC-5DED-31AC-01B7CFC04937}"/>
          </ac:picMkLst>
        </pc:picChg>
      </pc:sldChg>
      <pc:sldChg chg="addSp delSp modSp new mod">
        <pc:chgData name="Georges MATHIO" userId="1057b68d-d9cf-4cd5-bc4c-3fe68ec33e97" providerId="ADAL" clId="{7AAA15A0-340B-49C7-AFBC-B0ACA4018A2F}" dt="2024-09-26T09:55:16.647" v="312" actId="6549"/>
        <pc:sldMkLst>
          <pc:docMk/>
          <pc:sldMk cId="1824297136" sldId="257"/>
        </pc:sldMkLst>
        <pc:spChg chg="mod">
          <ac:chgData name="Georges MATHIO" userId="1057b68d-d9cf-4cd5-bc4c-3fe68ec33e97" providerId="ADAL" clId="{7AAA15A0-340B-49C7-AFBC-B0ACA4018A2F}" dt="2024-09-26T09:55:09.401" v="308" actId="20577"/>
          <ac:spMkLst>
            <pc:docMk/>
            <pc:sldMk cId="1824297136" sldId="257"/>
            <ac:spMk id="2" creationId="{33E5B4A0-32B4-A6AE-6210-CF9464C80564}"/>
          </ac:spMkLst>
        </pc:spChg>
        <pc:spChg chg="add mod">
          <ac:chgData name="Georges MATHIO" userId="1057b68d-d9cf-4cd5-bc4c-3fe68ec33e97" providerId="ADAL" clId="{7AAA15A0-340B-49C7-AFBC-B0ACA4018A2F}" dt="2024-09-26T09:55:16.647" v="312" actId="6549"/>
          <ac:spMkLst>
            <pc:docMk/>
            <pc:sldMk cId="1824297136" sldId="257"/>
            <ac:spMk id="3" creationId="{F877468A-C6BD-DFB1-948A-75293497D502}"/>
          </ac:spMkLst>
        </pc:spChg>
        <pc:spChg chg="add mod">
          <ac:chgData name="Georges MATHIO" userId="1057b68d-d9cf-4cd5-bc4c-3fe68ec33e97" providerId="ADAL" clId="{7AAA15A0-340B-49C7-AFBC-B0ACA4018A2F}" dt="2024-09-26T09:06:28.512" v="65" actId="14100"/>
          <ac:spMkLst>
            <pc:docMk/>
            <pc:sldMk cId="1824297136" sldId="257"/>
            <ac:spMk id="10" creationId="{9743D097-CC0D-F6F7-BA08-3BDBD61FA7C8}"/>
          </ac:spMkLst>
        </pc:spChg>
        <pc:picChg chg="add del mod">
          <ac:chgData name="Georges MATHIO" userId="1057b68d-d9cf-4cd5-bc4c-3fe68ec33e97" providerId="ADAL" clId="{7AAA15A0-340B-49C7-AFBC-B0ACA4018A2F}" dt="2024-09-26T08:55:23.641" v="55" actId="478"/>
          <ac:picMkLst>
            <pc:docMk/>
            <pc:sldMk cId="1824297136" sldId="257"/>
            <ac:picMk id="5" creationId="{FE735D51-E85C-E8FD-9627-31C6C8AA9A28}"/>
          </ac:picMkLst>
        </pc:picChg>
        <pc:picChg chg="add mod">
          <ac:chgData name="Georges MATHIO" userId="1057b68d-d9cf-4cd5-bc4c-3fe68ec33e97" providerId="ADAL" clId="{7AAA15A0-340B-49C7-AFBC-B0ACA4018A2F}" dt="2024-09-26T08:55:47.487" v="58" actId="1076"/>
          <ac:picMkLst>
            <pc:docMk/>
            <pc:sldMk cId="1824297136" sldId="257"/>
            <ac:picMk id="7" creationId="{C7D81A7E-7B33-5937-6838-D7CC8AD6CA2B}"/>
          </ac:picMkLst>
        </pc:picChg>
        <pc:picChg chg="add mod">
          <ac:chgData name="Georges MATHIO" userId="1057b68d-d9cf-4cd5-bc4c-3fe68ec33e97" providerId="ADAL" clId="{7AAA15A0-340B-49C7-AFBC-B0ACA4018A2F}" dt="2024-09-26T09:04:00.448" v="62" actId="1076"/>
          <ac:picMkLst>
            <pc:docMk/>
            <pc:sldMk cId="1824297136" sldId="257"/>
            <ac:picMk id="9" creationId="{59CADDEB-7579-FE28-281D-0238BE80DCD4}"/>
          </ac:picMkLst>
        </pc:picChg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1554076419" sldId="258"/>
        </pc:sldMkLst>
      </pc:sldChg>
      <pc:sldChg chg="addSp modSp new mod">
        <pc:chgData name="Georges MATHIO" userId="1057b68d-d9cf-4cd5-bc4c-3fe68ec33e97" providerId="ADAL" clId="{7AAA15A0-340B-49C7-AFBC-B0ACA4018A2F}" dt="2024-09-26T09:19:47.289" v="128"/>
        <pc:sldMkLst>
          <pc:docMk/>
          <pc:sldMk cId="2846849086" sldId="258"/>
        </pc:sldMkLst>
        <pc:spChg chg="add mod">
          <ac:chgData name="Georges MATHIO" userId="1057b68d-d9cf-4cd5-bc4c-3fe68ec33e97" providerId="ADAL" clId="{7AAA15A0-340B-49C7-AFBC-B0ACA4018A2F}" dt="2024-09-26T09:19:47.289" v="128"/>
          <ac:spMkLst>
            <pc:docMk/>
            <pc:sldMk cId="2846849086" sldId="258"/>
            <ac:spMk id="3" creationId="{589CD09B-464B-F46A-E68B-6D148F6FC0FD}"/>
          </ac:spMkLst>
        </pc:spChg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26811849" sldId="259"/>
        </pc:sldMkLst>
      </pc:sldChg>
      <pc:sldChg chg="addSp modSp new mod">
        <pc:chgData name="Georges MATHIO" userId="1057b68d-d9cf-4cd5-bc4c-3fe68ec33e97" providerId="ADAL" clId="{7AAA15A0-340B-49C7-AFBC-B0ACA4018A2F}" dt="2024-09-26T09:24:06.340" v="158"/>
        <pc:sldMkLst>
          <pc:docMk/>
          <pc:sldMk cId="283063719" sldId="259"/>
        </pc:sldMkLst>
        <pc:spChg chg="mod">
          <ac:chgData name="Georges MATHIO" userId="1057b68d-d9cf-4cd5-bc4c-3fe68ec33e97" providerId="ADAL" clId="{7AAA15A0-340B-49C7-AFBC-B0ACA4018A2F}" dt="2024-09-26T09:23:56.549" v="156" actId="20577"/>
          <ac:spMkLst>
            <pc:docMk/>
            <pc:sldMk cId="283063719" sldId="259"/>
            <ac:spMk id="2" creationId="{152FE92A-A634-DACF-7636-D1B81B10EC73}"/>
          </ac:spMkLst>
        </pc:spChg>
        <pc:spChg chg="add mod">
          <ac:chgData name="Georges MATHIO" userId="1057b68d-d9cf-4cd5-bc4c-3fe68ec33e97" providerId="ADAL" clId="{7AAA15A0-340B-49C7-AFBC-B0ACA4018A2F}" dt="2024-09-26T09:24:06.340" v="158"/>
          <ac:spMkLst>
            <pc:docMk/>
            <pc:sldMk cId="283063719" sldId="259"/>
            <ac:spMk id="3" creationId="{19A65D58-BFCF-E801-1825-C2357BBE48AE}"/>
          </ac:spMkLst>
        </pc:spChg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559389067" sldId="260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390649631" sldId="262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462972198" sldId="263"/>
        </pc:sldMkLst>
      </pc:sldChg>
      <pc:sldChg chg="modSp add mod">
        <pc:chgData name="Georges MATHIO" userId="1057b68d-d9cf-4cd5-bc4c-3fe68ec33e97" providerId="ADAL" clId="{7AAA15A0-340B-49C7-AFBC-B0ACA4018A2F}" dt="2024-09-26T09:27:15.774" v="271" actId="20577"/>
        <pc:sldMkLst>
          <pc:docMk/>
          <pc:sldMk cId="2592200161" sldId="264"/>
        </pc:sldMkLst>
        <pc:spChg chg="mod">
          <ac:chgData name="Georges MATHIO" userId="1057b68d-d9cf-4cd5-bc4c-3fe68ec33e97" providerId="ADAL" clId="{7AAA15A0-340B-49C7-AFBC-B0ACA4018A2F}" dt="2024-09-26T09:26:36.686" v="181" actId="20577"/>
          <ac:spMkLst>
            <pc:docMk/>
            <pc:sldMk cId="2592200161" sldId="264"/>
            <ac:spMk id="2" creationId="{8AE1D70E-C040-1542-B36E-7DDF82084F61}"/>
          </ac:spMkLst>
        </pc:spChg>
        <pc:spChg chg="mod">
          <ac:chgData name="Georges MATHIO" userId="1057b68d-d9cf-4cd5-bc4c-3fe68ec33e97" providerId="ADAL" clId="{7AAA15A0-340B-49C7-AFBC-B0ACA4018A2F}" dt="2024-09-26T09:27:15.774" v="271" actId="20577"/>
          <ac:spMkLst>
            <pc:docMk/>
            <pc:sldMk cId="2592200161" sldId="264"/>
            <ac:spMk id="6" creationId="{37E68E50-1F8D-C6EF-3F0A-17CAC14C946D}"/>
          </ac:spMkLst>
        </pc:spChg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3235624482" sldId="264"/>
        </pc:sldMkLst>
      </pc:sldChg>
      <pc:sldChg chg="modSp add del mod">
        <pc:chgData name="Georges MATHIO" userId="1057b68d-d9cf-4cd5-bc4c-3fe68ec33e97" providerId="ADAL" clId="{7AAA15A0-340B-49C7-AFBC-B0ACA4018A2F}" dt="2024-09-26T09:20:40.644" v="134" actId="20577"/>
        <pc:sldMkLst>
          <pc:docMk/>
          <pc:sldMk cId="2843119897" sldId="265"/>
        </pc:sldMkLst>
        <pc:spChg chg="mod">
          <ac:chgData name="Georges MATHIO" userId="1057b68d-d9cf-4cd5-bc4c-3fe68ec33e97" providerId="ADAL" clId="{7AAA15A0-340B-49C7-AFBC-B0ACA4018A2F}" dt="2024-09-26T09:20:27.625" v="132"/>
          <ac:spMkLst>
            <pc:docMk/>
            <pc:sldMk cId="2843119897" sldId="265"/>
            <ac:spMk id="19" creationId="{FC05DE6C-0B46-E626-BF36-F3DE11496887}"/>
          </ac:spMkLst>
        </pc:spChg>
        <pc:spChg chg="mod">
          <ac:chgData name="Georges MATHIO" userId="1057b68d-d9cf-4cd5-bc4c-3fe68ec33e97" providerId="ADAL" clId="{7AAA15A0-340B-49C7-AFBC-B0ACA4018A2F}" dt="2024-09-26T09:20:40.644" v="134" actId="20577"/>
          <ac:spMkLst>
            <pc:docMk/>
            <pc:sldMk cId="2843119897" sldId="265"/>
            <ac:spMk id="20" creationId="{364FFAB6-3B2B-94EE-7B53-08EA73C3479C}"/>
          </ac:spMkLst>
        </pc:spChg>
        <pc:spChg chg="mod">
          <ac:chgData name="Georges MATHIO" userId="1057b68d-d9cf-4cd5-bc4c-3fe68ec33e97" providerId="ADAL" clId="{7AAA15A0-340B-49C7-AFBC-B0ACA4018A2F}" dt="2024-09-26T09:20:38.286" v="133" actId="20577"/>
          <ac:spMkLst>
            <pc:docMk/>
            <pc:sldMk cId="2843119897" sldId="265"/>
            <ac:spMk id="21" creationId="{0B1D064C-D614-8D39-D338-FF3DA04CEC49}"/>
          </ac:spMkLst>
        </pc:spChg>
      </pc:sldChg>
      <pc:sldChg chg="add del">
        <pc:chgData name="Georges MATHIO" userId="1057b68d-d9cf-4cd5-bc4c-3fe68ec33e97" providerId="ADAL" clId="{7AAA15A0-340B-49C7-AFBC-B0ACA4018A2F}" dt="2024-09-26T09:20:21.491" v="131"/>
        <pc:sldMkLst>
          <pc:docMk/>
          <pc:sldMk cId="1583129312" sldId="266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284228860" sldId="266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1104381753" sldId="267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313480732" sldId="271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3284553537" sldId="272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3300471138" sldId="273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4205069961" sldId="274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1236964428" sldId="275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1244614476" sldId="276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793604676" sldId="277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511482636" sldId="278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1744596131" sldId="280"/>
        </pc:sldMkLst>
      </pc:sldChg>
    </pc:docChg>
  </pc:docChgLst>
  <pc:docChgLst>
    <pc:chgData name="Georges MATHIO" userId="1057b68d-d9cf-4cd5-bc4c-3fe68ec33e97" providerId="ADAL" clId="{424CC4A3-94C0-43E4-A801-8F92997663E9}"/>
    <pc:docChg chg="undo redo custSel addSld delSld modSld modMainMaster">
      <pc:chgData name="Georges MATHIO" userId="1057b68d-d9cf-4cd5-bc4c-3fe68ec33e97" providerId="ADAL" clId="{424CC4A3-94C0-43E4-A801-8F92997663E9}" dt="2024-08-27T07:03:38.654" v="2504" actId="20577"/>
      <pc:docMkLst>
        <pc:docMk/>
      </pc:docMkLst>
      <pc:sldChg chg="modSp mod">
        <pc:chgData name="Georges MATHIO" userId="1057b68d-d9cf-4cd5-bc4c-3fe68ec33e97" providerId="ADAL" clId="{424CC4A3-94C0-43E4-A801-8F92997663E9}" dt="2024-08-23T08:57:08.107" v="241" actId="14100"/>
        <pc:sldMkLst>
          <pc:docMk/>
          <pc:sldMk cId="2526593619" sldId="256"/>
        </pc:sldMkLst>
        <pc:spChg chg="mod">
          <ac:chgData name="Georges MATHIO" userId="1057b68d-d9cf-4cd5-bc4c-3fe68ec33e97" providerId="ADAL" clId="{424CC4A3-94C0-43E4-A801-8F92997663E9}" dt="2024-08-23T08:46:41.980" v="40" actId="20577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1057b68d-d9cf-4cd5-bc4c-3fe68ec33e97" providerId="ADAL" clId="{424CC4A3-94C0-43E4-A801-8F92997663E9}" dt="2024-08-23T08:57:08.107" v="241" actId="14100"/>
          <ac:spMkLst>
            <pc:docMk/>
            <pc:sldMk cId="2526593619" sldId="256"/>
            <ac:spMk id="3" creationId="{00000000-0000-0000-0000-000000000000}"/>
          </ac:spMkLst>
        </pc:spChg>
      </pc:sldChg>
      <pc:sldChg chg="addSp delSp modSp mod">
        <pc:chgData name="Georges MATHIO" userId="1057b68d-d9cf-4cd5-bc4c-3fe68ec33e97" providerId="ADAL" clId="{424CC4A3-94C0-43E4-A801-8F92997663E9}" dt="2024-08-26T14:55:14.249" v="1701" actId="20577"/>
        <pc:sldMkLst>
          <pc:docMk/>
          <pc:sldMk cId="1554076419" sldId="258"/>
        </pc:sldMkLst>
        <pc:spChg chg="mod">
          <ac:chgData name="Georges MATHIO" userId="1057b68d-d9cf-4cd5-bc4c-3fe68ec33e97" providerId="ADAL" clId="{424CC4A3-94C0-43E4-A801-8F92997663E9}" dt="2024-08-26T13:27:37.973" v="256" actId="20577"/>
          <ac:spMkLst>
            <pc:docMk/>
            <pc:sldMk cId="1554076419" sldId="258"/>
            <ac:spMk id="2" creationId="{8AE1D70E-C040-1542-B36E-7DDF82084F61}"/>
          </ac:spMkLst>
        </pc:spChg>
        <pc:spChg chg="add mod">
          <ac:chgData name="Georges MATHIO" userId="1057b68d-d9cf-4cd5-bc4c-3fe68ec33e97" providerId="ADAL" clId="{424CC4A3-94C0-43E4-A801-8F92997663E9}" dt="2024-08-26T14:54:46.291" v="1629"/>
          <ac:spMkLst>
            <pc:docMk/>
            <pc:sldMk cId="1554076419" sldId="258"/>
            <ac:spMk id="3" creationId="{28C0A9F3-C74E-8D4C-12C9-FC5B0E07D0F8}"/>
          </ac:spMkLst>
        </pc:spChg>
        <pc:spChg chg="del">
          <ac:chgData name="Georges MATHIO" userId="1057b68d-d9cf-4cd5-bc4c-3fe68ec33e97" providerId="ADAL" clId="{424CC4A3-94C0-43E4-A801-8F92997663E9}" dt="2024-08-23T08:45:57.784" v="1" actId="478"/>
          <ac:spMkLst>
            <pc:docMk/>
            <pc:sldMk cId="1554076419" sldId="258"/>
            <ac:spMk id="4" creationId="{5185E7B7-BF77-8FA5-F450-22EF6CADB3AF}"/>
          </ac:spMkLst>
        </pc:spChg>
        <pc:spChg chg="del">
          <ac:chgData name="Georges MATHIO" userId="1057b68d-d9cf-4cd5-bc4c-3fe68ec33e97" providerId="ADAL" clId="{424CC4A3-94C0-43E4-A801-8F92997663E9}" dt="2024-08-23T08:46:06.806" v="8" actId="478"/>
          <ac:spMkLst>
            <pc:docMk/>
            <pc:sldMk cId="1554076419" sldId="258"/>
            <ac:spMk id="5" creationId="{EBC66D41-2824-5251-9360-B8C227F88DA6}"/>
          </ac:spMkLst>
        </pc:spChg>
        <pc:spChg chg="del">
          <ac:chgData name="Georges MATHIO" userId="1057b68d-d9cf-4cd5-bc4c-3fe68ec33e97" providerId="ADAL" clId="{424CC4A3-94C0-43E4-A801-8F92997663E9}" dt="2024-08-23T08:46:03.881" v="6" actId="478"/>
          <ac:spMkLst>
            <pc:docMk/>
            <pc:sldMk cId="1554076419" sldId="258"/>
            <ac:spMk id="6" creationId="{35FC96DA-A44D-A097-BC28-168510AB2271}"/>
          </ac:spMkLst>
        </pc:spChg>
        <pc:spChg chg="del">
          <ac:chgData name="Georges MATHIO" userId="1057b68d-d9cf-4cd5-bc4c-3fe68ec33e97" providerId="ADAL" clId="{424CC4A3-94C0-43E4-A801-8F92997663E9}" dt="2024-08-23T08:46:05.568" v="7" actId="478"/>
          <ac:spMkLst>
            <pc:docMk/>
            <pc:sldMk cId="1554076419" sldId="258"/>
            <ac:spMk id="7" creationId="{D0A8403C-5777-28EF-83D9-19F6822459A6}"/>
          </ac:spMkLst>
        </pc:spChg>
        <pc:spChg chg="mod">
          <ac:chgData name="Georges MATHIO" userId="1057b68d-d9cf-4cd5-bc4c-3fe68ec33e97" providerId="ADAL" clId="{424CC4A3-94C0-43E4-A801-8F92997663E9}" dt="2024-08-26T14:55:14.249" v="1701" actId="20577"/>
          <ac:spMkLst>
            <pc:docMk/>
            <pc:sldMk cId="1554076419" sldId="258"/>
            <ac:spMk id="8" creationId="{8C1BBF7E-EA70-9FE6-C90F-A1284432D1C6}"/>
          </ac:spMkLst>
        </pc:spChg>
        <pc:spChg chg="del">
          <ac:chgData name="Georges MATHIO" userId="1057b68d-d9cf-4cd5-bc4c-3fe68ec33e97" providerId="ADAL" clId="{424CC4A3-94C0-43E4-A801-8F92997663E9}" dt="2024-08-23T08:46:13.219" v="10" actId="478"/>
          <ac:spMkLst>
            <pc:docMk/>
            <pc:sldMk cId="1554076419" sldId="258"/>
            <ac:spMk id="11" creationId="{3538C984-96B3-4E9A-E4F7-3FC99AFA0885}"/>
          </ac:spMkLst>
        </pc:spChg>
        <pc:spChg chg="del mod">
          <ac:chgData name="Georges MATHIO" userId="1057b68d-d9cf-4cd5-bc4c-3fe68ec33e97" providerId="ADAL" clId="{424CC4A3-94C0-43E4-A801-8F92997663E9}" dt="2024-08-23T08:46:02.352" v="5" actId="478"/>
          <ac:spMkLst>
            <pc:docMk/>
            <pc:sldMk cId="1554076419" sldId="258"/>
            <ac:spMk id="15" creationId="{1685C597-34CB-D272-A180-F815DAC2AE2C}"/>
          </ac:spMkLst>
        </pc:spChg>
        <pc:spChg chg="del">
          <ac:chgData name="Georges MATHIO" userId="1057b68d-d9cf-4cd5-bc4c-3fe68ec33e97" providerId="ADAL" clId="{424CC4A3-94C0-43E4-A801-8F92997663E9}" dt="2024-08-23T08:46:11.891" v="9" actId="478"/>
          <ac:spMkLst>
            <pc:docMk/>
            <pc:sldMk cId="1554076419" sldId="258"/>
            <ac:spMk id="20" creationId="{39F9D3FD-D936-8011-4FE9-236D6D545DC8}"/>
          </ac:spMkLst>
        </pc:spChg>
        <pc:picChg chg="del">
          <ac:chgData name="Georges MATHIO" userId="1057b68d-d9cf-4cd5-bc4c-3fe68ec33e97" providerId="ADAL" clId="{424CC4A3-94C0-43E4-A801-8F92997663E9}" dt="2024-08-23T08:46:00.910" v="3" actId="478"/>
          <ac:picMkLst>
            <pc:docMk/>
            <pc:sldMk cId="1554076419" sldId="258"/>
            <ac:picMk id="14" creationId="{DCF32F33-6E31-C54F-B79D-7B935267ADE7}"/>
          </ac:picMkLst>
        </pc:picChg>
        <pc:picChg chg="del">
          <ac:chgData name="Georges MATHIO" userId="1057b68d-d9cf-4cd5-bc4c-3fe68ec33e97" providerId="ADAL" clId="{424CC4A3-94C0-43E4-A801-8F92997663E9}" dt="2024-08-23T08:45:58.392" v="2" actId="478"/>
          <ac:picMkLst>
            <pc:docMk/>
            <pc:sldMk cId="1554076419" sldId="258"/>
            <ac:picMk id="19" creationId="{532C8E65-911C-75A2-6761-FDED691BB28F}"/>
          </ac:picMkLst>
        </pc:picChg>
      </pc:sldChg>
      <pc:sldChg chg="modSp add mod">
        <pc:chgData name="Georges MATHIO" userId="1057b68d-d9cf-4cd5-bc4c-3fe68ec33e97" providerId="ADAL" clId="{424CC4A3-94C0-43E4-A801-8F92997663E9}" dt="2024-08-26T13:28:11.160" v="288" actId="20577"/>
        <pc:sldMkLst>
          <pc:docMk/>
          <pc:sldMk cId="698645210" sldId="259"/>
        </pc:sldMkLst>
        <pc:spChg chg="mod">
          <ac:chgData name="Georges MATHIO" userId="1057b68d-d9cf-4cd5-bc4c-3fe68ec33e97" providerId="ADAL" clId="{424CC4A3-94C0-43E4-A801-8F92997663E9}" dt="2024-08-26T13:28:11.160" v="288" actId="20577"/>
          <ac:spMkLst>
            <pc:docMk/>
            <pc:sldMk cId="698645210" sldId="259"/>
            <ac:spMk id="2" creationId="{8AE1D70E-C040-1542-B36E-7DDF82084F61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2482283123" sldId="259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19033476" sldId="260"/>
        </pc:sldMkLst>
      </pc:sldChg>
      <pc:sldChg chg="add del">
        <pc:chgData name="Georges MATHIO" userId="1057b68d-d9cf-4cd5-bc4c-3fe68ec33e97" providerId="ADAL" clId="{424CC4A3-94C0-43E4-A801-8F92997663E9}" dt="2024-08-26T13:28:20.346" v="290"/>
        <pc:sldMkLst>
          <pc:docMk/>
          <pc:sldMk cId="1988650519" sldId="260"/>
        </pc:sldMkLst>
      </pc:sldChg>
      <pc:sldChg chg="addSp modSp add mod">
        <pc:chgData name="Georges MATHIO" userId="1057b68d-d9cf-4cd5-bc4c-3fe68ec33e97" providerId="ADAL" clId="{424CC4A3-94C0-43E4-A801-8F92997663E9}" dt="2024-08-26T14:43:27.977" v="1001" actId="404"/>
        <pc:sldMkLst>
          <pc:docMk/>
          <pc:sldMk cId="2019018920" sldId="260"/>
        </pc:sldMkLst>
        <pc:spChg chg="mod">
          <ac:chgData name="Georges MATHIO" userId="1057b68d-d9cf-4cd5-bc4c-3fe68ec33e97" providerId="ADAL" clId="{424CC4A3-94C0-43E4-A801-8F92997663E9}" dt="2024-08-26T13:28:38.706" v="305" actId="20577"/>
          <ac:spMkLst>
            <pc:docMk/>
            <pc:sldMk cId="2019018920" sldId="260"/>
            <ac:spMk id="2" creationId="{8AE1D70E-C040-1542-B36E-7DDF82084F61}"/>
          </ac:spMkLst>
        </pc:spChg>
        <pc:spChg chg="add mod">
          <ac:chgData name="Georges MATHIO" userId="1057b68d-d9cf-4cd5-bc4c-3fe68ec33e97" providerId="ADAL" clId="{424CC4A3-94C0-43E4-A801-8F92997663E9}" dt="2024-08-26T14:43:27.977" v="1001" actId="404"/>
          <ac:spMkLst>
            <pc:docMk/>
            <pc:sldMk cId="2019018920" sldId="260"/>
            <ac:spMk id="4" creationId="{1B592B4A-DDE3-D9B2-8B96-0E6FC72E6FB2}"/>
          </ac:spMkLst>
        </pc:spChg>
        <pc:spChg chg="mod">
          <ac:chgData name="Georges MATHIO" userId="1057b68d-d9cf-4cd5-bc4c-3fe68ec33e97" providerId="ADAL" clId="{424CC4A3-94C0-43E4-A801-8F92997663E9}" dt="2024-08-26T13:47:33.411" v="513" actId="20577"/>
          <ac:spMkLst>
            <pc:docMk/>
            <pc:sldMk cId="2019018920" sldId="260"/>
            <ac:spMk id="8" creationId="{8C1BBF7E-EA70-9FE6-C90F-A1284432D1C6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018468898" sldId="261"/>
        </pc:sldMkLst>
      </pc:sldChg>
      <pc:sldChg chg="modSp add mod">
        <pc:chgData name="Georges MATHIO" userId="1057b68d-d9cf-4cd5-bc4c-3fe68ec33e97" providerId="ADAL" clId="{424CC4A3-94C0-43E4-A801-8F92997663E9}" dt="2024-08-26T14:45:53.593" v="1249" actId="20577"/>
        <pc:sldMkLst>
          <pc:docMk/>
          <pc:sldMk cId="4161449416" sldId="261"/>
        </pc:sldMkLst>
        <pc:spChg chg="mod">
          <ac:chgData name="Georges MATHIO" userId="1057b68d-d9cf-4cd5-bc4c-3fe68ec33e97" providerId="ADAL" clId="{424CC4A3-94C0-43E4-A801-8F92997663E9}" dt="2024-08-26T13:48:18.155" v="552" actId="14100"/>
          <ac:spMkLst>
            <pc:docMk/>
            <pc:sldMk cId="4161449416" sldId="261"/>
            <ac:spMk id="2" creationId="{8AE1D70E-C040-1542-B36E-7DDF82084F61}"/>
          </ac:spMkLst>
        </pc:spChg>
        <pc:spChg chg="mod">
          <ac:chgData name="Georges MATHIO" userId="1057b68d-d9cf-4cd5-bc4c-3fe68ec33e97" providerId="ADAL" clId="{424CC4A3-94C0-43E4-A801-8F92997663E9}" dt="2024-08-26T14:43:20.246" v="1000" actId="404"/>
          <ac:spMkLst>
            <pc:docMk/>
            <pc:sldMk cId="4161449416" sldId="261"/>
            <ac:spMk id="4" creationId="{1B592B4A-DDE3-D9B2-8B96-0E6FC72E6FB2}"/>
          </ac:spMkLst>
        </pc:spChg>
        <pc:spChg chg="mod">
          <ac:chgData name="Georges MATHIO" userId="1057b68d-d9cf-4cd5-bc4c-3fe68ec33e97" providerId="ADAL" clId="{424CC4A3-94C0-43E4-A801-8F92997663E9}" dt="2024-08-26T14:45:53.593" v="1249" actId="20577"/>
          <ac:spMkLst>
            <pc:docMk/>
            <pc:sldMk cId="4161449416" sldId="261"/>
            <ac:spMk id="8" creationId="{8C1BBF7E-EA70-9FE6-C90F-A1284432D1C6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40622423" sldId="262"/>
        </pc:sldMkLst>
      </pc:sldChg>
      <pc:sldChg chg="modSp add mod">
        <pc:chgData name="Georges MATHIO" userId="1057b68d-d9cf-4cd5-bc4c-3fe68ec33e97" providerId="ADAL" clId="{424CC4A3-94C0-43E4-A801-8F92997663E9}" dt="2024-08-26T14:49:38.158" v="1525" actId="20577"/>
        <pc:sldMkLst>
          <pc:docMk/>
          <pc:sldMk cId="3587356529" sldId="262"/>
        </pc:sldMkLst>
        <pc:spChg chg="mod">
          <ac:chgData name="Georges MATHIO" userId="1057b68d-d9cf-4cd5-bc4c-3fe68ec33e97" providerId="ADAL" clId="{424CC4A3-94C0-43E4-A801-8F92997663E9}" dt="2024-08-26T14:46:57.592" v="1300" actId="20577"/>
          <ac:spMkLst>
            <pc:docMk/>
            <pc:sldMk cId="3587356529" sldId="262"/>
            <ac:spMk id="2" creationId="{8AE1D70E-C040-1542-B36E-7DDF82084F61}"/>
          </ac:spMkLst>
        </pc:spChg>
        <pc:spChg chg="mod">
          <ac:chgData name="Georges MATHIO" userId="1057b68d-d9cf-4cd5-bc4c-3fe68ec33e97" providerId="ADAL" clId="{424CC4A3-94C0-43E4-A801-8F92997663E9}" dt="2024-08-26T14:49:38.158" v="1525" actId="20577"/>
          <ac:spMkLst>
            <pc:docMk/>
            <pc:sldMk cId="3587356529" sldId="262"/>
            <ac:spMk id="8" creationId="{8C1BBF7E-EA70-9FE6-C90F-A1284432D1C6}"/>
          </ac:spMkLst>
        </pc:spChg>
      </pc:sldChg>
      <pc:sldChg chg="modSp add mod">
        <pc:chgData name="Georges MATHIO" userId="1057b68d-d9cf-4cd5-bc4c-3fe68ec33e97" providerId="ADAL" clId="{424CC4A3-94C0-43E4-A801-8F92997663E9}" dt="2024-08-26T14:57:04.050" v="1875" actId="20577"/>
        <pc:sldMkLst>
          <pc:docMk/>
          <pc:sldMk cId="631768457" sldId="263"/>
        </pc:sldMkLst>
        <pc:spChg chg="mod">
          <ac:chgData name="Georges MATHIO" userId="1057b68d-d9cf-4cd5-bc4c-3fe68ec33e97" providerId="ADAL" clId="{424CC4A3-94C0-43E4-A801-8F92997663E9}" dt="2024-08-26T14:53:57.023" v="1552" actId="20577"/>
          <ac:spMkLst>
            <pc:docMk/>
            <pc:sldMk cId="631768457" sldId="263"/>
            <ac:spMk id="2" creationId="{8AE1D70E-C040-1542-B36E-7DDF82084F61}"/>
          </ac:spMkLst>
        </pc:spChg>
        <pc:spChg chg="mod">
          <ac:chgData name="Georges MATHIO" userId="1057b68d-d9cf-4cd5-bc4c-3fe68ec33e97" providerId="ADAL" clId="{424CC4A3-94C0-43E4-A801-8F92997663E9}" dt="2024-08-26T14:57:04.050" v="1875" actId="20577"/>
          <ac:spMkLst>
            <pc:docMk/>
            <pc:sldMk cId="631768457" sldId="263"/>
            <ac:spMk id="8" creationId="{8C1BBF7E-EA70-9FE6-C90F-A1284432D1C6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455700223" sldId="263"/>
        </pc:sldMkLst>
      </pc:sldChg>
      <pc:sldChg chg="modSp new mod">
        <pc:chgData name="Georges MATHIO" userId="1057b68d-d9cf-4cd5-bc4c-3fe68ec33e97" providerId="ADAL" clId="{424CC4A3-94C0-43E4-A801-8F92997663E9}" dt="2024-08-26T15:03:26.142" v="1990" actId="20577"/>
        <pc:sldMkLst>
          <pc:docMk/>
          <pc:sldMk cId="3585669407" sldId="264"/>
        </pc:sldMkLst>
        <pc:spChg chg="mod">
          <ac:chgData name="Georges MATHIO" userId="1057b68d-d9cf-4cd5-bc4c-3fe68ec33e97" providerId="ADAL" clId="{424CC4A3-94C0-43E4-A801-8F92997663E9}" dt="2024-08-26T15:02:42.067" v="1900" actId="20577"/>
          <ac:spMkLst>
            <pc:docMk/>
            <pc:sldMk cId="3585669407" sldId="264"/>
            <ac:spMk id="2" creationId="{4B9CE9B4-22C2-D0D1-22E3-996C300FC99A}"/>
          </ac:spMkLst>
        </pc:spChg>
        <pc:spChg chg="mod">
          <ac:chgData name="Georges MATHIO" userId="1057b68d-d9cf-4cd5-bc4c-3fe68ec33e97" providerId="ADAL" clId="{424CC4A3-94C0-43E4-A801-8F92997663E9}" dt="2024-08-26T15:03:26.142" v="1990" actId="20577"/>
          <ac:spMkLst>
            <pc:docMk/>
            <pc:sldMk cId="3585669407" sldId="264"/>
            <ac:spMk id="3" creationId="{562509FB-3375-6A4D-FF92-5EB987E5EE04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4167943880" sldId="264"/>
        </pc:sldMkLst>
      </pc:sldChg>
      <pc:sldChg chg="modSp add mod">
        <pc:chgData name="Georges MATHIO" userId="1057b68d-d9cf-4cd5-bc4c-3fe68ec33e97" providerId="ADAL" clId="{424CC4A3-94C0-43E4-A801-8F92997663E9}" dt="2024-08-26T15:11:40.995" v="2295" actId="5793"/>
        <pc:sldMkLst>
          <pc:docMk/>
          <pc:sldMk cId="2440634833" sldId="265"/>
        </pc:sldMkLst>
        <pc:spChg chg="mod">
          <ac:chgData name="Georges MATHIO" userId="1057b68d-d9cf-4cd5-bc4c-3fe68ec33e97" providerId="ADAL" clId="{424CC4A3-94C0-43E4-A801-8F92997663E9}" dt="2024-08-26T15:03:48.845" v="2009" actId="20577"/>
          <ac:spMkLst>
            <pc:docMk/>
            <pc:sldMk cId="2440634833" sldId="265"/>
            <ac:spMk id="2" creationId="{4B9CE9B4-22C2-D0D1-22E3-996C300FC99A}"/>
          </ac:spMkLst>
        </pc:spChg>
        <pc:spChg chg="mod">
          <ac:chgData name="Georges MATHIO" userId="1057b68d-d9cf-4cd5-bc4c-3fe68ec33e97" providerId="ADAL" clId="{424CC4A3-94C0-43E4-A801-8F92997663E9}" dt="2024-08-26T15:11:40.995" v="2295" actId="5793"/>
          <ac:spMkLst>
            <pc:docMk/>
            <pc:sldMk cId="2440634833" sldId="265"/>
            <ac:spMk id="3" creationId="{562509FB-3375-6A4D-FF92-5EB987E5EE04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870140485" sldId="265"/>
        </pc:sldMkLst>
      </pc:sldChg>
      <pc:sldChg chg="modSp new mod">
        <pc:chgData name="Georges MATHIO" userId="1057b68d-d9cf-4cd5-bc4c-3fe68ec33e97" providerId="ADAL" clId="{424CC4A3-94C0-43E4-A801-8F92997663E9}" dt="2024-08-26T15:12:55.657" v="2414" actId="20577"/>
        <pc:sldMkLst>
          <pc:docMk/>
          <pc:sldMk cId="1447089258" sldId="266"/>
        </pc:sldMkLst>
        <pc:spChg chg="mod">
          <ac:chgData name="Georges MATHIO" userId="1057b68d-d9cf-4cd5-bc4c-3fe68ec33e97" providerId="ADAL" clId="{424CC4A3-94C0-43E4-A801-8F92997663E9}" dt="2024-08-26T15:11:55.873" v="2319" actId="20577"/>
          <ac:spMkLst>
            <pc:docMk/>
            <pc:sldMk cId="1447089258" sldId="266"/>
            <ac:spMk id="2" creationId="{682D4D2C-FCC1-E2D0-433D-C04CA78A746B}"/>
          </ac:spMkLst>
        </pc:spChg>
        <pc:spChg chg="mod">
          <ac:chgData name="Georges MATHIO" userId="1057b68d-d9cf-4cd5-bc4c-3fe68ec33e97" providerId="ADAL" clId="{424CC4A3-94C0-43E4-A801-8F92997663E9}" dt="2024-08-26T15:12:55.657" v="2414" actId="20577"/>
          <ac:spMkLst>
            <pc:docMk/>
            <pc:sldMk cId="1447089258" sldId="266"/>
            <ac:spMk id="3" creationId="{5545E4FC-79EF-1577-7D6D-21CFB5111596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487403360" sldId="266"/>
        </pc:sldMkLst>
      </pc:sldChg>
      <pc:sldChg chg="modSp new mod">
        <pc:chgData name="Georges MATHIO" userId="1057b68d-d9cf-4cd5-bc4c-3fe68ec33e97" providerId="ADAL" clId="{424CC4A3-94C0-43E4-A801-8F92997663E9}" dt="2024-08-27T07:03:38.654" v="2504" actId="20577"/>
        <pc:sldMkLst>
          <pc:docMk/>
          <pc:sldMk cId="3988114519" sldId="267"/>
        </pc:sldMkLst>
        <pc:spChg chg="mod">
          <ac:chgData name="Georges MATHIO" userId="1057b68d-d9cf-4cd5-bc4c-3fe68ec33e97" providerId="ADAL" clId="{424CC4A3-94C0-43E4-A801-8F92997663E9}" dt="2024-08-26T15:13:46.344" v="2494" actId="20577"/>
          <ac:spMkLst>
            <pc:docMk/>
            <pc:sldMk cId="3988114519" sldId="267"/>
            <ac:spMk id="2" creationId="{B51FBBAB-DC1E-B2C0-C211-2F7122862320}"/>
          </ac:spMkLst>
        </pc:spChg>
        <pc:spChg chg="mod">
          <ac:chgData name="Georges MATHIO" userId="1057b68d-d9cf-4cd5-bc4c-3fe68ec33e97" providerId="ADAL" clId="{424CC4A3-94C0-43E4-A801-8F92997663E9}" dt="2024-08-27T07:03:38.654" v="2504" actId="20577"/>
          <ac:spMkLst>
            <pc:docMk/>
            <pc:sldMk cId="3988114519" sldId="267"/>
            <ac:spMk id="3" creationId="{EE484CE1-CF8F-90DE-E23F-C3FC92DA6BE9}"/>
          </ac:spMkLst>
        </pc:spChg>
      </pc:sldChg>
      <pc:sldMasterChg chg="addSp delSp modSp mod modSldLayout">
        <pc:chgData name="Georges MATHIO" userId="1057b68d-d9cf-4cd5-bc4c-3fe68ec33e97" providerId="ADAL" clId="{424CC4A3-94C0-43E4-A801-8F92997663E9}" dt="2024-08-23T08:56:45.269" v="239"/>
        <pc:sldMasterMkLst>
          <pc:docMk/>
          <pc:sldMasterMk cId="0" sldId="2147483648"/>
        </pc:sldMasterMkLst>
        <pc:spChg chg="mod">
          <ac:chgData name="Georges MATHIO" userId="1057b68d-d9cf-4cd5-bc4c-3fe68ec33e97" providerId="ADAL" clId="{424CC4A3-94C0-43E4-A801-8F92997663E9}" dt="2024-08-23T08:48:36.644" v="89" actId="14100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Georges MATHIO" userId="1057b68d-d9cf-4cd5-bc4c-3fe68ec33e97" providerId="ADAL" clId="{424CC4A3-94C0-43E4-A801-8F92997663E9}" dt="2024-08-23T08:52:49.362" v="111" actId="242"/>
          <ac:spMkLst>
            <pc:docMk/>
            <pc:sldMasterMk cId="0" sldId="2147483648"/>
            <ac:spMk id="3" creationId="{00000000-0000-0000-0000-000000000000}"/>
          </ac:spMkLst>
        </pc:spChg>
        <pc:spChg chg="add del">
          <ac:chgData name="Georges MATHIO" userId="1057b68d-d9cf-4cd5-bc4c-3fe68ec33e97" providerId="ADAL" clId="{424CC4A3-94C0-43E4-A801-8F92997663E9}" dt="2024-08-23T08:56:33.388" v="233" actId="478"/>
          <ac:spMkLst>
            <pc:docMk/>
            <pc:sldMasterMk cId="0" sldId="2147483648"/>
            <ac:spMk id="4" creationId="{00000000-0000-0000-0000-000000000000}"/>
          </ac:spMkLst>
        </pc:spChg>
        <pc:spChg chg="add del">
          <ac:chgData name="Georges MATHIO" userId="1057b68d-d9cf-4cd5-bc4c-3fe68ec33e97" providerId="ADAL" clId="{424CC4A3-94C0-43E4-A801-8F92997663E9}" dt="2024-08-23T08:56:33.388" v="233" actId="478"/>
          <ac:spMkLst>
            <pc:docMk/>
            <pc:sldMasterMk cId="0" sldId="2147483648"/>
            <ac:spMk id="5" creationId="{00000000-0000-0000-0000-000000000000}"/>
          </ac:spMkLst>
        </pc:spChg>
        <pc:spChg chg="add del">
          <ac:chgData name="Georges MATHIO" userId="1057b68d-d9cf-4cd5-bc4c-3fe68ec33e97" providerId="ADAL" clId="{424CC4A3-94C0-43E4-A801-8F92997663E9}" dt="2024-08-23T08:56:33.388" v="233" actId="478"/>
          <ac:spMkLst>
            <pc:docMk/>
            <pc:sldMasterMk cId="0" sldId="2147483648"/>
            <ac:spMk id="6" creationId="{00000000-0000-0000-0000-000000000000}"/>
          </ac:spMkLst>
        </pc:spChg>
        <pc:picChg chg="add del mod">
          <ac:chgData name="Georges MATHIO" userId="1057b68d-d9cf-4cd5-bc4c-3fe68ec33e97" providerId="ADAL" clId="{424CC4A3-94C0-43E4-A801-8F92997663E9}" dt="2024-08-23T08:53:53.387" v="168" actId="478"/>
          <ac:picMkLst>
            <pc:docMk/>
            <pc:sldMasterMk cId="0" sldId="2147483648"/>
            <ac:picMk id="8" creationId="{0F51C33F-AA97-9554-C008-370ACF36E71F}"/>
          </ac:picMkLst>
        </pc:picChg>
        <pc:picChg chg="add del mod">
          <ac:chgData name="Georges MATHIO" userId="1057b68d-d9cf-4cd5-bc4c-3fe68ec33e97" providerId="ADAL" clId="{424CC4A3-94C0-43E4-A801-8F92997663E9}" dt="2024-08-23T08:53:52.669" v="167" actId="478"/>
          <ac:picMkLst>
            <pc:docMk/>
            <pc:sldMasterMk cId="0" sldId="2147483648"/>
            <ac:picMk id="10" creationId="{E064BDF9-A4F4-E395-C863-B08AC5761598}"/>
          </ac:picMkLst>
        </pc:picChg>
        <pc:picChg chg="add del mod">
          <ac:chgData name="Georges MATHIO" userId="1057b68d-d9cf-4cd5-bc4c-3fe68ec33e97" providerId="ADAL" clId="{424CC4A3-94C0-43E4-A801-8F92997663E9}" dt="2024-08-23T08:53:54.062" v="169" actId="478"/>
          <ac:picMkLst>
            <pc:docMk/>
            <pc:sldMasterMk cId="0" sldId="2147483648"/>
            <ac:picMk id="11" creationId="{154E8207-70F1-A47D-4832-0363BB96D820}"/>
          </ac:picMkLst>
        </pc:picChg>
        <pc:picChg chg="add del mod">
          <ac:chgData name="Georges MATHIO" userId="1057b68d-d9cf-4cd5-bc4c-3fe68ec33e97" providerId="ADAL" clId="{424CC4A3-94C0-43E4-A801-8F92997663E9}" dt="2024-08-23T08:54:00.618" v="185" actId="478"/>
          <ac:picMkLst>
            <pc:docMk/>
            <pc:sldMasterMk cId="0" sldId="2147483648"/>
            <ac:picMk id="12" creationId="{6BEE9CDA-72BD-2F9C-5B70-1E0E9D709902}"/>
          </ac:picMkLst>
        </pc:picChg>
        <pc:picChg chg="add del mod">
          <ac:chgData name="Georges MATHIO" userId="1057b68d-d9cf-4cd5-bc4c-3fe68ec33e97" providerId="ADAL" clId="{424CC4A3-94C0-43E4-A801-8F92997663E9}" dt="2024-08-23T08:54:00.367" v="184" actId="478"/>
          <ac:picMkLst>
            <pc:docMk/>
            <pc:sldMasterMk cId="0" sldId="2147483648"/>
            <ac:picMk id="13" creationId="{C4F116F8-1C5F-2478-CF28-0D3810A2C0BF}"/>
          </ac:picMkLst>
        </pc:picChg>
        <pc:picChg chg="add del mod">
          <ac:chgData name="Georges MATHIO" userId="1057b68d-d9cf-4cd5-bc4c-3fe68ec33e97" providerId="ADAL" clId="{424CC4A3-94C0-43E4-A801-8F92997663E9}" dt="2024-08-23T08:54:00.115" v="183" actId="478"/>
          <ac:picMkLst>
            <pc:docMk/>
            <pc:sldMasterMk cId="0" sldId="2147483648"/>
            <ac:picMk id="14" creationId="{3B315E94-0EE6-264A-0C80-15892819303C}"/>
          </ac:picMkLst>
        </pc:picChg>
        <pc:picChg chg="add del mod">
          <ac:chgData name="Georges MATHIO" userId="1057b68d-d9cf-4cd5-bc4c-3fe68ec33e97" providerId="ADAL" clId="{424CC4A3-94C0-43E4-A801-8F92997663E9}" dt="2024-08-23T08:53:59.872" v="182" actId="478"/>
          <ac:picMkLst>
            <pc:docMk/>
            <pc:sldMasterMk cId="0" sldId="2147483648"/>
            <ac:picMk id="15" creationId="{C7BE079D-D6E8-D758-B4D8-609C8926028F}"/>
          </ac:picMkLst>
        </pc:picChg>
        <pc:picChg chg="add del mod">
          <ac:chgData name="Georges MATHIO" userId="1057b68d-d9cf-4cd5-bc4c-3fe68ec33e97" providerId="ADAL" clId="{424CC4A3-94C0-43E4-A801-8F92997663E9}" dt="2024-08-23T08:53:59.620" v="181" actId="478"/>
          <ac:picMkLst>
            <pc:docMk/>
            <pc:sldMasterMk cId="0" sldId="2147483648"/>
            <ac:picMk id="16" creationId="{9D10609D-E47A-E211-4A44-1BD9C19420F3}"/>
          </ac:picMkLst>
        </pc:picChg>
        <pc:picChg chg="add del mod">
          <ac:chgData name="Georges MATHIO" userId="1057b68d-d9cf-4cd5-bc4c-3fe68ec33e97" providerId="ADAL" clId="{424CC4A3-94C0-43E4-A801-8F92997663E9}" dt="2024-08-23T08:53:59.361" v="180" actId="478"/>
          <ac:picMkLst>
            <pc:docMk/>
            <pc:sldMasterMk cId="0" sldId="2147483648"/>
            <ac:picMk id="17" creationId="{9848AACD-3448-AA2C-D3B6-D19CD662C1C5}"/>
          </ac:picMkLst>
        </pc:picChg>
        <pc:picChg chg="add del mod">
          <ac:chgData name="Georges MATHIO" userId="1057b68d-d9cf-4cd5-bc4c-3fe68ec33e97" providerId="ADAL" clId="{424CC4A3-94C0-43E4-A801-8F92997663E9}" dt="2024-08-23T08:53:59.086" v="179" actId="478"/>
          <ac:picMkLst>
            <pc:docMk/>
            <pc:sldMasterMk cId="0" sldId="2147483648"/>
            <ac:picMk id="18" creationId="{CD9274E4-FE25-816F-EF9C-8F159E4B7A06}"/>
          </ac:picMkLst>
        </pc:picChg>
        <pc:picChg chg="add del mod">
          <ac:chgData name="Georges MATHIO" userId="1057b68d-d9cf-4cd5-bc4c-3fe68ec33e97" providerId="ADAL" clId="{424CC4A3-94C0-43E4-A801-8F92997663E9}" dt="2024-08-23T08:53:58.811" v="178" actId="478"/>
          <ac:picMkLst>
            <pc:docMk/>
            <pc:sldMasterMk cId="0" sldId="2147483648"/>
            <ac:picMk id="19" creationId="{211322F9-76E5-3C52-5BBB-06779E1281BA}"/>
          </ac:picMkLst>
        </pc:picChg>
        <pc:picChg chg="add del mod">
          <ac:chgData name="Georges MATHIO" userId="1057b68d-d9cf-4cd5-bc4c-3fe68ec33e97" providerId="ADAL" clId="{424CC4A3-94C0-43E4-A801-8F92997663E9}" dt="2024-08-23T08:53:58.565" v="177" actId="478"/>
          <ac:picMkLst>
            <pc:docMk/>
            <pc:sldMasterMk cId="0" sldId="2147483648"/>
            <ac:picMk id="20" creationId="{67FBDBD6-A2EE-714F-E67B-EBB279EAAB6B}"/>
          </ac:picMkLst>
        </pc:picChg>
        <pc:picChg chg="add del mod">
          <ac:chgData name="Georges MATHIO" userId="1057b68d-d9cf-4cd5-bc4c-3fe68ec33e97" providerId="ADAL" clId="{424CC4A3-94C0-43E4-A801-8F92997663E9}" dt="2024-08-23T08:53:58.270" v="176" actId="478"/>
          <ac:picMkLst>
            <pc:docMk/>
            <pc:sldMasterMk cId="0" sldId="2147483648"/>
            <ac:picMk id="21" creationId="{42AD6290-1316-6813-34FF-E1C9D9077900}"/>
          </ac:picMkLst>
        </pc:picChg>
        <pc:picChg chg="add del mod">
          <ac:chgData name="Georges MATHIO" userId="1057b68d-d9cf-4cd5-bc4c-3fe68ec33e97" providerId="ADAL" clId="{424CC4A3-94C0-43E4-A801-8F92997663E9}" dt="2024-08-23T08:53:58.040" v="175" actId="478"/>
          <ac:picMkLst>
            <pc:docMk/>
            <pc:sldMasterMk cId="0" sldId="2147483648"/>
            <ac:picMk id="22" creationId="{5A50F741-28CB-9C4D-B5EB-773CFF34A906}"/>
          </ac:picMkLst>
        </pc:picChg>
        <pc:picChg chg="add del mod">
          <ac:chgData name="Georges MATHIO" userId="1057b68d-d9cf-4cd5-bc4c-3fe68ec33e97" providerId="ADAL" clId="{424CC4A3-94C0-43E4-A801-8F92997663E9}" dt="2024-08-23T08:53:55.122" v="170" actId="478"/>
          <ac:picMkLst>
            <pc:docMk/>
            <pc:sldMasterMk cId="0" sldId="2147483648"/>
            <ac:picMk id="23" creationId="{46561F19-5383-6157-7D81-19F51E506E53}"/>
          </ac:picMkLst>
        </pc:picChg>
        <pc:picChg chg="add del mod">
          <ac:chgData name="Georges MATHIO" userId="1057b68d-d9cf-4cd5-bc4c-3fe68ec33e97" providerId="ADAL" clId="{424CC4A3-94C0-43E4-A801-8F92997663E9}" dt="2024-08-23T08:53:57.732" v="174" actId="478"/>
          <ac:picMkLst>
            <pc:docMk/>
            <pc:sldMasterMk cId="0" sldId="2147483648"/>
            <ac:picMk id="24" creationId="{CB54F99D-DB95-38D6-F8D7-D3BB9F681E53}"/>
          </ac:picMkLst>
        </pc:picChg>
        <pc:picChg chg="add del mod">
          <ac:chgData name="Georges MATHIO" userId="1057b68d-d9cf-4cd5-bc4c-3fe68ec33e97" providerId="ADAL" clId="{424CC4A3-94C0-43E4-A801-8F92997663E9}" dt="2024-08-23T08:53:57.446" v="173" actId="478"/>
          <ac:picMkLst>
            <pc:docMk/>
            <pc:sldMasterMk cId="0" sldId="2147483648"/>
            <ac:picMk id="25" creationId="{09D11005-3436-9F92-91A1-159495BD09EA}"/>
          </ac:picMkLst>
        </pc:picChg>
        <pc:picChg chg="add del mod">
          <ac:chgData name="Georges MATHIO" userId="1057b68d-d9cf-4cd5-bc4c-3fe68ec33e97" providerId="ADAL" clId="{424CC4A3-94C0-43E4-A801-8F92997663E9}" dt="2024-08-23T08:53:57.076" v="172" actId="478"/>
          <ac:picMkLst>
            <pc:docMk/>
            <pc:sldMasterMk cId="0" sldId="2147483648"/>
            <ac:picMk id="26" creationId="{026A7858-07DF-3C22-305B-D9020CC4D0D0}"/>
          </ac:picMkLst>
        </pc:picChg>
        <pc:picChg chg="add del mod">
          <ac:chgData name="Georges MATHIO" userId="1057b68d-d9cf-4cd5-bc4c-3fe68ec33e97" providerId="ADAL" clId="{424CC4A3-94C0-43E4-A801-8F92997663E9}" dt="2024-08-23T08:53:56.606" v="171" actId="478"/>
          <ac:picMkLst>
            <pc:docMk/>
            <pc:sldMasterMk cId="0" sldId="2147483648"/>
            <ac:picMk id="27" creationId="{67E9D7AA-9F28-70C0-63EF-6A7FA42295F3}"/>
          </ac:picMkLst>
        </pc:picChg>
        <pc:picChg chg="add del mod">
          <ac:chgData name="Georges MATHIO" userId="1057b68d-d9cf-4cd5-bc4c-3fe68ec33e97" providerId="ADAL" clId="{424CC4A3-94C0-43E4-A801-8F92997663E9}" dt="2024-08-23T08:54:07.272" v="201" actId="478"/>
          <ac:picMkLst>
            <pc:docMk/>
            <pc:sldMasterMk cId="0" sldId="2147483648"/>
            <ac:picMk id="28" creationId="{B67C7EC4-0E3D-EE58-E079-688E10495508}"/>
          </ac:picMkLst>
        </pc:picChg>
        <pc:picChg chg="add del mod">
          <ac:chgData name="Georges MATHIO" userId="1057b68d-d9cf-4cd5-bc4c-3fe68ec33e97" providerId="ADAL" clId="{424CC4A3-94C0-43E4-A801-8F92997663E9}" dt="2024-08-23T08:54:06.979" v="200" actId="478"/>
          <ac:picMkLst>
            <pc:docMk/>
            <pc:sldMasterMk cId="0" sldId="2147483648"/>
            <ac:picMk id="29" creationId="{5F051A44-0031-11D9-3A39-7C72B34CDFF0}"/>
          </ac:picMkLst>
        </pc:picChg>
        <pc:picChg chg="add del mod">
          <ac:chgData name="Georges MATHIO" userId="1057b68d-d9cf-4cd5-bc4c-3fe68ec33e97" providerId="ADAL" clId="{424CC4A3-94C0-43E4-A801-8F92997663E9}" dt="2024-08-23T08:54:06.732" v="199" actId="478"/>
          <ac:picMkLst>
            <pc:docMk/>
            <pc:sldMasterMk cId="0" sldId="2147483648"/>
            <ac:picMk id="30" creationId="{4283C224-2784-07AD-3A22-F367ED1D6D28}"/>
          </ac:picMkLst>
        </pc:picChg>
        <pc:picChg chg="add del mod">
          <ac:chgData name="Georges MATHIO" userId="1057b68d-d9cf-4cd5-bc4c-3fe68ec33e97" providerId="ADAL" clId="{424CC4A3-94C0-43E4-A801-8F92997663E9}" dt="2024-08-23T08:54:06.461" v="198" actId="478"/>
          <ac:picMkLst>
            <pc:docMk/>
            <pc:sldMasterMk cId="0" sldId="2147483648"/>
            <ac:picMk id="31" creationId="{274C6931-467F-A9B2-C382-BF8027150F50}"/>
          </ac:picMkLst>
        </pc:picChg>
        <pc:picChg chg="add del mod">
          <ac:chgData name="Georges MATHIO" userId="1057b68d-d9cf-4cd5-bc4c-3fe68ec33e97" providerId="ADAL" clId="{424CC4A3-94C0-43E4-A801-8F92997663E9}" dt="2024-08-23T08:54:06.190" v="197" actId="478"/>
          <ac:picMkLst>
            <pc:docMk/>
            <pc:sldMasterMk cId="0" sldId="2147483648"/>
            <ac:picMk id="32" creationId="{94EA0710-D4C3-1277-8988-5F65B803C00F}"/>
          </ac:picMkLst>
        </pc:picChg>
        <pc:picChg chg="add del mod">
          <ac:chgData name="Georges MATHIO" userId="1057b68d-d9cf-4cd5-bc4c-3fe68ec33e97" providerId="ADAL" clId="{424CC4A3-94C0-43E4-A801-8F92997663E9}" dt="2024-08-23T08:54:05.919" v="196" actId="478"/>
          <ac:picMkLst>
            <pc:docMk/>
            <pc:sldMasterMk cId="0" sldId="2147483648"/>
            <ac:picMk id="33" creationId="{6CA6952E-BA27-529B-B34B-0EF9917416B8}"/>
          </ac:picMkLst>
        </pc:picChg>
        <pc:picChg chg="add del mod">
          <ac:chgData name="Georges MATHIO" userId="1057b68d-d9cf-4cd5-bc4c-3fe68ec33e97" providerId="ADAL" clId="{424CC4A3-94C0-43E4-A801-8F92997663E9}" dt="2024-08-23T08:54:05.648" v="195" actId="478"/>
          <ac:picMkLst>
            <pc:docMk/>
            <pc:sldMasterMk cId="0" sldId="2147483648"/>
            <ac:picMk id="34" creationId="{88F17029-6F81-AAD7-06B7-664D92F0F2CE}"/>
          </ac:picMkLst>
        </pc:picChg>
        <pc:picChg chg="add del mod">
          <ac:chgData name="Georges MATHIO" userId="1057b68d-d9cf-4cd5-bc4c-3fe68ec33e97" providerId="ADAL" clId="{424CC4A3-94C0-43E4-A801-8F92997663E9}" dt="2024-08-23T08:54:05.358" v="194" actId="478"/>
          <ac:picMkLst>
            <pc:docMk/>
            <pc:sldMasterMk cId="0" sldId="2147483648"/>
            <ac:picMk id="35" creationId="{1E1B1913-FF9A-4DA3-A5E0-7F8C663045C5}"/>
          </ac:picMkLst>
        </pc:picChg>
        <pc:picChg chg="add del mod">
          <ac:chgData name="Georges MATHIO" userId="1057b68d-d9cf-4cd5-bc4c-3fe68ec33e97" providerId="ADAL" clId="{424CC4A3-94C0-43E4-A801-8F92997663E9}" dt="2024-08-23T08:54:04.977" v="193" actId="478"/>
          <ac:picMkLst>
            <pc:docMk/>
            <pc:sldMasterMk cId="0" sldId="2147483648"/>
            <ac:picMk id="36" creationId="{2ED2B59A-2077-4BC7-11E2-4C338F5FC8FA}"/>
          </ac:picMkLst>
        </pc:picChg>
        <pc:picChg chg="add del mod">
          <ac:chgData name="Georges MATHIO" userId="1057b68d-d9cf-4cd5-bc4c-3fe68ec33e97" providerId="ADAL" clId="{424CC4A3-94C0-43E4-A801-8F92997663E9}" dt="2024-08-23T08:54:04.164" v="192" actId="478"/>
          <ac:picMkLst>
            <pc:docMk/>
            <pc:sldMasterMk cId="0" sldId="2147483648"/>
            <ac:picMk id="37" creationId="{0E98A1CE-E44A-861C-A80C-F29DBC0824D3}"/>
          </ac:picMkLst>
        </pc:picChg>
        <pc:picChg chg="add del mod">
          <ac:chgData name="Georges MATHIO" userId="1057b68d-d9cf-4cd5-bc4c-3fe68ec33e97" providerId="ADAL" clId="{424CC4A3-94C0-43E4-A801-8F92997663E9}" dt="2024-08-23T08:54:03.828" v="191" actId="478"/>
          <ac:picMkLst>
            <pc:docMk/>
            <pc:sldMasterMk cId="0" sldId="2147483648"/>
            <ac:picMk id="38" creationId="{3CD13574-17EE-A682-2644-0972E83B1515}"/>
          </ac:picMkLst>
        </pc:picChg>
        <pc:picChg chg="add del mod">
          <ac:chgData name="Georges MATHIO" userId="1057b68d-d9cf-4cd5-bc4c-3fe68ec33e97" providerId="ADAL" clId="{424CC4A3-94C0-43E4-A801-8F92997663E9}" dt="2024-08-23T08:54:03.580" v="190" actId="478"/>
          <ac:picMkLst>
            <pc:docMk/>
            <pc:sldMasterMk cId="0" sldId="2147483648"/>
            <ac:picMk id="39" creationId="{7CAABB4E-3A63-6357-C264-2473528BF185}"/>
          </ac:picMkLst>
        </pc:picChg>
        <pc:picChg chg="add del mod">
          <ac:chgData name="Georges MATHIO" userId="1057b68d-d9cf-4cd5-bc4c-3fe68ec33e97" providerId="ADAL" clId="{424CC4A3-94C0-43E4-A801-8F92997663E9}" dt="2024-08-23T08:54:03.332" v="189" actId="478"/>
          <ac:picMkLst>
            <pc:docMk/>
            <pc:sldMasterMk cId="0" sldId="2147483648"/>
            <ac:picMk id="40" creationId="{07ACCEDF-F56D-1F67-B1E4-83ED2BAADE31}"/>
          </ac:picMkLst>
        </pc:picChg>
        <pc:picChg chg="add del mod">
          <ac:chgData name="Georges MATHIO" userId="1057b68d-d9cf-4cd5-bc4c-3fe68ec33e97" providerId="ADAL" clId="{424CC4A3-94C0-43E4-A801-8F92997663E9}" dt="2024-08-23T08:54:03.089" v="188" actId="478"/>
          <ac:picMkLst>
            <pc:docMk/>
            <pc:sldMasterMk cId="0" sldId="2147483648"/>
            <ac:picMk id="41" creationId="{3D50217C-35C2-8309-4957-0EACABFD3767}"/>
          </ac:picMkLst>
        </pc:picChg>
        <pc:picChg chg="add del mod">
          <ac:chgData name="Georges MATHIO" userId="1057b68d-d9cf-4cd5-bc4c-3fe68ec33e97" providerId="ADAL" clId="{424CC4A3-94C0-43E4-A801-8F92997663E9}" dt="2024-08-23T08:54:02.837" v="187" actId="478"/>
          <ac:picMkLst>
            <pc:docMk/>
            <pc:sldMasterMk cId="0" sldId="2147483648"/>
            <ac:picMk id="42" creationId="{AAE4F9C7-009E-C5B0-C595-F669719749D3}"/>
          </ac:picMkLst>
        </pc:picChg>
        <pc:picChg chg="add del mod">
          <ac:chgData name="Georges MATHIO" userId="1057b68d-d9cf-4cd5-bc4c-3fe68ec33e97" providerId="ADAL" clId="{424CC4A3-94C0-43E4-A801-8F92997663E9}" dt="2024-08-23T08:54:02.502" v="186" actId="478"/>
          <ac:picMkLst>
            <pc:docMk/>
            <pc:sldMasterMk cId="0" sldId="2147483648"/>
            <ac:picMk id="43" creationId="{8CA3CD9D-4B55-DFFA-FB64-A225DEFE5AAA}"/>
          </ac:picMkLst>
        </pc:picChg>
        <pc:picChg chg="add del mod">
          <ac:chgData name="Georges MATHIO" userId="1057b68d-d9cf-4cd5-bc4c-3fe68ec33e97" providerId="ADAL" clId="{424CC4A3-94C0-43E4-A801-8F92997663E9}" dt="2024-08-23T08:54:20.481" v="203" actId="478"/>
          <ac:picMkLst>
            <pc:docMk/>
            <pc:sldMasterMk cId="0" sldId="2147483648"/>
            <ac:picMk id="44" creationId="{76F20058-CB51-9BCF-66D8-A69D0CBA05A1}"/>
          </ac:picMkLst>
        </pc:picChg>
        <pc:picChg chg="add del mod">
          <ac:chgData name="Georges MATHIO" userId="1057b68d-d9cf-4cd5-bc4c-3fe68ec33e97" providerId="ADAL" clId="{424CC4A3-94C0-43E4-A801-8F92997663E9}" dt="2024-08-23T08:54:52.855" v="208" actId="478"/>
          <ac:picMkLst>
            <pc:docMk/>
            <pc:sldMasterMk cId="0" sldId="2147483648"/>
            <ac:picMk id="45" creationId="{29CC7BCC-8F9F-1BF5-23DC-3A37AC4A54C0}"/>
          </ac:picMkLst>
        </pc:picChg>
        <pc:sldLayoutChg chg="addSp delSp modSp mod">
          <pc:chgData name="Georges MATHIO" userId="1057b68d-d9cf-4cd5-bc4c-3fe68ec33e97" providerId="ADAL" clId="{424CC4A3-94C0-43E4-A801-8F92997663E9}" dt="2024-08-23T08:56:34.014" v="236" actId="478"/>
          <pc:sldLayoutMkLst>
            <pc:docMk/>
            <pc:sldMasterMk cId="0" sldId="2147483648"/>
            <pc:sldLayoutMk cId="0" sldId="2147483649"/>
          </pc:sldLayoutMkLst>
          <pc:spChg chg="add del">
            <ac:chgData name="Georges MATHIO" userId="1057b68d-d9cf-4cd5-bc4c-3fe68ec33e97" providerId="ADAL" clId="{424CC4A3-94C0-43E4-A801-8F92997663E9}" dt="2024-08-23T08:52:58.450" v="127" actId="478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2:52.399" v="116" actId="478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3.793" v="235" actId="478"/>
            <ac:spMkLst>
              <pc:docMk/>
              <pc:sldMasterMk cId="0" sldId="2147483648"/>
              <pc:sldLayoutMk cId="0" sldId="2147483649"/>
              <ac:spMk id="4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3.589" v="234" actId="478"/>
            <ac:spMkLst>
              <pc:docMk/>
              <pc:sldMasterMk cId="0" sldId="2147483648"/>
              <pc:sldLayoutMk cId="0" sldId="2147483649"/>
              <ac:spMk id="5" creationId="{00000000-0000-0000-0000-000000000000}"/>
            </ac:spMkLst>
          </pc:spChg>
          <pc:spChg chg="add del mod">
            <ac:chgData name="Georges MATHIO" userId="1057b68d-d9cf-4cd5-bc4c-3fe68ec33e97" providerId="ADAL" clId="{424CC4A3-94C0-43E4-A801-8F92997663E9}" dt="2024-08-23T08:56:34.014" v="236" actId="478"/>
            <ac:spMkLst>
              <pc:docMk/>
              <pc:sldMasterMk cId="0" sldId="2147483648"/>
              <pc:sldLayoutMk cId="0" sldId="2147483649"/>
              <ac:spMk id="6" creationId="{00000000-0000-0000-0000-000000000000}"/>
            </ac:spMkLst>
          </pc:spChg>
          <pc:picChg chg="add del">
            <ac:chgData name="Georges MATHIO" userId="1057b68d-d9cf-4cd5-bc4c-3fe68ec33e97" providerId="ADAL" clId="{424CC4A3-94C0-43E4-A801-8F92997663E9}" dt="2024-08-23T08:53:44.237" v="166" actId="478"/>
            <ac:picMkLst>
              <pc:docMk/>
              <pc:sldMasterMk cId="0" sldId="2147483648"/>
              <pc:sldLayoutMk cId="0" sldId="2147483649"/>
              <ac:picMk id="7" creationId="{00000000-0000-0000-0000-000000000000}"/>
            </ac:picMkLst>
          </pc:picChg>
          <pc:picChg chg="add mod ord">
            <ac:chgData name="Georges MATHIO" userId="1057b68d-d9cf-4cd5-bc4c-3fe68ec33e97" providerId="ADAL" clId="{424CC4A3-94C0-43E4-A801-8F92997663E9}" dt="2024-08-23T08:56:33.184" v="232" actId="167"/>
            <ac:picMkLst>
              <pc:docMk/>
              <pc:sldMasterMk cId="0" sldId="2147483648"/>
              <pc:sldLayoutMk cId="0" sldId="2147483649"/>
              <ac:picMk id="8" creationId="{6E3A0FE5-C39A-1C49-86B6-D92A234AE4B7}"/>
            </ac:picMkLst>
          </pc:picChg>
          <pc:picChg chg="add mod">
            <ac:chgData name="Georges MATHIO" userId="1057b68d-d9cf-4cd5-bc4c-3fe68ec33e97" providerId="ADAL" clId="{424CC4A3-94C0-43E4-A801-8F92997663E9}" dt="2024-08-23T08:54:41.138" v="206"/>
            <ac:picMkLst>
              <pc:docMk/>
              <pc:sldMasterMk cId="0" sldId="2147483648"/>
              <pc:sldLayoutMk cId="0" sldId="2147483649"/>
              <ac:picMk id="9" creationId="{3F729055-8133-87FB-66B4-579C0EA28CF3}"/>
            </ac:picMkLst>
          </pc:picChg>
        </pc:sldLayoutChg>
        <pc:sldLayoutChg chg="addSp delSp modSp mod">
          <pc:chgData name="Georges MATHIO" userId="1057b68d-d9cf-4cd5-bc4c-3fe68ec33e97" providerId="ADAL" clId="{424CC4A3-94C0-43E4-A801-8F92997663E9}" dt="2024-08-23T08:56:45.269" v="239"/>
          <pc:sldLayoutMkLst>
            <pc:docMk/>
            <pc:sldMasterMk cId="0" sldId="2147483648"/>
            <pc:sldLayoutMk cId="0" sldId="2147483650"/>
          </pc:sldLayoutMkLst>
          <pc:spChg chg="add del">
            <ac:chgData name="Georges MATHIO" userId="1057b68d-d9cf-4cd5-bc4c-3fe68ec33e97" providerId="ADAL" clId="{424CC4A3-94C0-43E4-A801-8F92997663E9}" dt="2024-08-23T08:56:33.005" v="231" actId="478"/>
            <ac:spMkLst>
              <pc:docMk/>
              <pc:sldMasterMk cId="0" sldId="2147483648"/>
              <pc:sldLayoutMk cId="0" sldId="2147483650"/>
              <ac:spMk id="4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3.005" v="231" actId="478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3.005" v="231" actId="478"/>
            <ac:spMkLst>
              <pc:docMk/>
              <pc:sldMasterMk cId="0" sldId="2147483648"/>
              <pc:sldLayoutMk cId="0" sldId="2147483650"/>
              <ac:spMk id="6" creationId="{00000000-0000-0000-0000-000000000000}"/>
            </ac:spMkLst>
          </pc:spChg>
          <pc:picChg chg="add del">
            <ac:chgData name="Georges MATHIO" userId="1057b68d-d9cf-4cd5-bc4c-3fe68ec33e97" providerId="ADAL" clId="{424CC4A3-94C0-43E4-A801-8F92997663E9}" dt="2024-08-23T08:54:33.462" v="205" actId="478"/>
            <ac:picMkLst>
              <pc:docMk/>
              <pc:sldMasterMk cId="0" sldId="2147483648"/>
              <pc:sldLayoutMk cId="0" sldId="2147483650"/>
              <ac:picMk id="7" creationId="{00000000-0000-0000-0000-000000000000}"/>
            </ac:picMkLst>
          </pc:picChg>
          <pc:picChg chg="add mod">
            <ac:chgData name="Georges MATHIO" userId="1057b68d-d9cf-4cd5-bc4c-3fe68ec33e97" providerId="ADAL" clId="{424CC4A3-94C0-43E4-A801-8F92997663E9}" dt="2024-08-23T08:56:45.269" v="239"/>
            <ac:picMkLst>
              <pc:docMk/>
              <pc:sldMasterMk cId="0" sldId="2147483648"/>
              <pc:sldLayoutMk cId="0" sldId="2147483650"/>
              <ac:picMk id="8" creationId="{C0E4D736-DF0E-6FFB-D4A2-46F677BC3666}"/>
            </ac:picMkLst>
          </pc:picChg>
        </pc:sldLayoutChg>
        <pc:sldLayoutChg chg="addSp delSp modSp mod">
          <pc:chgData name="Georges MATHIO" userId="1057b68d-d9cf-4cd5-bc4c-3fe68ec33e97" providerId="ADAL" clId="{424CC4A3-94C0-43E4-A801-8F92997663E9}" dt="2024-08-23T08:56:42.345" v="238" actId="167"/>
          <pc:sldLayoutMkLst>
            <pc:docMk/>
            <pc:sldMasterMk cId="0" sldId="2147483648"/>
            <pc:sldLayoutMk cId="0" sldId="2147483654"/>
          </pc:sldLayoutMkLst>
          <pc:spChg chg="add del mod">
            <ac:chgData name="Georges MATHIO" userId="1057b68d-d9cf-4cd5-bc4c-3fe68ec33e97" providerId="ADAL" clId="{424CC4A3-94C0-43E4-A801-8F92997663E9}" dt="2024-08-23T08:56:32.800" v="230" actId="478"/>
            <ac:spMkLst>
              <pc:docMk/>
              <pc:sldMasterMk cId="0" sldId="2147483648"/>
              <pc:sldLayoutMk cId="0" sldId="2147483654"/>
              <ac:spMk id="3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2.800" v="230" actId="478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2.800" v="230" actId="478"/>
            <ac:spMkLst>
              <pc:docMk/>
              <pc:sldMasterMk cId="0" sldId="2147483648"/>
              <pc:sldLayoutMk cId="0" sldId="2147483654"/>
              <ac:spMk id="5" creationId="{00000000-0000-0000-0000-000000000000}"/>
            </ac:spMkLst>
          </pc:spChg>
          <pc:picChg chg="add del mod">
            <ac:chgData name="Georges MATHIO" userId="1057b68d-d9cf-4cd5-bc4c-3fe68ec33e97" providerId="ADAL" clId="{424CC4A3-94C0-43E4-A801-8F92997663E9}" dt="2024-08-23T08:56:32.443" v="229" actId="478"/>
            <ac:picMkLst>
              <pc:docMk/>
              <pc:sldMasterMk cId="0" sldId="2147483648"/>
              <pc:sldLayoutMk cId="0" sldId="2147483654"/>
              <ac:picMk id="6" creationId="{00000000-0000-0000-0000-000000000000}"/>
            </ac:picMkLst>
          </pc:picChg>
          <pc:picChg chg="add mod ord">
            <ac:chgData name="Georges MATHIO" userId="1057b68d-d9cf-4cd5-bc4c-3fe68ec33e97" providerId="ADAL" clId="{424CC4A3-94C0-43E4-A801-8F92997663E9}" dt="2024-08-23T08:56:42.345" v="238" actId="167"/>
            <ac:picMkLst>
              <pc:docMk/>
              <pc:sldMasterMk cId="0" sldId="2147483648"/>
              <pc:sldLayoutMk cId="0" sldId="2147483654"/>
              <ac:picMk id="7" creationId="{91C81237-E8B3-96FF-4819-AA9DE4BC9394}"/>
            </ac:picMkLst>
          </pc:picChg>
        </pc:sldLayoutChg>
      </pc:sldMasterChg>
    </pc:docChg>
  </pc:docChgLst>
  <pc:docChgLst>
    <pc:chgData name="Georges MATHIO" userId="1057b68d-d9cf-4cd5-bc4c-3fe68ec33e97" providerId="ADAL" clId="{8AF3445E-77C6-4CCD-9605-C0E907269ED2}"/>
    <pc:docChg chg="undo custSel addSld delSld modSld sldOrd">
      <pc:chgData name="Georges MATHIO" userId="1057b68d-d9cf-4cd5-bc4c-3fe68ec33e97" providerId="ADAL" clId="{8AF3445E-77C6-4CCD-9605-C0E907269ED2}" dt="2024-12-05T16:59:39.764" v="1978" actId="20577"/>
      <pc:docMkLst>
        <pc:docMk/>
      </pc:docMkLst>
      <pc:sldChg chg="addSp delSp modSp mod setBg addAnim modAnim">
        <pc:chgData name="Georges MATHIO" userId="1057b68d-d9cf-4cd5-bc4c-3fe68ec33e97" providerId="ADAL" clId="{8AF3445E-77C6-4CCD-9605-C0E907269ED2}" dt="2024-11-05T14:25:07.202" v="25"/>
        <pc:sldMkLst>
          <pc:docMk/>
          <pc:sldMk cId="2526593619" sldId="256"/>
        </pc:sldMkLst>
        <pc:spChg chg="mod">
          <ac:chgData name="Georges MATHIO" userId="1057b68d-d9cf-4cd5-bc4c-3fe68ec33e97" providerId="ADAL" clId="{8AF3445E-77C6-4CCD-9605-C0E907269ED2}" dt="2024-11-05T14:24:59.258" v="20" actId="26606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1057b68d-d9cf-4cd5-bc4c-3fe68ec33e97" providerId="ADAL" clId="{8AF3445E-77C6-4CCD-9605-C0E907269ED2}" dt="2024-11-05T14:24:59.258" v="20" actId="26606"/>
          <ac:spMkLst>
            <pc:docMk/>
            <pc:sldMk cId="2526593619" sldId="256"/>
            <ac:spMk id="3" creationId="{00000000-0000-0000-0000-000000000000}"/>
          </ac:spMkLst>
        </pc:spChg>
        <pc:spChg chg="add">
          <ac:chgData name="Georges MATHIO" userId="1057b68d-d9cf-4cd5-bc4c-3fe68ec33e97" providerId="ADAL" clId="{8AF3445E-77C6-4CCD-9605-C0E907269ED2}" dt="2024-11-05T14:24:59.258" v="20" actId="26606"/>
          <ac:spMkLst>
            <pc:docMk/>
            <pc:sldMk cId="2526593619" sldId="256"/>
            <ac:spMk id="1035" creationId="{F4A20210-FA90-4B6D-8D2E-1B90054E097A}"/>
          </ac:spMkLst>
        </pc:spChg>
        <pc:spChg chg="add">
          <ac:chgData name="Georges MATHIO" userId="1057b68d-d9cf-4cd5-bc4c-3fe68ec33e97" providerId="ADAL" clId="{8AF3445E-77C6-4CCD-9605-C0E907269ED2}" dt="2024-11-05T14:24:59.258" v="20" actId="26606"/>
          <ac:spMkLst>
            <pc:docMk/>
            <pc:sldMk cId="2526593619" sldId="256"/>
            <ac:spMk id="1037" creationId="{39213B44-68B7-47E7-B506-5C79FCF80924}"/>
          </ac:spMkLst>
        </pc:spChg>
        <pc:grpChg chg="add">
          <ac:chgData name="Georges MATHIO" userId="1057b68d-d9cf-4cd5-bc4c-3fe68ec33e97" providerId="ADAL" clId="{8AF3445E-77C6-4CCD-9605-C0E907269ED2}" dt="2024-11-05T14:24:59.258" v="20" actId="26606"/>
          <ac:grpSpMkLst>
            <pc:docMk/>
            <pc:sldMk cId="2526593619" sldId="256"/>
            <ac:grpSpMk id="1039" creationId="{39084D60-65A6-45F8-8C17-3529E43F1C39}"/>
          </ac:grpSpMkLst>
        </pc:grpChg>
        <pc:picChg chg="del mod">
          <ac:chgData name="Georges MATHIO" userId="1057b68d-d9cf-4cd5-bc4c-3fe68ec33e97" providerId="ADAL" clId="{8AF3445E-77C6-4CCD-9605-C0E907269ED2}" dt="2024-11-05T14:24:26.705" v="17" actId="478"/>
          <ac:picMkLst>
            <pc:docMk/>
            <pc:sldMk cId="2526593619" sldId="256"/>
            <ac:picMk id="6" creationId="{08C3A4D1-8E2F-24DA-BD5E-B8B49073D637}"/>
          </ac:picMkLst>
        </pc:picChg>
        <pc:picChg chg="add mod ord">
          <ac:chgData name="Georges MATHIO" userId="1057b68d-d9cf-4cd5-bc4c-3fe68ec33e97" providerId="ADAL" clId="{8AF3445E-77C6-4CCD-9605-C0E907269ED2}" dt="2024-11-05T14:25:07.092" v="24" actId="27614"/>
          <ac:picMkLst>
            <pc:docMk/>
            <pc:sldMk cId="2526593619" sldId="256"/>
            <ac:picMk id="1026" creationId="{C4688CE4-9A4F-BB8A-CCEB-3AC3C2A9F943}"/>
          </ac:picMkLst>
        </pc:picChg>
        <pc:picChg chg="add">
          <ac:chgData name="Georges MATHIO" userId="1057b68d-d9cf-4cd5-bc4c-3fe68ec33e97" providerId="ADAL" clId="{8AF3445E-77C6-4CCD-9605-C0E907269ED2}" dt="2024-11-05T14:24:59.258" v="20" actId="26606"/>
          <ac:picMkLst>
            <pc:docMk/>
            <pc:sldMk cId="2526593619" sldId="256"/>
            <ac:picMk id="1031" creationId="{CBECFFDC-94DB-4DA3-94FE-22FEDDA8FA30}"/>
          </ac:picMkLst>
        </pc:picChg>
        <pc:picChg chg="add">
          <ac:chgData name="Georges MATHIO" userId="1057b68d-d9cf-4cd5-bc4c-3fe68ec33e97" providerId="ADAL" clId="{8AF3445E-77C6-4CCD-9605-C0E907269ED2}" dt="2024-11-05T14:24:59.258" v="20" actId="26606"/>
          <ac:picMkLst>
            <pc:docMk/>
            <pc:sldMk cId="2526593619" sldId="256"/>
            <ac:picMk id="1033" creationId="{545F67A4-7428-47F3-AE14-8CA43D976E11}"/>
          </ac:picMkLst>
        </pc:picChg>
      </pc:sldChg>
      <pc:sldChg chg="addSp delSp modSp mod">
        <pc:chgData name="Georges MATHIO" userId="1057b68d-d9cf-4cd5-bc4c-3fe68ec33e97" providerId="ADAL" clId="{8AF3445E-77C6-4CCD-9605-C0E907269ED2}" dt="2024-12-05T16:59:39.764" v="1978" actId="20577"/>
        <pc:sldMkLst>
          <pc:docMk/>
          <pc:sldMk cId="1824297136" sldId="257"/>
        </pc:sldMkLst>
        <pc:spChg chg="mod">
          <ac:chgData name="Georges MATHIO" userId="1057b68d-d9cf-4cd5-bc4c-3fe68ec33e97" providerId="ADAL" clId="{8AF3445E-77C6-4CCD-9605-C0E907269ED2}" dt="2024-12-05T16:59:39.764" v="1978" actId="20577"/>
          <ac:spMkLst>
            <pc:docMk/>
            <pc:sldMk cId="1824297136" sldId="257"/>
            <ac:spMk id="3" creationId="{F877468A-C6BD-DFB1-948A-75293497D502}"/>
          </ac:spMkLst>
        </pc:spChg>
        <pc:spChg chg="add del mod">
          <ac:chgData name="Georges MATHIO" userId="1057b68d-d9cf-4cd5-bc4c-3fe68ec33e97" providerId="ADAL" clId="{8AF3445E-77C6-4CCD-9605-C0E907269ED2}" dt="2024-11-08T12:36:37.004" v="1446" actId="478"/>
          <ac:spMkLst>
            <pc:docMk/>
            <pc:sldMk cId="1824297136" sldId="257"/>
            <ac:spMk id="4" creationId="{0D8F01E4-5AE5-34A1-40DB-55A9553CE08E}"/>
          </ac:spMkLst>
        </pc:spChg>
        <pc:picChg chg="add mod ord">
          <ac:chgData name="Georges MATHIO" userId="1057b68d-d9cf-4cd5-bc4c-3fe68ec33e97" providerId="ADAL" clId="{8AF3445E-77C6-4CCD-9605-C0E907269ED2}" dt="2024-11-13T08:48:48.076" v="1464" actId="167"/>
          <ac:picMkLst>
            <pc:docMk/>
            <pc:sldMk cId="1824297136" sldId="257"/>
            <ac:picMk id="4" creationId="{1595EE61-E632-1864-E988-BE0388604E73}"/>
          </ac:picMkLst>
        </pc:picChg>
        <pc:picChg chg="add del mod ord">
          <ac:chgData name="Georges MATHIO" userId="1057b68d-d9cf-4cd5-bc4c-3fe68ec33e97" providerId="ADAL" clId="{8AF3445E-77C6-4CCD-9605-C0E907269ED2}" dt="2024-11-13T08:48:49.757" v="1465" actId="478"/>
          <ac:picMkLst>
            <pc:docMk/>
            <pc:sldMk cId="1824297136" sldId="257"/>
            <ac:picMk id="6" creationId="{FAB060D0-E8E5-2BD6-6A82-9F216D26BD6F}"/>
          </ac:picMkLst>
        </pc:picChg>
        <pc:picChg chg="del mod">
          <ac:chgData name="Georges MATHIO" userId="1057b68d-d9cf-4cd5-bc4c-3fe68ec33e97" providerId="ADAL" clId="{8AF3445E-77C6-4CCD-9605-C0E907269ED2}" dt="2024-11-08T12:43:33.968" v="1459" actId="478"/>
          <ac:picMkLst>
            <pc:docMk/>
            <pc:sldMk cId="1824297136" sldId="257"/>
            <ac:picMk id="9" creationId="{59CADDEB-7579-FE28-281D-0238BE80DCD4}"/>
          </ac:picMkLst>
        </pc:picChg>
      </pc:sldChg>
      <pc:sldChg chg="del">
        <pc:chgData name="Georges MATHIO" userId="1057b68d-d9cf-4cd5-bc4c-3fe68ec33e97" providerId="ADAL" clId="{8AF3445E-77C6-4CCD-9605-C0E907269ED2}" dt="2024-11-08T10:04:14.340" v="1249" actId="47"/>
        <pc:sldMkLst>
          <pc:docMk/>
          <pc:sldMk cId="2846849086" sldId="258"/>
        </pc:sldMkLst>
      </pc:sldChg>
      <pc:sldChg chg="del">
        <pc:chgData name="Georges MATHIO" userId="1057b68d-d9cf-4cd5-bc4c-3fe68ec33e97" providerId="ADAL" clId="{8AF3445E-77C6-4CCD-9605-C0E907269ED2}" dt="2024-11-05T14:22:12.900" v="3" actId="47"/>
        <pc:sldMkLst>
          <pc:docMk/>
          <pc:sldMk cId="283063719" sldId="259"/>
        </pc:sldMkLst>
      </pc:sldChg>
      <pc:sldChg chg="addSp delSp modSp add mod">
        <pc:chgData name="Georges MATHIO" userId="1057b68d-d9cf-4cd5-bc4c-3fe68ec33e97" providerId="ADAL" clId="{8AF3445E-77C6-4CCD-9605-C0E907269ED2}" dt="2024-11-15T12:22:45.879" v="1466" actId="1076"/>
        <pc:sldMkLst>
          <pc:docMk/>
          <pc:sldMk cId="1739688591" sldId="259"/>
        </pc:sldMkLst>
        <pc:spChg chg="mod">
          <ac:chgData name="Georges MATHIO" userId="1057b68d-d9cf-4cd5-bc4c-3fe68ec33e97" providerId="ADAL" clId="{8AF3445E-77C6-4CCD-9605-C0E907269ED2}" dt="2024-11-05T15:22:36.184" v="78" actId="20577"/>
          <ac:spMkLst>
            <pc:docMk/>
            <pc:sldMk cId="1739688591" sldId="259"/>
            <ac:spMk id="2" creationId="{72A15452-3890-253E-ACD2-55FAE81E8BBE}"/>
          </ac:spMkLst>
        </pc:spChg>
        <pc:spChg chg="mod">
          <ac:chgData name="Georges MATHIO" userId="1057b68d-d9cf-4cd5-bc4c-3fe68ec33e97" providerId="ADAL" clId="{8AF3445E-77C6-4CCD-9605-C0E907269ED2}" dt="2024-11-15T12:22:45.879" v="1466" actId="1076"/>
          <ac:spMkLst>
            <pc:docMk/>
            <pc:sldMk cId="1739688591" sldId="259"/>
            <ac:spMk id="3" creationId="{7294644B-08D5-292D-A437-88C4CFDB3668}"/>
          </ac:spMkLst>
        </pc:spChg>
        <pc:spChg chg="del">
          <ac:chgData name="Georges MATHIO" userId="1057b68d-d9cf-4cd5-bc4c-3fe68ec33e97" providerId="ADAL" clId="{8AF3445E-77C6-4CCD-9605-C0E907269ED2}" dt="2024-11-05T15:22:44.468" v="81" actId="478"/>
          <ac:spMkLst>
            <pc:docMk/>
            <pc:sldMk cId="1739688591" sldId="259"/>
            <ac:spMk id="7" creationId="{FD85AA37-7DE8-528B-285C-4121BE0EB79F}"/>
          </ac:spMkLst>
        </pc:spChg>
        <pc:spChg chg="del">
          <ac:chgData name="Georges MATHIO" userId="1057b68d-d9cf-4cd5-bc4c-3fe68ec33e97" providerId="ADAL" clId="{8AF3445E-77C6-4CCD-9605-C0E907269ED2}" dt="2024-11-05T15:22:42.220" v="79" actId="478"/>
          <ac:spMkLst>
            <pc:docMk/>
            <pc:sldMk cId="1739688591" sldId="259"/>
            <ac:spMk id="8" creationId="{9B641AFF-278B-A24F-F056-ED2929AA0157}"/>
          </ac:spMkLst>
        </pc:spChg>
        <pc:spChg chg="del">
          <ac:chgData name="Georges MATHIO" userId="1057b68d-d9cf-4cd5-bc4c-3fe68ec33e97" providerId="ADAL" clId="{8AF3445E-77C6-4CCD-9605-C0E907269ED2}" dt="2024-11-05T15:22:47.406" v="82" actId="478"/>
          <ac:spMkLst>
            <pc:docMk/>
            <pc:sldMk cId="1739688591" sldId="259"/>
            <ac:spMk id="9" creationId="{D79C34D3-D0BB-6154-84D6-E96092E69872}"/>
          </ac:spMkLst>
        </pc:spChg>
        <pc:spChg chg="add mod">
          <ac:chgData name="Georges MATHIO" userId="1057b68d-d9cf-4cd5-bc4c-3fe68ec33e97" providerId="ADAL" clId="{8AF3445E-77C6-4CCD-9605-C0E907269ED2}" dt="2024-11-05T15:34:31.168" v="531" actId="20577"/>
          <ac:spMkLst>
            <pc:docMk/>
            <pc:sldMk cId="1739688591" sldId="259"/>
            <ac:spMk id="10" creationId="{17BBD867-6DA0-5ACA-5F7F-44D58F838D24}"/>
          </ac:spMkLst>
        </pc:spChg>
        <pc:picChg chg="add mod">
          <ac:chgData name="Georges MATHIO" userId="1057b68d-d9cf-4cd5-bc4c-3fe68ec33e97" providerId="ADAL" clId="{8AF3445E-77C6-4CCD-9605-C0E907269ED2}" dt="2024-11-08T09:00:21.913" v="1112" actId="108"/>
          <ac:picMkLst>
            <pc:docMk/>
            <pc:sldMk cId="1739688591" sldId="259"/>
            <ac:picMk id="5" creationId="{F108FBEA-8925-0DAC-AE26-D3EC4BF38CBD}"/>
          </ac:picMkLst>
        </pc:picChg>
        <pc:picChg chg="del">
          <ac:chgData name="Georges MATHIO" userId="1057b68d-d9cf-4cd5-bc4c-3fe68ec33e97" providerId="ADAL" clId="{8AF3445E-77C6-4CCD-9605-C0E907269ED2}" dt="2024-11-05T15:22:42.787" v="80" actId="478"/>
          <ac:picMkLst>
            <pc:docMk/>
            <pc:sldMk cId="1739688591" sldId="259"/>
            <ac:picMk id="6" creationId="{E330EF08-8B87-BEE0-A327-C57A360FAD00}"/>
          </ac:picMkLst>
        </pc:picChg>
        <pc:picChg chg="add mod">
          <ac:chgData name="Georges MATHIO" userId="1057b68d-d9cf-4cd5-bc4c-3fe68ec33e97" providerId="ADAL" clId="{8AF3445E-77C6-4CCD-9605-C0E907269ED2}" dt="2024-11-05T15:27:34.663" v="257" actId="1076"/>
          <ac:picMkLst>
            <pc:docMk/>
            <pc:sldMk cId="1739688591" sldId="259"/>
            <ac:picMk id="1026" creationId="{A5FB736A-6DEF-20DA-DFCB-CAF7243BC0A1}"/>
          </ac:picMkLst>
        </pc:picChg>
      </pc:sldChg>
      <pc:sldChg chg="addSp delSp modSp add mod">
        <pc:chgData name="Georges MATHIO" userId="1057b68d-d9cf-4cd5-bc4c-3fe68ec33e97" providerId="ADAL" clId="{8AF3445E-77C6-4CCD-9605-C0E907269ED2}" dt="2024-11-21T12:01:27.586" v="1959" actId="20577"/>
        <pc:sldMkLst>
          <pc:docMk/>
          <pc:sldMk cId="470571952" sldId="260"/>
        </pc:sldMkLst>
        <pc:spChg chg="mod">
          <ac:chgData name="Georges MATHIO" userId="1057b68d-d9cf-4cd5-bc4c-3fe68ec33e97" providerId="ADAL" clId="{8AF3445E-77C6-4CCD-9605-C0E907269ED2}" dt="2024-11-05T15:24:35.186" v="136" actId="20577"/>
          <ac:spMkLst>
            <pc:docMk/>
            <pc:sldMk cId="470571952" sldId="260"/>
            <ac:spMk id="2" creationId="{96F45211-A231-2649-07D3-A68AB46A3D75}"/>
          </ac:spMkLst>
        </pc:spChg>
        <pc:spChg chg="mod">
          <ac:chgData name="Georges MATHIO" userId="1057b68d-d9cf-4cd5-bc4c-3fe68ec33e97" providerId="ADAL" clId="{8AF3445E-77C6-4CCD-9605-C0E907269ED2}" dt="2024-11-21T12:01:27.586" v="1959" actId="20577"/>
          <ac:spMkLst>
            <pc:docMk/>
            <pc:sldMk cId="470571952" sldId="260"/>
            <ac:spMk id="3" creationId="{ABD57341-8934-612B-DC1B-C154530EBBD4}"/>
          </ac:spMkLst>
        </pc:spChg>
        <pc:spChg chg="add mod">
          <ac:chgData name="Georges MATHIO" userId="1057b68d-d9cf-4cd5-bc4c-3fe68ec33e97" providerId="ADAL" clId="{8AF3445E-77C6-4CCD-9605-C0E907269ED2}" dt="2024-11-08T09:04:23.760" v="1204" actId="1076"/>
          <ac:spMkLst>
            <pc:docMk/>
            <pc:sldMk cId="470571952" sldId="260"/>
            <ac:spMk id="5" creationId="{B0ACDF16-1DA2-EB5E-841B-4AB8BB64B030}"/>
          </ac:spMkLst>
        </pc:spChg>
        <pc:picChg chg="add mod">
          <ac:chgData name="Georges MATHIO" userId="1057b68d-d9cf-4cd5-bc4c-3fe68ec33e97" providerId="ADAL" clId="{8AF3445E-77C6-4CCD-9605-C0E907269ED2}" dt="2024-11-15T12:24:17.290" v="1474" actId="1076"/>
          <ac:picMkLst>
            <pc:docMk/>
            <pc:sldMk cId="470571952" sldId="260"/>
            <ac:picMk id="4" creationId="{4B41AF0F-D0DB-7EA6-0E1C-042AF06AC496}"/>
          </ac:picMkLst>
        </pc:picChg>
        <pc:picChg chg="add mod">
          <ac:chgData name="Georges MATHIO" userId="1057b68d-d9cf-4cd5-bc4c-3fe68ec33e97" providerId="ADAL" clId="{8AF3445E-77C6-4CCD-9605-C0E907269ED2}" dt="2024-11-08T09:05:09.897" v="1209" actId="1076"/>
          <ac:picMkLst>
            <pc:docMk/>
            <pc:sldMk cId="470571952" sldId="260"/>
            <ac:picMk id="6" creationId="{53D643FE-72F6-1EA5-CF11-16995134FFED}"/>
          </ac:picMkLst>
        </pc:picChg>
        <pc:picChg chg="add mod">
          <ac:chgData name="Georges MATHIO" userId="1057b68d-d9cf-4cd5-bc4c-3fe68ec33e97" providerId="ADAL" clId="{8AF3445E-77C6-4CCD-9605-C0E907269ED2}" dt="2024-11-08T09:06:12.163" v="1237" actId="1038"/>
          <ac:picMkLst>
            <pc:docMk/>
            <pc:sldMk cId="470571952" sldId="260"/>
            <ac:picMk id="7" creationId="{74FEB858-C34C-0B95-6FAE-B51FE197AB95}"/>
          </ac:picMkLst>
        </pc:picChg>
        <pc:picChg chg="add mod">
          <ac:chgData name="Georges MATHIO" userId="1057b68d-d9cf-4cd5-bc4c-3fe68ec33e97" providerId="ADAL" clId="{8AF3445E-77C6-4CCD-9605-C0E907269ED2}" dt="2024-11-08T09:06:02.027" v="1224" actId="1076"/>
          <ac:picMkLst>
            <pc:docMk/>
            <pc:sldMk cId="470571952" sldId="260"/>
            <ac:picMk id="8" creationId="{C0F37B43-C962-4F92-9205-AAA2ECCC346D}"/>
          </ac:picMkLst>
        </pc:picChg>
        <pc:picChg chg="add mod modCrop">
          <ac:chgData name="Georges MATHIO" userId="1057b68d-d9cf-4cd5-bc4c-3fe68ec33e97" providerId="ADAL" clId="{8AF3445E-77C6-4CCD-9605-C0E907269ED2}" dt="2024-11-08T12:34:24.817" v="1406" actId="1038"/>
          <ac:picMkLst>
            <pc:docMk/>
            <pc:sldMk cId="470571952" sldId="260"/>
            <ac:picMk id="9" creationId="{2B8A11DF-830F-7C87-C9FA-6C724169145C}"/>
          </ac:picMkLst>
        </pc:picChg>
        <pc:picChg chg="add del mod">
          <ac:chgData name="Georges MATHIO" userId="1057b68d-d9cf-4cd5-bc4c-3fe68ec33e97" providerId="ADAL" clId="{8AF3445E-77C6-4CCD-9605-C0E907269ED2}" dt="2024-11-15T12:24:02.530" v="1469" actId="478"/>
          <ac:picMkLst>
            <pc:docMk/>
            <pc:sldMk cId="470571952" sldId="260"/>
            <ac:picMk id="10" creationId="{8B11952F-E2C8-F341-5031-AE9A073201DA}"/>
          </ac:picMkLst>
        </pc:picChg>
        <pc:picChg chg="add mod">
          <ac:chgData name="Georges MATHIO" userId="1057b68d-d9cf-4cd5-bc4c-3fe68ec33e97" providerId="ADAL" clId="{8AF3445E-77C6-4CCD-9605-C0E907269ED2}" dt="2024-11-08T12:34:32.393" v="1416" actId="1037"/>
          <ac:picMkLst>
            <pc:docMk/>
            <pc:sldMk cId="470571952" sldId="260"/>
            <ac:picMk id="11" creationId="{0CD0FD92-73EC-E5A5-E19E-4D8CEF42A137}"/>
          </ac:picMkLst>
        </pc:picChg>
        <pc:picChg chg="add mod">
          <ac:chgData name="Georges MATHIO" userId="1057b68d-d9cf-4cd5-bc4c-3fe68ec33e97" providerId="ADAL" clId="{8AF3445E-77C6-4CCD-9605-C0E907269ED2}" dt="2024-11-08T09:03:16.777" v="1192" actId="108"/>
          <ac:picMkLst>
            <pc:docMk/>
            <pc:sldMk cId="470571952" sldId="260"/>
            <ac:picMk id="1026" creationId="{9DE16ECB-77BB-8E99-D170-DA458FA057B1}"/>
          </ac:picMkLst>
        </pc:picChg>
      </pc:sldChg>
      <pc:sldChg chg="addSp delSp modSp add mod">
        <pc:chgData name="Georges MATHIO" userId="1057b68d-d9cf-4cd5-bc4c-3fe68ec33e97" providerId="ADAL" clId="{8AF3445E-77C6-4CCD-9605-C0E907269ED2}" dt="2024-11-15T12:22:54.842" v="1468" actId="1076"/>
        <pc:sldMkLst>
          <pc:docMk/>
          <pc:sldMk cId="249482837" sldId="261"/>
        </pc:sldMkLst>
        <pc:spChg chg="mod">
          <ac:chgData name="Georges MATHIO" userId="1057b68d-d9cf-4cd5-bc4c-3fe68ec33e97" providerId="ADAL" clId="{8AF3445E-77C6-4CCD-9605-C0E907269ED2}" dt="2024-11-05T15:29:28.485" v="389" actId="20577"/>
          <ac:spMkLst>
            <pc:docMk/>
            <pc:sldMk cId="249482837" sldId="261"/>
            <ac:spMk id="2" creationId="{DB52FDEA-90FF-C77B-C5AF-2EFD1B791BD5}"/>
          </ac:spMkLst>
        </pc:spChg>
        <pc:spChg chg="mod">
          <ac:chgData name="Georges MATHIO" userId="1057b68d-d9cf-4cd5-bc4c-3fe68ec33e97" providerId="ADAL" clId="{8AF3445E-77C6-4CCD-9605-C0E907269ED2}" dt="2024-11-15T12:22:54.842" v="1468" actId="1076"/>
          <ac:spMkLst>
            <pc:docMk/>
            <pc:sldMk cId="249482837" sldId="261"/>
            <ac:spMk id="3" creationId="{8A08F1CB-815C-B964-CF16-1442D0F8ED5A}"/>
          </ac:spMkLst>
        </pc:spChg>
        <pc:spChg chg="add mod">
          <ac:chgData name="Georges MATHIO" userId="1057b68d-d9cf-4cd5-bc4c-3fe68ec33e97" providerId="ADAL" clId="{8AF3445E-77C6-4CCD-9605-C0E907269ED2}" dt="2024-11-05T15:34:54.644" v="566" actId="20577"/>
          <ac:spMkLst>
            <pc:docMk/>
            <pc:sldMk cId="249482837" sldId="261"/>
            <ac:spMk id="11" creationId="{2BE0D524-709D-1698-1D63-F269E21C7814}"/>
          </ac:spMkLst>
        </pc:spChg>
        <pc:picChg chg="del">
          <ac:chgData name="Georges MATHIO" userId="1057b68d-d9cf-4cd5-bc4c-3fe68ec33e97" providerId="ADAL" clId="{8AF3445E-77C6-4CCD-9605-C0E907269ED2}" dt="2024-11-05T15:32:16.565" v="447" actId="478"/>
          <ac:picMkLst>
            <pc:docMk/>
            <pc:sldMk cId="249482837" sldId="261"/>
            <ac:picMk id="5" creationId="{4934542C-1E21-36FC-0ADA-2D3EC94CBA0E}"/>
          </ac:picMkLst>
        </pc:picChg>
        <pc:picChg chg="add del mod">
          <ac:chgData name="Georges MATHIO" userId="1057b68d-d9cf-4cd5-bc4c-3fe68ec33e97" providerId="ADAL" clId="{8AF3445E-77C6-4CCD-9605-C0E907269ED2}" dt="2024-11-05T15:32:26.889" v="451" actId="478"/>
          <ac:picMkLst>
            <pc:docMk/>
            <pc:sldMk cId="249482837" sldId="261"/>
            <ac:picMk id="6" creationId="{B438A5FF-43BE-A465-69E1-E7C68C54E3DE}"/>
          </ac:picMkLst>
        </pc:picChg>
        <pc:picChg chg="add mod">
          <ac:chgData name="Georges MATHIO" userId="1057b68d-d9cf-4cd5-bc4c-3fe68ec33e97" providerId="ADAL" clId="{8AF3445E-77C6-4CCD-9605-C0E907269ED2}" dt="2024-11-05T15:32:38.601" v="456"/>
          <ac:picMkLst>
            <pc:docMk/>
            <pc:sldMk cId="249482837" sldId="261"/>
            <ac:picMk id="8" creationId="{D9461930-A4AA-6484-83FA-EF484FC4678B}"/>
          </ac:picMkLst>
        </pc:picChg>
        <pc:picChg chg="add mod">
          <ac:chgData name="Georges MATHIO" userId="1057b68d-d9cf-4cd5-bc4c-3fe68ec33e97" providerId="ADAL" clId="{8AF3445E-77C6-4CCD-9605-C0E907269ED2}" dt="2024-11-08T08:59:57.939" v="1109" actId="14861"/>
          <ac:picMkLst>
            <pc:docMk/>
            <pc:sldMk cId="249482837" sldId="261"/>
            <ac:picMk id="10" creationId="{D6CC84E5-68B0-CBF2-6E27-72F666963F62}"/>
          </ac:picMkLst>
        </pc:picChg>
        <pc:picChg chg="add mod">
          <ac:chgData name="Georges MATHIO" userId="1057b68d-d9cf-4cd5-bc4c-3fe68ec33e97" providerId="ADAL" clId="{8AF3445E-77C6-4CCD-9605-C0E907269ED2}" dt="2024-11-08T09:00:04.371" v="1110" actId="108"/>
          <ac:picMkLst>
            <pc:docMk/>
            <pc:sldMk cId="249482837" sldId="261"/>
            <ac:picMk id="13" creationId="{878F383A-0912-CF4B-3342-E4506AB3F7B7}"/>
          </ac:picMkLst>
        </pc:picChg>
        <pc:picChg chg="del">
          <ac:chgData name="Georges MATHIO" userId="1057b68d-d9cf-4cd5-bc4c-3fe68ec33e97" providerId="ADAL" clId="{8AF3445E-77C6-4CCD-9605-C0E907269ED2}" dt="2024-11-05T15:32:16.164" v="446" actId="478"/>
          <ac:picMkLst>
            <pc:docMk/>
            <pc:sldMk cId="249482837" sldId="261"/>
            <ac:picMk id="1026" creationId="{A4594F55-BC8A-649A-4B56-F7DAB11B67AA}"/>
          </ac:picMkLst>
        </pc:picChg>
      </pc:sldChg>
      <pc:sldChg chg="new del">
        <pc:chgData name="Georges MATHIO" userId="1057b68d-d9cf-4cd5-bc4c-3fe68ec33e97" providerId="ADAL" clId="{8AF3445E-77C6-4CCD-9605-C0E907269ED2}" dt="2024-11-05T15:59:00.834" v="878" actId="47"/>
        <pc:sldMkLst>
          <pc:docMk/>
          <pc:sldMk cId="3331914849" sldId="262"/>
        </pc:sldMkLst>
      </pc:sldChg>
      <pc:sldChg chg="del">
        <pc:chgData name="Georges MATHIO" userId="1057b68d-d9cf-4cd5-bc4c-3fe68ec33e97" providerId="ADAL" clId="{8AF3445E-77C6-4CCD-9605-C0E907269ED2}" dt="2024-11-05T14:22:12.900" v="3" actId="47"/>
        <pc:sldMkLst>
          <pc:docMk/>
          <pc:sldMk cId="2592200161" sldId="264"/>
        </pc:sldMkLst>
      </pc:sldChg>
      <pc:sldChg chg="modSp add mod ord">
        <pc:chgData name="Georges MATHIO" userId="1057b68d-d9cf-4cd5-bc4c-3fe68ec33e97" providerId="ADAL" clId="{8AF3445E-77C6-4CCD-9605-C0E907269ED2}" dt="2024-11-20T15:51:51.982" v="1547"/>
        <pc:sldMkLst>
          <pc:docMk/>
          <pc:sldMk cId="3235624482" sldId="264"/>
        </pc:sldMkLst>
        <pc:spChg chg="mod">
          <ac:chgData name="Georges MATHIO" userId="1057b68d-d9cf-4cd5-bc4c-3fe68ec33e97" providerId="ADAL" clId="{8AF3445E-77C6-4CCD-9605-C0E907269ED2}" dt="2024-11-05T15:59:06.016" v="880" actId="20577"/>
          <ac:spMkLst>
            <pc:docMk/>
            <pc:sldMk cId="3235624482" sldId="264"/>
            <ac:spMk id="2" creationId="{CB737089-8812-04A5-7B93-1AB5EDC6C0EC}"/>
          </ac:spMkLst>
        </pc:spChg>
        <pc:spChg chg="mod">
          <ac:chgData name="Georges MATHIO" userId="1057b68d-d9cf-4cd5-bc4c-3fe68ec33e97" providerId="ADAL" clId="{8AF3445E-77C6-4CCD-9605-C0E907269ED2}" dt="2024-11-08T10:10:10.461" v="1380" actId="1076"/>
          <ac:spMkLst>
            <pc:docMk/>
            <pc:sldMk cId="3235624482" sldId="264"/>
            <ac:spMk id="19" creationId="{FC05DE6C-0B46-E626-BF36-F3DE11496887}"/>
          </ac:spMkLst>
        </pc:spChg>
        <pc:spChg chg="mod">
          <ac:chgData name="Georges MATHIO" userId="1057b68d-d9cf-4cd5-bc4c-3fe68ec33e97" providerId="ADAL" clId="{8AF3445E-77C6-4CCD-9605-C0E907269ED2}" dt="2024-11-08T10:10:16.938" v="1383" actId="1076"/>
          <ac:spMkLst>
            <pc:docMk/>
            <pc:sldMk cId="3235624482" sldId="264"/>
            <ac:spMk id="20" creationId="{364FFAB6-3B2B-94EE-7B53-08EA73C3479C}"/>
          </ac:spMkLst>
        </pc:spChg>
        <pc:spChg chg="mod">
          <ac:chgData name="Georges MATHIO" userId="1057b68d-d9cf-4cd5-bc4c-3fe68ec33e97" providerId="ADAL" clId="{8AF3445E-77C6-4CCD-9605-C0E907269ED2}" dt="2024-11-08T10:10:06.252" v="1379" actId="1076"/>
          <ac:spMkLst>
            <pc:docMk/>
            <pc:sldMk cId="3235624482" sldId="264"/>
            <ac:spMk id="21" creationId="{0B1D064C-D614-8D39-D338-FF3DA04CEC49}"/>
          </ac:spMkLst>
        </pc:spChg>
      </pc:sldChg>
      <pc:sldChg chg="addSp delSp modSp add mod">
        <pc:chgData name="Georges MATHIO" userId="1057b68d-d9cf-4cd5-bc4c-3fe68ec33e97" providerId="ADAL" clId="{8AF3445E-77C6-4CCD-9605-C0E907269ED2}" dt="2024-11-21T12:00:11.074" v="1950" actId="20577"/>
        <pc:sldMkLst>
          <pc:docMk/>
          <pc:sldMk cId="900258018" sldId="265"/>
        </pc:sldMkLst>
        <pc:spChg chg="mod">
          <ac:chgData name="Georges MATHIO" userId="1057b68d-d9cf-4cd5-bc4c-3fe68ec33e97" providerId="ADAL" clId="{8AF3445E-77C6-4CCD-9605-C0E907269ED2}" dt="2024-11-20T14:55:25.286" v="1501" actId="20577"/>
          <ac:spMkLst>
            <pc:docMk/>
            <pc:sldMk cId="900258018" sldId="265"/>
            <ac:spMk id="2" creationId="{D4D293B7-19A7-6FA1-14D7-79534EB6305B}"/>
          </ac:spMkLst>
        </pc:spChg>
        <pc:spChg chg="mod">
          <ac:chgData name="Georges MATHIO" userId="1057b68d-d9cf-4cd5-bc4c-3fe68ec33e97" providerId="ADAL" clId="{8AF3445E-77C6-4CCD-9605-C0E907269ED2}" dt="2024-11-21T12:00:11.074" v="1950" actId="20577"/>
          <ac:spMkLst>
            <pc:docMk/>
            <pc:sldMk cId="900258018" sldId="265"/>
            <ac:spMk id="3" creationId="{D640C3EF-7BF8-72EC-E964-9901B4EB6BF9}"/>
          </ac:spMkLst>
        </pc:spChg>
        <pc:spChg chg="add mod">
          <ac:chgData name="Georges MATHIO" userId="1057b68d-d9cf-4cd5-bc4c-3fe68ec33e97" providerId="ADAL" clId="{8AF3445E-77C6-4CCD-9605-C0E907269ED2}" dt="2024-11-20T15:41:38.538" v="1542" actId="1076"/>
          <ac:spMkLst>
            <pc:docMk/>
            <pc:sldMk cId="900258018" sldId="265"/>
            <ac:spMk id="5" creationId="{B2D2A5B0-ECA1-9212-00B9-9C31B56D9B19}"/>
          </ac:spMkLst>
        </pc:spChg>
        <pc:spChg chg="add mod">
          <ac:chgData name="Georges MATHIO" userId="1057b68d-d9cf-4cd5-bc4c-3fe68ec33e97" providerId="ADAL" clId="{8AF3445E-77C6-4CCD-9605-C0E907269ED2}" dt="2024-11-20T17:11:50.779" v="1882" actId="20577"/>
          <ac:spMkLst>
            <pc:docMk/>
            <pc:sldMk cId="900258018" sldId="265"/>
            <ac:spMk id="7" creationId="{47112794-8158-D6CD-97BB-F2D1BA2A82DC}"/>
          </ac:spMkLst>
        </pc:spChg>
        <pc:spChg chg="mod">
          <ac:chgData name="Georges MATHIO" userId="1057b68d-d9cf-4cd5-bc4c-3fe68ec33e97" providerId="ADAL" clId="{8AF3445E-77C6-4CCD-9605-C0E907269ED2}" dt="2024-11-20T14:55:39.155" v="1528" actId="20577"/>
          <ac:spMkLst>
            <pc:docMk/>
            <pc:sldMk cId="900258018" sldId="265"/>
            <ac:spMk id="11" creationId="{DEE27B4D-9FAA-A491-FB4A-F6066443D357}"/>
          </ac:spMkLst>
        </pc:spChg>
        <pc:picChg chg="add mod">
          <ac:chgData name="Georges MATHIO" userId="1057b68d-d9cf-4cd5-bc4c-3fe68ec33e97" providerId="ADAL" clId="{8AF3445E-77C6-4CCD-9605-C0E907269ED2}" dt="2024-11-20T16:52:53.472" v="1807"/>
          <ac:picMkLst>
            <pc:docMk/>
            <pc:sldMk cId="900258018" sldId="265"/>
            <ac:picMk id="8" creationId="{C6F5ED68-768D-B00B-1B69-CA34706B743B}"/>
          </ac:picMkLst>
        </pc:picChg>
        <pc:picChg chg="del">
          <ac:chgData name="Georges MATHIO" userId="1057b68d-d9cf-4cd5-bc4c-3fe68ec33e97" providerId="ADAL" clId="{8AF3445E-77C6-4CCD-9605-C0E907269ED2}" dt="2024-11-20T14:55:45.110" v="1529" actId="478"/>
          <ac:picMkLst>
            <pc:docMk/>
            <pc:sldMk cId="900258018" sldId="265"/>
            <ac:picMk id="10" creationId="{D48F81CD-686E-D354-BD50-CE1141F9CFBF}"/>
          </ac:picMkLst>
        </pc:picChg>
        <pc:picChg chg="del">
          <ac:chgData name="Georges MATHIO" userId="1057b68d-d9cf-4cd5-bc4c-3fe68ec33e97" providerId="ADAL" clId="{8AF3445E-77C6-4CCD-9605-C0E907269ED2}" dt="2024-11-20T14:55:46.993" v="1530" actId="478"/>
          <ac:picMkLst>
            <pc:docMk/>
            <pc:sldMk cId="900258018" sldId="265"/>
            <ac:picMk id="13" creationId="{CB4D2399-7A84-05B5-9881-3895F732CB0E}"/>
          </ac:picMkLst>
        </pc:picChg>
      </pc:sldChg>
      <pc:sldChg chg="del">
        <pc:chgData name="Georges MATHIO" userId="1057b68d-d9cf-4cd5-bc4c-3fe68ec33e97" providerId="ADAL" clId="{8AF3445E-77C6-4CCD-9605-C0E907269ED2}" dt="2024-11-05T14:22:12.900" v="3" actId="47"/>
        <pc:sldMkLst>
          <pc:docMk/>
          <pc:sldMk cId="2099521748" sldId="266"/>
        </pc:sldMkLst>
      </pc:sldChg>
      <pc:sldChg chg="del">
        <pc:chgData name="Georges MATHIO" userId="1057b68d-d9cf-4cd5-bc4c-3fe68ec33e97" providerId="ADAL" clId="{8AF3445E-77C6-4CCD-9605-C0E907269ED2}" dt="2024-11-05T14:22:12.900" v="3" actId="47"/>
        <pc:sldMkLst>
          <pc:docMk/>
          <pc:sldMk cId="1772812276" sldId="267"/>
        </pc:sldMkLst>
      </pc:sldChg>
      <pc:sldChg chg="del">
        <pc:chgData name="Georges MATHIO" userId="1057b68d-d9cf-4cd5-bc4c-3fe68ec33e97" providerId="ADAL" clId="{8AF3445E-77C6-4CCD-9605-C0E907269ED2}" dt="2024-11-05T14:22:12.900" v="3" actId="47"/>
        <pc:sldMkLst>
          <pc:docMk/>
          <pc:sldMk cId="534103741" sldId="268"/>
        </pc:sldMkLst>
      </pc:sldChg>
      <pc:sldChg chg="del">
        <pc:chgData name="Georges MATHIO" userId="1057b68d-d9cf-4cd5-bc4c-3fe68ec33e97" providerId="ADAL" clId="{8AF3445E-77C6-4CCD-9605-C0E907269ED2}" dt="2024-11-05T14:22:12.900" v="3" actId="47"/>
        <pc:sldMkLst>
          <pc:docMk/>
          <pc:sldMk cId="1244614476" sldId="276"/>
        </pc:sldMkLst>
      </pc:sldChg>
      <pc:sldChg chg="del">
        <pc:chgData name="Georges MATHIO" userId="1057b68d-d9cf-4cd5-bc4c-3fe68ec33e97" providerId="ADAL" clId="{8AF3445E-77C6-4CCD-9605-C0E907269ED2}" dt="2024-11-05T14:22:12.900" v="3" actId="47"/>
        <pc:sldMkLst>
          <pc:docMk/>
          <pc:sldMk cId="2988544802" sldId="277"/>
        </pc:sldMkLst>
      </pc:sldChg>
    </pc:docChg>
  </pc:docChgLst>
  <pc:docChgLst>
    <pc:chgData name="Georges MATHIO" userId="1057b68d-d9cf-4cd5-bc4c-3fe68ec33e97" providerId="ADAL" clId="{6896E697-4535-4548-B5BB-7BF60D63B382}"/>
    <pc:docChg chg="undo redo custSel addSld delSld modSld sldOrd modMainMaster">
      <pc:chgData name="Georges MATHIO" userId="1057b68d-d9cf-4cd5-bc4c-3fe68ec33e97" providerId="ADAL" clId="{6896E697-4535-4548-B5BB-7BF60D63B382}" dt="2023-11-06T10:26:22.863" v="3928"/>
      <pc:docMkLst>
        <pc:docMk/>
      </pc:docMkLst>
      <pc:sldChg chg="addSp delSp modSp del mod setBg">
        <pc:chgData name="Georges MATHIO" userId="1057b68d-d9cf-4cd5-bc4c-3fe68ec33e97" providerId="ADAL" clId="{6896E697-4535-4548-B5BB-7BF60D63B382}" dt="2023-10-26T13:39:07.448" v="856" actId="47"/>
        <pc:sldMkLst>
          <pc:docMk/>
          <pc:sldMk cId="1029684144" sldId="257"/>
        </pc:sldMkLst>
        <pc:spChg chg="mod">
          <ac:chgData name="Georges MATHIO" userId="1057b68d-d9cf-4cd5-bc4c-3fe68ec33e97" providerId="ADAL" clId="{6896E697-4535-4548-B5BB-7BF60D63B382}" dt="2023-10-26T13:15:07.700" v="1" actId="26606"/>
          <ac:spMkLst>
            <pc:docMk/>
            <pc:sldMk cId="1029684144" sldId="257"/>
            <ac:spMk id="2" creationId="{B5D39F23-9E5E-3FC9-8F53-3F96A255A95E}"/>
          </ac:spMkLst>
        </pc:spChg>
        <pc:spChg chg="del">
          <ac:chgData name="Georges MATHIO" userId="1057b68d-d9cf-4cd5-bc4c-3fe68ec33e97" providerId="ADAL" clId="{6896E697-4535-4548-B5BB-7BF60D63B382}" dt="2023-10-26T13:14:45.571" v="0"/>
          <ac:spMkLst>
            <pc:docMk/>
            <pc:sldMk cId="1029684144" sldId="257"/>
            <ac:spMk id="3" creationId="{84CB716B-E483-042C-35D2-F2CBBF99143C}"/>
          </ac:spMkLst>
        </pc:spChg>
        <pc:spChg chg="add mod">
          <ac:chgData name="Georges MATHIO" userId="1057b68d-d9cf-4cd5-bc4c-3fe68ec33e97" providerId="ADAL" clId="{6896E697-4535-4548-B5BB-7BF60D63B382}" dt="2023-10-26T13:36:14.492" v="730" actId="20577"/>
          <ac:spMkLst>
            <pc:docMk/>
            <pc:sldMk cId="1029684144" sldId="257"/>
            <ac:spMk id="9" creationId="{7DB127C4-6BEF-994A-4088-80E108A99217}"/>
          </ac:spMkLst>
        </pc:spChg>
        <pc:picChg chg="add mod">
          <ac:chgData name="Georges MATHIO" userId="1057b68d-d9cf-4cd5-bc4c-3fe68ec33e97" providerId="ADAL" clId="{6896E697-4535-4548-B5BB-7BF60D63B382}" dt="2023-10-26T13:15:30.345" v="4" actId="1076"/>
          <ac:picMkLst>
            <pc:docMk/>
            <pc:sldMk cId="1029684144" sldId="257"/>
            <ac:picMk id="5" creationId="{2DF1A251-FB83-C0F4-0593-FA905925C05F}"/>
          </ac:picMkLst>
        </pc:picChg>
      </pc:sldChg>
      <pc:sldChg chg="addSp delSp modSp new mod">
        <pc:chgData name="Georges MATHIO" userId="1057b68d-d9cf-4cd5-bc4c-3fe68ec33e97" providerId="ADAL" clId="{6896E697-4535-4548-B5BB-7BF60D63B382}" dt="2023-10-26T14:11:37.867" v="2689" actId="20577"/>
        <pc:sldMkLst>
          <pc:docMk/>
          <pc:sldMk cId="1554076419" sldId="258"/>
        </pc:sldMkLst>
        <pc:spChg chg="mod">
          <ac:chgData name="Georges MATHIO" userId="1057b68d-d9cf-4cd5-bc4c-3fe68ec33e97" providerId="ADAL" clId="{6896E697-4535-4548-B5BB-7BF60D63B382}" dt="2023-10-26T13:50:16.276" v="1346" actId="1038"/>
          <ac:spMkLst>
            <pc:docMk/>
            <pc:sldMk cId="1554076419" sldId="258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22:21.611" v="117" actId="478"/>
          <ac:spMkLst>
            <pc:docMk/>
            <pc:sldMk cId="1554076419" sldId="258"/>
            <ac:spMk id="3" creationId="{CCEA649E-CF4E-CD85-C8AF-E0296B17BA99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4" creationId="{5185E7B7-BF77-8FA5-F450-22EF6CADB3AF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5" creationId="{EBC66D41-2824-5251-9360-B8C227F88DA6}"/>
          </ac:spMkLst>
        </pc:spChg>
        <pc:spChg chg="add mod">
          <ac:chgData name="Georges MATHIO" userId="1057b68d-d9cf-4cd5-bc4c-3fe68ec33e97" providerId="ADAL" clId="{6896E697-4535-4548-B5BB-7BF60D63B382}" dt="2023-10-26T14:00:38.959" v="2328" actId="14100"/>
          <ac:spMkLst>
            <pc:docMk/>
            <pc:sldMk cId="1554076419" sldId="258"/>
            <ac:spMk id="6" creationId="{35FC96DA-A44D-A097-BC28-168510AB2271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7" creationId="{D0A8403C-5777-28EF-83D9-19F6822459A6}"/>
          </ac:spMkLst>
        </pc:spChg>
        <pc:spChg chg="add mod">
          <ac:chgData name="Georges MATHIO" userId="1057b68d-d9cf-4cd5-bc4c-3fe68ec33e97" providerId="ADAL" clId="{6896E697-4535-4548-B5BB-7BF60D63B382}" dt="2023-10-26T13:33:42.475" v="657" actId="20577"/>
          <ac:spMkLst>
            <pc:docMk/>
            <pc:sldMk cId="1554076419" sldId="258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3:29:02.344" v="373"/>
          <ac:spMkLst>
            <pc:docMk/>
            <pc:sldMk cId="1554076419" sldId="258"/>
            <ac:spMk id="9" creationId="{B3589FF7-0800-014E-47A6-815EE0415BD3}"/>
          </ac:spMkLst>
        </pc:spChg>
        <pc:spChg chg="add del mod">
          <ac:chgData name="Georges MATHIO" userId="1057b68d-d9cf-4cd5-bc4c-3fe68ec33e97" providerId="ADAL" clId="{6896E697-4535-4548-B5BB-7BF60D63B382}" dt="2023-10-26T13:29:01.806" v="372"/>
          <ac:spMkLst>
            <pc:docMk/>
            <pc:sldMk cId="1554076419" sldId="258"/>
            <ac:spMk id="10" creationId="{DFA8BC40-1922-CF33-3FF0-841C7D5CC6D8}"/>
          </ac:spMkLst>
        </pc:spChg>
        <pc:spChg chg="add mod">
          <ac:chgData name="Georges MATHIO" userId="1057b68d-d9cf-4cd5-bc4c-3fe68ec33e97" providerId="ADAL" clId="{6896E697-4535-4548-B5BB-7BF60D63B382}" dt="2023-10-26T13:34:07.586" v="688" actId="20577"/>
          <ac:spMkLst>
            <pc:docMk/>
            <pc:sldMk cId="1554076419" sldId="258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08:26.834" v="2660" actId="404"/>
          <ac:spMkLst>
            <pc:docMk/>
            <pc:sldMk cId="1554076419" sldId="258"/>
            <ac:spMk id="15" creationId="{1685C597-34CB-D272-A180-F815DAC2AE2C}"/>
          </ac:spMkLst>
        </pc:spChg>
        <pc:spChg chg="add mod">
          <ac:chgData name="Georges MATHIO" userId="1057b68d-d9cf-4cd5-bc4c-3fe68ec33e97" providerId="ADAL" clId="{6896E697-4535-4548-B5BB-7BF60D63B382}" dt="2023-10-26T14:11:37.867" v="2689" actId="20577"/>
          <ac:spMkLst>
            <pc:docMk/>
            <pc:sldMk cId="1554076419" sldId="258"/>
            <ac:spMk id="20" creationId="{39F9D3FD-D936-8011-4FE9-236D6D545DC8}"/>
          </ac:spMkLst>
        </pc:spChg>
        <pc:picChg chg="add mod">
          <ac:chgData name="Georges MATHIO" userId="1057b68d-d9cf-4cd5-bc4c-3fe68ec33e97" providerId="ADAL" clId="{6896E697-4535-4548-B5BB-7BF60D63B382}" dt="2023-10-26T14:07:33.809" v="2634" actId="1076"/>
          <ac:picMkLst>
            <pc:docMk/>
            <pc:sldMk cId="1554076419" sldId="258"/>
            <ac:picMk id="14" creationId="{DCF32F33-6E31-C54F-B79D-7B935267ADE7}"/>
          </ac:picMkLst>
        </pc:picChg>
        <pc:picChg chg="add del mod">
          <ac:chgData name="Georges MATHIO" userId="1057b68d-d9cf-4cd5-bc4c-3fe68ec33e97" providerId="ADAL" clId="{6896E697-4535-4548-B5BB-7BF60D63B382}" dt="2023-10-26T14:09:16.569" v="2662"/>
          <ac:picMkLst>
            <pc:docMk/>
            <pc:sldMk cId="1554076419" sldId="258"/>
            <ac:picMk id="17" creationId="{A08BD237-79BA-9359-3E54-302D076396B9}"/>
          </ac:picMkLst>
        </pc:picChg>
        <pc:picChg chg="add mod">
          <ac:chgData name="Georges MATHIO" userId="1057b68d-d9cf-4cd5-bc4c-3fe68ec33e97" providerId="ADAL" clId="{6896E697-4535-4548-B5BB-7BF60D63B382}" dt="2023-10-26T14:11:21.105" v="2667" actId="1076"/>
          <ac:picMkLst>
            <pc:docMk/>
            <pc:sldMk cId="1554076419" sldId="258"/>
            <ac:picMk id="19" creationId="{532C8E65-911C-75A2-6761-FDED691BB28F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54:54.547" v="3835" actId="20577"/>
        <pc:sldMkLst>
          <pc:docMk/>
          <pc:sldMk cId="2482283123" sldId="259"/>
        </pc:sldMkLst>
        <pc:spChg chg="mod">
          <ac:chgData name="Georges MATHIO" userId="1057b68d-d9cf-4cd5-bc4c-3fe68ec33e97" providerId="ADAL" clId="{6896E697-4535-4548-B5BB-7BF60D63B382}" dt="2023-10-26T14:01:56.894" v="2364" actId="20577"/>
          <ac:spMkLst>
            <pc:docMk/>
            <pc:sldMk cId="2482283123" sldId="259"/>
            <ac:spMk id="2" creationId="{8AE1D70E-C040-1542-B36E-7DDF82084F61}"/>
          </ac:spMkLst>
        </pc:spChg>
        <pc:spChg chg="add mod">
          <ac:chgData name="Georges MATHIO" userId="1057b68d-d9cf-4cd5-bc4c-3fe68ec33e97" providerId="ADAL" clId="{6896E697-4535-4548-B5BB-7BF60D63B382}" dt="2023-10-26T14:54:54.547" v="3835" actId="20577"/>
          <ac:spMkLst>
            <pc:docMk/>
            <pc:sldMk cId="2482283123" sldId="259"/>
            <ac:spMk id="3" creationId="{B5620FEA-FA3C-B3F6-C2FC-F9D51C3D46CB}"/>
          </ac:spMkLst>
        </pc:spChg>
        <pc:spChg chg="del mod">
          <ac:chgData name="Georges MATHIO" userId="1057b68d-d9cf-4cd5-bc4c-3fe68ec33e97" providerId="ADAL" clId="{6896E697-4535-4548-B5BB-7BF60D63B382}" dt="2023-10-26T13:37:04.525" v="791" actId="478"/>
          <ac:spMkLst>
            <pc:docMk/>
            <pc:sldMk cId="2482283123" sldId="259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7:02.586" v="789" actId="478"/>
          <ac:spMkLst>
            <pc:docMk/>
            <pc:sldMk cId="2482283123" sldId="259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7:05.895" v="792" actId="478"/>
          <ac:spMkLst>
            <pc:docMk/>
            <pc:sldMk cId="2482283123" sldId="259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7:06.610" v="793" actId="478"/>
          <ac:spMkLst>
            <pc:docMk/>
            <pc:sldMk cId="2482283123" sldId="259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7:08.590" v="794" actId="478"/>
          <ac:spMkLst>
            <pc:docMk/>
            <pc:sldMk cId="2482283123" sldId="259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9" creationId="{F92C6909-680E-CF22-9519-97912FB02AE3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0" creationId="{00B98920-E429-EA37-32A1-15F673B7F6C0}"/>
          </ac:spMkLst>
        </pc:spChg>
        <pc:spChg chg="del mod">
          <ac:chgData name="Georges MATHIO" userId="1057b68d-d9cf-4cd5-bc4c-3fe68ec33e97" providerId="ADAL" clId="{6896E697-4535-4548-B5BB-7BF60D63B382}" dt="2023-10-26T13:58:24.509" v="2316" actId="478"/>
          <ac:spMkLst>
            <pc:docMk/>
            <pc:sldMk cId="2482283123" sldId="259"/>
            <ac:spMk id="11" creationId="{3538C984-96B3-4E9A-E4F7-3FC99AFA0885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2" creationId="{AAB7740C-4FF2-3FB0-C776-B2057AEEDFFA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3" creationId="{D49EF494-F074-94AF-912E-9F870691ABF9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5" creationId="{BEB1539C-3ADF-857B-3F60-EA487C2E3A7F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7" creationId="{42D6C3BB-6244-2D85-38D8-1645F83FC98C}"/>
          </ac:spMkLst>
        </pc:spChg>
        <pc:grpChg chg="add mod">
          <ac:chgData name="Georges MATHIO" userId="1057b68d-d9cf-4cd5-bc4c-3fe68ec33e97" providerId="ADAL" clId="{6896E697-4535-4548-B5BB-7BF60D63B382}" dt="2023-10-26T14:12:16.175" v="2700" actId="164"/>
          <ac:grpSpMkLst>
            <pc:docMk/>
            <pc:sldMk cId="2482283123" sldId="259"/>
            <ac:grpSpMk id="18" creationId="{BB1470EE-36CD-991A-20B0-D926D35A8960}"/>
          </ac:grpSpMkLst>
        </pc:grp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4" creationId="{D04D66EA-406C-39DA-86C0-54642E43BC9F}"/>
          </ac:picMkLst>
        </pc:pic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6" creationId="{C45ADC7C-D46A-59C5-EC42-21934DCBFB40}"/>
          </ac:picMkLst>
        </pc:picChg>
        <pc:picChg chg="add mod">
          <ac:chgData name="Georges MATHIO" userId="1057b68d-d9cf-4cd5-bc4c-3fe68ec33e97" providerId="ADAL" clId="{6896E697-4535-4548-B5BB-7BF60D63B382}" dt="2023-10-26T14:12:59.775" v="2705" actId="1076"/>
          <ac:picMkLst>
            <pc:docMk/>
            <pc:sldMk cId="2482283123" sldId="259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16:24.917" v="2793" actId="1076"/>
        <pc:sldMkLst>
          <pc:docMk/>
          <pc:sldMk cId="319033476" sldId="260"/>
        </pc:sldMkLst>
        <pc:spChg chg="mod">
          <ac:chgData name="Georges MATHIO" userId="1057b68d-d9cf-4cd5-bc4c-3fe68ec33e97" providerId="ADAL" clId="{6896E697-4535-4548-B5BB-7BF60D63B382}" dt="2023-10-26T13:50:00.666" v="1311" actId="1037"/>
          <ac:spMkLst>
            <pc:docMk/>
            <pc:sldMk cId="319033476" sldId="260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8:33.530" v="801" actId="478"/>
          <ac:spMkLst>
            <pc:docMk/>
            <pc:sldMk cId="319033476" sldId="260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5:42.067" v="2754"/>
          <ac:spMkLst>
            <pc:docMk/>
            <pc:sldMk cId="319033476" sldId="260"/>
            <ac:spMk id="9" creationId="{4DD1B261-04A1-1D78-B4EA-3DC942764A4E}"/>
          </ac:spMkLst>
        </pc:spChg>
        <pc:spChg chg="add mod">
          <ac:chgData name="Georges MATHIO" userId="1057b68d-d9cf-4cd5-bc4c-3fe68ec33e97" providerId="ADAL" clId="{6896E697-4535-4548-B5BB-7BF60D63B382}" dt="2023-10-26T14:16:21.677" v="2792" actId="1076"/>
          <ac:spMkLst>
            <pc:docMk/>
            <pc:sldMk cId="319033476" sldId="260"/>
            <ac:spMk id="10" creationId="{C5311046-E730-ED12-CF8A-7238F55775CD}"/>
          </ac:spMkLst>
        </pc:spChg>
        <pc:spChg chg="mod">
          <ac:chgData name="Georges MATHIO" userId="1057b68d-d9cf-4cd5-bc4c-3fe68ec33e97" providerId="ADAL" clId="{6896E697-4535-4548-B5BB-7BF60D63B382}" dt="2023-10-26T14:16:24.917" v="2793" actId="1076"/>
          <ac:spMkLst>
            <pc:docMk/>
            <pc:sldMk cId="319033476" sldId="260"/>
            <ac:spMk id="11" creationId="{3538C984-96B3-4E9A-E4F7-3FC99AFA0885}"/>
          </ac:spMkLst>
        </pc:spChg>
        <pc:picChg chg="add mod">
          <ac:chgData name="Georges MATHIO" userId="1057b68d-d9cf-4cd5-bc4c-3fe68ec33e97" providerId="ADAL" clId="{6896E697-4535-4548-B5BB-7BF60D63B382}" dt="2023-10-26T13:49:50.876" v="1288" actId="1035"/>
          <ac:picMkLst>
            <pc:docMk/>
            <pc:sldMk cId="319033476" sldId="260"/>
            <ac:picMk id="3" creationId="{855F086E-FF23-87F8-0B76-DEB6171DEA92}"/>
          </ac:picMkLst>
        </pc:picChg>
      </pc:sldChg>
      <pc:sldChg chg="addSp delSp modSp add mod ord">
        <pc:chgData name="Georges MATHIO" userId="1057b68d-d9cf-4cd5-bc4c-3fe68ec33e97" providerId="ADAL" clId="{6896E697-4535-4548-B5BB-7BF60D63B382}" dt="2023-10-26T14:54:05.827" v="3749" actId="1036"/>
        <pc:sldMkLst>
          <pc:docMk/>
          <pc:sldMk cId="1018468898" sldId="261"/>
        </pc:sldMkLst>
        <pc:spChg chg="mod">
          <ac:chgData name="Georges MATHIO" userId="1057b68d-d9cf-4cd5-bc4c-3fe68ec33e97" providerId="ADAL" clId="{6896E697-4535-4548-B5BB-7BF60D63B382}" dt="2023-10-26T14:54:05.827" v="3749" actId="1036"/>
          <ac:spMkLst>
            <pc:docMk/>
            <pc:sldMk cId="1018468898" sldId="261"/>
            <ac:spMk id="3" creationId="{B5620FEA-FA3C-B3F6-C2FC-F9D51C3D46CB}"/>
          </ac:spMkLst>
        </pc:spChg>
        <pc:picChg chg="add mod">
          <ac:chgData name="Georges MATHIO" userId="1057b68d-d9cf-4cd5-bc4c-3fe68ec33e97" providerId="ADAL" clId="{6896E697-4535-4548-B5BB-7BF60D63B382}" dt="2023-10-26T14:14:58.275" v="2750" actId="1037"/>
          <ac:picMkLst>
            <pc:docMk/>
            <pc:sldMk cId="1018468898" sldId="261"/>
            <ac:picMk id="4" creationId="{C76545A6-7767-C8CC-4CA3-607E4E2EBCC7}"/>
          </ac:picMkLst>
        </pc:picChg>
        <pc:picChg chg="del">
          <ac:chgData name="Georges MATHIO" userId="1057b68d-d9cf-4cd5-bc4c-3fe68ec33e97" providerId="ADAL" clId="{6896E697-4535-4548-B5BB-7BF60D63B382}" dt="2023-10-26T14:14:55.962" v="2745" actId="478"/>
          <ac:picMkLst>
            <pc:docMk/>
            <pc:sldMk cId="1018468898" sldId="261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38:33.926" v="3521" actId="20577"/>
        <pc:sldMkLst>
          <pc:docMk/>
          <pc:sldMk cId="340622423" sldId="262"/>
        </pc:sldMkLst>
        <pc:spChg chg="mod">
          <ac:chgData name="Georges MATHIO" userId="1057b68d-d9cf-4cd5-bc4c-3fe68ec33e97" providerId="ADAL" clId="{6896E697-4535-4548-B5BB-7BF60D63B382}" dt="2023-10-26T14:27:17.381" v="3377" actId="20577"/>
          <ac:spMkLst>
            <pc:docMk/>
            <pc:sldMk cId="340622423" sldId="262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27:51.512" v="3379" actId="478"/>
          <ac:spMkLst>
            <pc:docMk/>
            <pc:sldMk cId="340622423" sldId="262"/>
            <ac:spMk id="10" creationId="{C5311046-E730-ED12-CF8A-7238F55775CD}"/>
          </ac:spMkLst>
        </pc:spChg>
        <pc:spChg chg="del mod">
          <ac:chgData name="Georges MATHIO" userId="1057b68d-d9cf-4cd5-bc4c-3fe68ec33e97" providerId="ADAL" clId="{6896E697-4535-4548-B5BB-7BF60D63B382}" dt="2023-10-26T14:34:34.113" v="3424" actId="478"/>
          <ac:spMkLst>
            <pc:docMk/>
            <pc:sldMk cId="340622423" sldId="262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38:06.863" v="3488" actId="6549"/>
          <ac:spMkLst>
            <pc:docMk/>
            <pc:sldMk cId="340622423" sldId="262"/>
            <ac:spMk id="12" creationId="{43908B09-E598-D7B8-CD3B-61A6FBEF591A}"/>
          </ac:spMkLst>
        </pc:spChg>
        <pc:spChg chg="add mod">
          <ac:chgData name="Georges MATHIO" userId="1057b68d-d9cf-4cd5-bc4c-3fe68ec33e97" providerId="ADAL" clId="{6896E697-4535-4548-B5BB-7BF60D63B382}" dt="2023-10-26T14:38:21.055" v="3505" actId="20577"/>
          <ac:spMkLst>
            <pc:docMk/>
            <pc:sldMk cId="340622423" sldId="262"/>
            <ac:spMk id="13" creationId="{BBB09E6E-C20A-FC71-5E15-FC824D16E47D}"/>
          </ac:spMkLst>
        </pc:spChg>
        <pc:spChg chg="add mod">
          <ac:chgData name="Georges MATHIO" userId="1057b68d-d9cf-4cd5-bc4c-3fe68ec33e97" providerId="ADAL" clId="{6896E697-4535-4548-B5BB-7BF60D63B382}" dt="2023-10-26T14:38:33.926" v="3521" actId="20577"/>
          <ac:spMkLst>
            <pc:docMk/>
            <pc:sldMk cId="340622423" sldId="262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27:23.520" v="3378" actId="478"/>
          <ac:picMkLst>
            <pc:docMk/>
            <pc:sldMk cId="340622423" sldId="262"/>
            <ac:picMk id="3" creationId="{855F086E-FF23-87F8-0B76-DEB6171DEA92}"/>
          </ac:picMkLst>
        </pc:picChg>
        <pc:picChg chg="add mod modCrop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5" creationId="{3E2F5131-24A0-604B-0D13-F98590C3F2A6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7" creationId="{3AEF901F-8D06-D46E-3D89-D6BCC19757B8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9" creationId="{7F8E4059-1026-3A37-6555-E8B3B6B351DE}"/>
          </ac:picMkLst>
        </pc:picChg>
      </pc:sldChg>
      <pc:sldChg chg="delSp modSp add mod">
        <pc:chgData name="Georges MATHIO" userId="1057b68d-d9cf-4cd5-bc4c-3fe68ec33e97" providerId="ADAL" clId="{6896E697-4535-4548-B5BB-7BF60D63B382}" dt="2023-10-26T14:56:52.447" v="3926" actId="20577"/>
        <pc:sldMkLst>
          <pc:docMk/>
          <pc:sldMk cId="1455700223" sldId="263"/>
        </pc:sldMkLst>
        <pc:spChg chg="mod">
          <ac:chgData name="Georges MATHIO" userId="1057b68d-d9cf-4cd5-bc4c-3fe68ec33e97" providerId="ADAL" clId="{6896E697-4535-4548-B5BB-7BF60D63B382}" dt="2023-10-26T14:39:17.121" v="3531" actId="20577"/>
          <ac:spMkLst>
            <pc:docMk/>
            <pc:sldMk cId="1455700223" sldId="263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39:24.552" v="3535" actId="478"/>
          <ac:spMkLst>
            <pc:docMk/>
            <pc:sldMk cId="1455700223" sldId="263"/>
            <ac:spMk id="12" creationId="{43908B09-E598-D7B8-CD3B-61A6FBEF591A}"/>
          </ac:spMkLst>
        </pc:spChg>
        <pc:spChg chg="del">
          <ac:chgData name="Georges MATHIO" userId="1057b68d-d9cf-4cd5-bc4c-3fe68ec33e97" providerId="ADAL" clId="{6896E697-4535-4548-B5BB-7BF60D63B382}" dt="2023-10-26T14:39:26.012" v="3536" actId="478"/>
          <ac:spMkLst>
            <pc:docMk/>
            <pc:sldMk cId="1455700223" sldId="263"/>
            <ac:spMk id="13" creationId="{BBB09E6E-C20A-FC71-5E15-FC824D16E47D}"/>
          </ac:spMkLst>
        </pc:spChg>
        <pc:spChg chg="mod">
          <ac:chgData name="Georges MATHIO" userId="1057b68d-d9cf-4cd5-bc4c-3fe68ec33e97" providerId="ADAL" clId="{6896E697-4535-4548-B5BB-7BF60D63B382}" dt="2023-10-26T14:56:52.447" v="3926" actId="20577"/>
          <ac:spMkLst>
            <pc:docMk/>
            <pc:sldMk cId="1455700223" sldId="263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39:19.396" v="3532" actId="478"/>
          <ac:picMkLst>
            <pc:docMk/>
            <pc:sldMk cId="1455700223" sldId="263"/>
            <ac:picMk id="5" creationId="{3E2F5131-24A0-604B-0D13-F98590C3F2A6}"/>
          </ac:picMkLst>
        </pc:picChg>
        <pc:picChg chg="del">
          <ac:chgData name="Georges MATHIO" userId="1057b68d-d9cf-4cd5-bc4c-3fe68ec33e97" providerId="ADAL" clId="{6896E697-4535-4548-B5BB-7BF60D63B382}" dt="2023-10-26T14:39:20.862" v="3534" actId="478"/>
          <ac:picMkLst>
            <pc:docMk/>
            <pc:sldMk cId="1455700223" sldId="263"/>
            <ac:picMk id="7" creationId="{3AEF901F-8D06-D46E-3D89-D6BCC19757B8}"/>
          </ac:picMkLst>
        </pc:picChg>
        <pc:picChg chg="del">
          <ac:chgData name="Georges MATHIO" userId="1057b68d-d9cf-4cd5-bc4c-3fe68ec33e97" providerId="ADAL" clId="{6896E697-4535-4548-B5BB-7BF60D63B382}" dt="2023-10-26T14:39:19.731" v="3533" actId="478"/>
          <ac:picMkLst>
            <pc:docMk/>
            <pc:sldMk cId="1455700223" sldId="263"/>
            <ac:picMk id="9" creationId="{7F8E4059-1026-3A37-6555-E8B3B6B351DE}"/>
          </ac:picMkLst>
        </pc:picChg>
      </pc:sldChg>
      <pc:sldMasterChg chg="addSp delSp modSp mod">
        <pc:chgData name="Georges MATHIO" userId="1057b68d-d9cf-4cd5-bc4c-3fe68ec33e97" providerId="ADAL" clId="{6896E697-4535-4548-B5BB-7BF60D63B382}" dt="2023-11-06T10:26:22.863" v="3928"/>
        <pc:sldMasterMkLst>
          <pc:docMk/>
          <pc:sldMasterMk cId="0" sldId="2147483669"/>
        </pc:sldMasterMkLst>
        <pc:spChg chg="add mod">
          <ac:chgData name="Georges MATHIO" userId="1057b68d-d9cf-4cd5-bc4c-3fe68ec33e97" providerId="ADAL" clId="{6896E697-4535-4548-B5BB-7BF60D63B382}" dt="2023-11-06T10:26:22.863" v="3928"/>
          <ac:spMkLst>
            <pc:docMk/>
            <pc:sldMasterMk cId="0" sldId="2147483669"/>
            <ac:spMk id="7" creationId="{6AA074AB-766A-76FA-FB34-4471F2AFCDAA}"/>
          </ac:spMkLst>
        </pc:spChg>
        <pc:picChg chg="add del mod">
          <ac:chgData name="Georges MATHIO" userId="1057b68d-d9cf-4cd5-bc4c-3fe68ec33e97" providerId="ADAL" clId="{6896E697-4535-4548-B5BB-7BF60D63B382}" dt="2023-11-06T10:26:21.544" v="3927" actId="478"/>
          <ac:picMkLst>
            <pc:docMk/>
            <pc:sldMasterMk cId="0" sldId="2147483669"/>
            <ac:picMk id="8" creationId="{396E9789-E64B-700E-1F72-C4F0350E8E00}"/>
          </ac:picMkLst>
        </pc:picChg>
        <pc:picChg chg="add mod">
          <ac:chgData name="Georges MATHIO" userId="1057b68d-d9cf-4cd5-bc4c-3fe68ec33e97" providerId="ADAL" clId="{6896E697-4535-4548-B5BB-7BF60D63B382}" dt="2023-11-06T10:26:22.863" v="3928"/>
          <ac:picMkLst>
            <pc:docMk/>
            <pc:sldMasterMk cId="0" sldId="2147483669"/>
            <ac:picMk id="9" creationId="{2C6B33F3-733F-89B1-872D-AA751F65B9D6}"/>
          </ac:picMkLst>
        </pc:picChg>
      </pc:sldMasterChg>
    </pc:docChg>
  </pc:docChgLst>
  <pc:docChgLst>
    <pc:chgData name="Georges MATHIO" userId="1057b68d-d9cf-4cd5-bc4c-3fe68ec33e97" providerId="ADAL" clId="{82C5487D-F4FA-479C-805C-E057908A5989}"/>
    <pc:docChg chg="undo redo custSel addSld delSld modSld sldOrd modMainMaster">
      <pc:chgData name="Georges MATHIO" userId="1057b68d-d9cf-4cd5-bc4c-3fe68ec33e97" providerId="ADAL" clId="{82C5487D-F4FA-479C-805C-E057908A5989}" dt="2024-09-23T15:06:58.848" v="5408" actId="47"/>
      <pc:docMkLst>
        <pc:docMk/>
      </pc:docMkLst>
      <pc:sldChg chg="addSp modSp mod">
        <pc:chgData name="Georges MATHIO" userId="1057b68d-d9cf-4cd5-bc4c-3fe68ec33e97" providerId="ADAL" clId="{82C5487D-F4FA-479C-805C-E057908A5989}" dt="2024-09-17T07:27:32.937" v="1598" actId="20577"/>
        <pc:sldMkLst>
          <pc:docMk/>
          <pc:sldMk cId="2526593619" sldId="256"/>
        </pc:sldMkLst>
        <pc:spChg chg="mod">
          <ac:chgData name="Georges MATHIO" userId="1057b68d-d9cf-4cd5-bc4c-3fe68ec33e97" providerId="ADAL" clId="{82C5487D-F4FA-479C-805C-E057908A5989}" dt="2024-09-10T13:19:14.547" v="25" actId="122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1057b68d-d9cf-4cd5-bc4c-3fe68ec33e97" providerId="ADAL" clId="{82C5487D-F4FA-479C-805C-E057908A5989}" dt="2024-09-17T07:27:32.937" v="1598" actId="20577"/>
          <ac:spMkLst>
            <pc:docMk/>
            <pc:sldMk cId="2526593619" sldId="256"/>
            <ac:spMk id="3" creationId="{00000000-0000-0000-0000-000000000000}"/>
          </ac:spMkLst>
        </pc:spChg>
        <pc:picChg chg="add mod">
          <ac:chgData name="Georges MATHIO" userId="1057b68d-d9cf-4cd5-bc4c-3fe68ec33e97" providerId="ADAL" clId="{82C5487D-F4FA-479C-805C-E057908A5989}" dt="2024-09-10T13:19:55.227" v="30" actId="1440"/>
          <ac:picMkLst>
            <pc:docMk/>
            <pc:sldMk cId="2526593619" sldId="256"/>
            <ac:picMk id="1026" creationId="{0894DCDB-9EDC-5DED-31AC-01B7CFC04937}"/>
          </ac:picMkLst>
        </pc:picChg>
      </pc:sldChg>
      <pc:sldChg chg="addSp modSp mod">
        <pc:chgData name="Georges MATHIO" userId="1057b68d-d9cf-4cd5-bc4c-3fe68ec33e97" providerId="ADAL" clId="{82C5487D-F4FA-479C-805C-E057908A5989}" dt="2024-09-10T14:37:05.319" v="1026" actId="20577"/>
        <pc:sldMkLst>
          <pc:docMk/>
          <pc:sldMk cId="1554076419" sldId="258"/>
        </pc:sldMkLst>
        <pc:spChg chg="mod">
          <ac:chgData name="Georges MATHIO" userId="1057b68d-d9cf-4cd5-bc4c-3fe68ec33e97" providerId="ADAL" clId="{82C5487D-F4FA-479C-805C-E057908A5989}" dt="2024-09-10T13:22:09.188" v="80" actId="20577"/>
          <ac:spMkLst>
            <pc:docMk/>
            <pc:sldMk cId="1554076419" sldId="258"/>
            <ac:spMk id="2" creationId="{8AE1D70E-C040-1542-B36E-7DDF82084F61}"/>
          </ac:spMkLst>
        </pc:spChg>
        <pc:spChg chg="mod">
          <ac:chgData name="Georges MATHIO" userId="1057b68d-d9cf-4cd5-bc4c-3fe68ec33e97" providerId="ADAL" clId="{82C5487D-F4FA-479C-805C-E057908A5989}" dt="2024-09-10T14:37:05.319" v="1026" actId="20577"/>
          <ac:spMkLst>
            <pc:docMk/>
            <pc:sldMk cId="1554076419" sldId="258"/>
            <ac:spMk id="3" creationId="{28C0A9F3-C74E-8D4C-12C9-FC5B0E07D0F8}"/>
          </ac:spMkLst>
        </pc:spChg>
        <pc:spChg chg="mod">
          <ac:chgData name="Georges MATHIO" userId="1057b68d-d9cf-4cd5-bc4c-3fe68ec33e97" providerId="ADAL" clId="{82C5487D-F4FA-479C-805C-E057908A5989}" dt="2024-09-10T13:22:23.428" v="103" actId="20577"/>
          <ac:spMkLst>
            <pc:docMk/>
            <pc:sldMk cId="1554076419" sldId="258"/>
            <ac:spMk id="8" creationId="{8C1BBF7E-EA70-9FE6-C90F-A1284432D1C6}"/>
          </ac:spMkLst>
        </pc:spChg>
        <pc:picChg chg="add mod">
          <ac:chgData name="Georges MATHIO" userId="1057b68d-d9cf-4cd5-bc4c-3fe68ec33e97" providerId="ADAL" clId="{82C5487D-F4FA-479C-805C-E057908A5989}" dt="2024-09-10T13:46:15.711" v="422" actId="1076"/>
          <ac:picMkLst>
            <pc:docMk/>
            <pc:sldMk cId="1554076419" sldId="258"/>
            <ac:picMk id="4" creationId="{B07562AD-13F4-78FB-2B87-3E4DA833361A}"/>
          </ac:picMkLst>
        </pc:picChg>
      </pc:sldChg>
      <pc:sldChg chg="addSp delSp modSp new mod modAnim">
        <pc:chgData name="Georges MATHIO" userId="1057b68d-d9cf-4cd5-bc4c-3fe68ec33e97" providerId="ADAL" clId="{82C5487D-F4FA-479C-805C-E057908A5989}" dt="2024-09-17T09:08:53.903" v="3065" actId="14100"/>
        <pc:sldMkLst>
          <pc:docMk/>
          <pc:sldMk cId="226811849" sldId="259"/>
        </pc:sldMkLst>
        <pc:spChg chg="mod">
          <ac:chgData name="Georges MATHIO" userId="1057b68d-d9cf-4cd5-bc4c-3fe68ec33e97" providerId="ADAL" clId="{82C5487D-F4FA-479C-805C-E057908A5989}" dt="2024-09-10T13:58:32.585" v="533" actId="20577"/>
          <ac:spMkLst>
            <pc:docMk/>
            <pc:sldMk cId="226811849" sldId="259"/>
            <ac:spMk id="2" creationId="{ADEBCA86-FC88-C76F-F85D-C56FAC8A5DAF}"/>
          </ac:spMkLst>
        </pc:spChg>
        <pc:spChg chg="mod">
          <ac:chgData name="Georges MATHIO" userId="1057b68d-d9cf-4cd5-bc4c-3fe68ec33e97" providerId="ADAL" clId="{82C5487D-F4FA-479C-805C-E057908A5989}" dt="2024-09-10T14:33:27.274" v="986" actId="20577"/>
          <ac:spMkLst>
            <pc:docMk/>
            <pc:sldMk cId="226811849" sldId="259"/>
            <ac:spMk id="3" creationId="{A8A75CFA-E18C-7FAB-3081-C2C903E0054B}"/>
          </ac:spMkLst>
        </pc:spChg>
        <pc:spChg chg="add mod">
          <ac:chgData name="Georges MATHIO" userId="1057b68d-d9cf-4cd5-bc4c-3fe68ec33e97" providerId="ADAL" clId="{82C5487D-F4FA-479C-805C-E057908A5989}" dt="2024-09-17T07:36:06.458" v="1697" actId="1035"/>
          <ac:spMkLst>
            <pc:docMk/>
            <pc:sldMk cId="226811849" sldId="259"/>
            <ac:spMk id="4" creationId="{6E13AE0A-54BA-E302-9610-D35C7B750FA2}"/>
          </ac:spMkLst>
        </pc:spChg>
        <pc:spChg chg="add mod">
          <ac:chgData name="Georges MATHIO" userId="1057b68d-d9cf-4cd5-bc4c-3fe68ec33e97" providerId="ADAL" clId="{82C5487D-F4FA-479C-805C-E057908A5989}" dt="2024-09-10T14:22:23.072" v="668" actId="1076"/>
          <ac:spMkLst>
            <pc:docMk/>
            <pc:sldMk cId="226811849" sldId="259"/>
            <ac:spMk id="9" creationId="{97903BD0-BF05-17E6-D0C7-8221CDD418EE}"/>
          </ac:spMkLst>
        </pc:spChg>
        <pc:spChg chg="add mod">
          <ac:chgData name="Georges MATHIO" userId="1057b68d-d9cf-4cd5-bc4c-3fe68ec33e97" providerId="ADAL" clId="{82C5487D-F4FA-479C-805C-E057908A5989}" dt="2024-09-10T14:22:30.250" v="685" actId="20577"/>
          <ac:spMkLst>
            <pc:docMk/>
            <pc:sldMk cId="226811849" sldId="259"/>
            <ac:spMk id="10" creationId="{D8EF6B02-2186-3F04-D957-BA8BEAA6E313}"/>
          </ac:spMkLst>
        </pc:spChg>
        <pc:spChg chg="add mod">
          <ac:chgData name="Georges MATHIO" userId="1057b68d-d9cf-4cd5-bc4c-3fe68ec33e97" providerId="ADAL" clId="{82C5487D-F4FA-479C-805C-E057908A5989}" dt="2024-09-10T14:23:04.213" v="708" actId="20577"/>
          <ac:spMkLst>
            <pc:docMk/>
            <pc:sldMk cId="226811849" sldId="259"/>
            <ac:spMk id="11" creationId="{C361A9C3-1F52-48C6-593F-CB60D9F92BFB}"/>
          </ac:spMkLst>
        </pc:spChg>
        <pc:picChg chg="add mod">
          <ac:chgData name="Georges MATHIO" userId="1057b68d-d9cf-4cd5-bc4c-3fe68ec33e97" providerId="ADAL" clId="{82C5487D-F4FA-479C-805C-E057908A5989}" dt="2024-09-17T09:08:28.634" v="3062" actId="14100"/>
          <ac:picMkLst>
            <pc:docMk/>
            <pc:sldMk cId="226811849" sldId="259"/>
            <ac:picMk id="6" creationId="{9509DC00-0B6A-7E04-A96C-BBC9B12F765A}"/>
          </ac:picMkLst>
        </pc:picChg>
        <pc:picChg chg="add mod">
          <ac:chgData name="Georges MATHIO" userId="1057b68d-d9cf-4cd5-bc4c-3fe68ec33e97" providerId="ADAL" clId="{82C5487D-F4FA-479C-805C-E057908A5989}" dt="2024-09-17T09:08:53.903" v="3065" actId="14100"/>
          <ac:picMkLst>
            <pc:docMk/>
            <pc:sldMk cId="226811849" sldId="259"/>
            <ac:picMk id="8" creationId="{2E8D30E9-B7F3-7460-5DA6-9678BA5D7DE5}"/>
          </ac:picMkLst>
        </pc:picChg>
        <pc:picChg chg="add del mod">
          <ac:chgData name="Georges MATHIO" userId="1057b68d-d9cf-4cd5-bc4c-3fe68ec33e97" providerId="ADAL" clId="{82C5487D-F4FA-479C-805C-E057908A5989}" dt="2024-09-10T14:11:52.255" v="587" actId="478"/>
          <ac:picMkLst>
            <pc:docMk/>
            <pc:sldMk cId="226811849" sldId="259"/>
            <ac:picMk id="2050" creationId="{36B550A6-6A85-8BD1-21F4-3F3C91CC6D32}"/>
          </ac:picMkLst>
        </pc:picChg>
      </pc:sldChg>
      <pc:sldChg chg="del">
        <pc:chgData name="Georges MATHIO" userId="1057b68d-d9cf-4cd5-bc4c-3fe68ec33e97" providerId="ADAL" clId="{82C5487D-F4FA-479C-805C-E057908A5989}" dt="2024-09-10T13:20:14.903" v="35" actId="47"/>
        <pc:sldMkLst>
          <pc:docMk/>
          <pc:sldMk cId="698645210" sldId="259"/>
        </pc:sldMkLst>
      </pc:sldChg>
      <pc:sldChg chg="del">
        <pc:chgData name="Georges MATHIO" userId="1057b68d-d9cf-4cd5-bc4c-3fe68ec33e97" providerId="ADAL" clId="{82C5487D-F4FA-479C-805C-E057908A5989}" dt="2024-09-10T13:20:16.297" v="36" actId="47"/>
        <pc:sldMkLst>
          <pc:docMk/>
          <pc:sldMk cId="2019018920" sldId="260"/>
        </pc:sldMkLst>
      </pc:sldChg>
      <pc:sldChg chg="addSp delSp modSp new mod ord">
        <pc:chgData name="Georges MATHIO" userId="1057b68d-d9cf-4cd5-bc4c-3fe68ec33e97" providerId="ADAL" clId="{82C5487D-F4FA-479C-805C-E057908A5989}" dt="2024-09-17T08:06:04.235" v="1974"/>
        <pc:sldMkLst>
          <pc:docMk/>
          <pc:sldMk cId="2559389067" sldId="260"/>
        </pc:sldMkLst>
        <pc:spChg chg="mod">
          <ac:chgData name="Georges MATHIO" userId="1057b68d-d9cf-4cd5-bc4c-3fe68ec33e97" providerId="ADAL" clId="{82C5487D-F4FA-479C-805C-E057908A5989}" dt="2024-09-10T14:55:40.397" v="1462" actId="20577"/>
          <ac:spMkLst>
            <pc:docMk/>
            <pc:sldMk cId="2559389067" sldId="260"/>
            <ac:spMk id="2" creationId="{F663B97E-87A1-8668-0A62-7274C06FB89D}"/>
          </ac:spMkLst>
        </pc:spChg>
        <pc:spChg chg="del mod">
          <ac:chgData name="Georges MATHIO" userId="1057b68d-d9cf-4cd5-bc4c-3fe68ec33e97" providerId="ADAL" clId="{82C5487D-F4FA-479C-805C-E057908A5989}" dt="2024-09-10T14:35:02.014" v="1003" actId="1032"/>
          <ac:spMkLst>
            <pc:docMk/>
            <pc:sldMk cId="2559389067" sldId="260"/>
            <ac:spMk id="3" creationId="{32C8C031-605E-FC62-9298-BDD823E9A290}"/>
          </ac:spMkLst>
        </pc:spChg>
        <pc:spChg chg="add del mod">
          <ac:chgData name="Georges MATHIO" userId="1057b68d-d9cf-4cd5-bc4c-3fe68ec33e97" providerId="ADAL" clId="{82C5487D-F4FA-479C-805C-E057908A5989}" dt="2024-09-10T14:46:51.693" v="1139" actId="478"/>
          <ac:spMkLst>
            <pc:docMk/>
            <pc:sldMk cId="2559389067" sldId="260"/>
            <ac:spMk id="6" creationId="{1010D7BC-3C99-3325-1469-523EE6D3D959}"/>
          </ac:spMkLst>
        </pc:spChg>
        <pc:spChg chg="add mod">
          <ac:chgData name="Georges MATHIO" userId="1057b68d-d9cf-4cd5-bc4c-3fe68ec33e97" providerId="ADAL" clId="{82C5487D-F4FA-479C-805C-E057908A5989}" dt="2024-09-10T14:55:25.758" v="1459" actId="20577"/>
          <ac:spMkLst>
            <pc:docMk/>
            <pc:sldMk cId="2559389067" sldId="260"/>
            <ac:spMk id="8" creationId="{ACC75875-167A-31F4-1356-0FFFFD9A7B60}"/>
          </ac:spMkLst>
        </pc:spChg>
        <pc:graphicFrameChg chg="add del mod modGraphic">
          <ac:chgData name="Georges MATHIO" userId="1057b68d-d9cf-4cd5-bc4c-3fe68ec33e97" providerId="ADAL" clId="{82C5487D-F4FA-479C-805C-E057908A5989}" dt="2024-09-10T14:47:12.317" v="1140" actId="478"/>
          <ac:graphicFrameMkLst>
            <pc:docMk/>
            <pc:sldMk cId="2559389067" sldId="260"/>
            <ac:graphicFrameMk id="4" creationId="{A9798C2C-4FD6-3C11-A438-5C619FC6FD87}"/>
          </ac:graphicFrameMkLst>
        </pc:graphicFrameChg>
        <pc:graphicFrameChg chg="add mod modGraphic">
          <ac:chgData name="Georges MATHIO" userId="1057b68d-d9cf-4cd5-bc4c-3fe68ec33e97" providerId="ADAL" clId="{82C5487D-F4FA-479C-805C-E057908A5989}" dt="2024-09-17T08:05:23.720" v="1972" actId="20577"/>
          <ac:graphicFrameMkLst>
            <pc:docMk/>
            <pc:sldMk cId="2559389067" sldId="260"/>
            <ac:graphicFrameMk id="9" creationId="{DDBF71B8-26D9-A5CE-E19A-FD16CFEA8844}"/>
          </ac:graphicFrameMkLst>
        </pc:graphicFrameChg>
      </pc:sldChg>
      <pc:sldChg chg="addSp delSp modSp add del mod ord delAnim modAnim">
        <pc:chgData name="Georges MATHIO" userId="1057b68d-d9cf-4cd5-bc4c-3fe68ec33e97" providerId="ADAL" clId="{82C5487D-F4FA-479C-805C-E057908A5989}" dt="2024-09-17T09:06:02.876" v="3053" actId="47"/>
        <pc:sldMkLst>
          <pc:docMk/>
          <pc:sldMk cId="1438521280" sldId="261"/>
        </pc:sldMkLst>
        <pc:spChg chg="mod">
          <ac:chgData name="Georges MATHIO" userId="1057b68d-d9cf-4cd5-bc4c-3fe68ec33e97" providerId="ADAL" clId="{82C5487D-F4FA-479C-805C-E057908A5989}" dt="2024-09-17T08:58:14.835" v="2728" actId="20577"/>
          <ac:spMkLst>
            <pc:docMk/>
            <pc:sldMk cId="1438521280" sldId="261"/>
            <ac:spMk id="2" creationId="{ADEBCA86-FC88-C76F-F85D-C56FAC8A5DAF}"/>
          </ac:spMkLst>
        </pc:spChg>
        <pc:spChg chg="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3" creationId="{A8A75CFA-E18C-7FAB-3081-C2C903E0054B}"/>
          </ac:spMkLst>
        </pc:spChg>
        <pc:spChg chg="mod">
          <ac:chgData name="Georges MATHIO" userId="1057b68d-d9cf-4cd5-bc4c-3fe68ec33e97" providerId="ADAL" clId="{82C5487D-F4FA-479C-805C-E057908A5989}" dt="2024-09-17T09:01:51.546" v="3039" actId="20577"/>
          <ac:spMkLst>
            <pc:docMk/>
            <pc:sldMk cId="1438521280" sldId="261"/>
            <ac:spMk id="4" creationId="{6E13AE0A-54BA-E302-9610-D35C7B750FA2}"/>
          </ac:spMkLst>
        </pc:spChg>
        <pc:spChg chg="add 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5" creationId="{A51CD53D-ED1A-59F5-088F-C27E750B9DF4}"/>
          </ac:spMkLst>
        </pc:spChg>
        <pc:spChg chg="add 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8" creationId="{8552457F-CA42-CAD5-1D50-0F5F46546509}"/>
          </ac:spMkLst>
        </pc:spChg>
        <pc:spChg chg="del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9" creationId="{97903BD0-BF05-17E6-D0C7-8221CDD418EE}"/>
          </ac:spMkLst>
        </pc:spChg>
        <pc:spChg chg="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10" creationId="{D8EF6B02-2186-3F04-D957-BA8BEAA6E313}"/>
          </ac:spMkLst>
        </pc:spChg>
        <pc:spChg chg="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11" creationId="{C361A9C3-1F52-48C6-593F-CB60D9F92BFB}"/>
          </ac:spMkLst>
        </pc:spChg>
        <pc:spChg chg="add 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12" creationId="{09355B55-B4F6-D4B9-0F73-7E2BA3C41B63}"/>
          </ac:spMkLst>
        </pc:spChg>
        <pc:spChg chg="add del mod">
          <ac:chgData name="Georges MATHIO" userId="1057b68d-d9cf-4cd5-bc4c-3fe68ec33e97" providerId="ADAL" clId="{82C5487D-F4FA-479C-805C-E057908A5989}" dt="2024-09-17T09:02:07.557" v="3041" actId="478"/>
          <ac:spMkLst>
            <pc:docMk/>
            <pc:sldMk cId="1438521280" sldId="261"/>
            <ac:spMk id="14" creationId="{2962C1C5-B21F-95A6-841E-5EA140747AF2}"/>
          </ac:spMkLst>
        </pc:spChg>
        <pc:picChg chg="del mod">
          <ac:chgData name="Georges MATHIO" userId="1057b68d-d9cf-4cd5-bc4c-3fe68ec33e97" providerId="ADAL" clId="{82C5487D-F4FA-479C-805C-E057908A5989}" dt="2024-09-17T09:02:01.296" v="3040" actId="478"/>
          <ac:picMkLst>
            <pc:docMk/>
            <pc:sldMk cId="1438521280" sldId="261"/>
            <ac:picMk id="6" creationId="{9509DC00-0B6A-7E04-A96C-BBC9B12F765A}"/>
          </ac:picMkLst>
        </pc:picChg>
        <pc:picChg chg="add del mod">
          <ac:chgData name="Georges MATHIO" userId="1057b68d-d9cf-4cd5-bc4c-3fe68ec33e97" providerId="ADAL" clId="{82C5487D-F4FA-479C-805C-E057908A5989}" dt="2024-09-17T09:02:01.296" v="3040" actId="478"/>
          <ac:picMkLst>
            <pc:docMk/>
            <pc:sldMk cId="1438521280" sldId="261"/>
            <ac:picMk id="7" creationId="{FCB679A2-5E4F-7966-43BD-CF1E51893504}"/>
          </ac:picMkLst>
        </pc:picChg>
        <pc:picChg chg="del">
          <ac:chgData name="Georges MATHIO" userId="1057b68d-d9cf-4cd5-bc4c-3fe68ec33e97" providerId="ADAL" clId="{82C5487D-F4FA-479C-805C-E057908A5989}" dt="2024-09-10T14:56:02.849" v="1486" actId="478"/>
          <ac:picMkLst>
            <pc:docMk/>
            <pc:sldMk cId="1438521280" sldId="261"/>
            <ac:picMk id="8" creationId="{2E8D30E9-B7F3-7460-5DA6-9678BA5D7DE5}"/>
          </ac:picMkLst>
        </pc:picChg>
      </pc:sldChg>
      <pc:sldChg chg="del">
        <pc:chgData name="Georges MATHIO" userId="1057b68d-d9cf-4cd5-bc4c-3fe68ec33e97" providerId="ADAL" clId="{82C5487D-F4FA-479C-805C-E057908A5989}" dt="2024-09-10T13:20:16.647" v="37" actId="47"/>
        <pc:sldMkLst>
          <pc:docMk/>
          <pc:sldMk cId="4161449416" sldId="261"/>
        </pc:sldMkLst>
      </pc:sldChg>
      <pc:sldChg chg="addSp delSp modSp new mod ord">
        <pc:chgData name="Georges MATHIO" userId="1057b68d-d9cf-4cd5-bc4c-3fe68ec33e97" providerId="ADAL" clId="{82C5487D-F4FA-479C-805C-E057908A5989}" dt="2024-09-23T15:02:22.301" v="5275"/>
        <pc:sldMkLst>
          <pc:docMk/>
          <pc:sldMk cId="2390649631" sldId="262"/>
        </pc:sldMkLst>
        <pc:spChg chg="mod">
          <ac:chgData name="Georges MATHIO" userId="1057b68d-d9cf-4cd5-bc4c-3fe68ec33e97" providerId="ADAL" clId="{82C5487D-F4FA-479C-805C-E057908A5989}" dt="2024-09-23T14:41:15.692" v="4748" actId="20577"/>
          <ac:spMkLst>
            <pc:docMk/>
            <pc:sldMk cId="2390649631" sldId="262"/>
            <ac:spMk id="2" creationId="{3A83B63E-8695-A261-2D66-4BFE1CECFE25}"/>
          </ac:spMkLst>
        </pc:spChg>
        <pc:spChg chg="del mod">
          <ac:chgData name="Georges MATHIO" userId="1057b68d-d9cf-4cd5-bc4c-3fe68ec33e97" providerId="ADAL" clId="{82C5487D-F4FA-479C-805C-E057908A5989}" dt="2024-09-23T14:41:42.197" v="4750" actId="478"/>
          <ac:spMkLst>
            <pc:docMk/>
            <pc:sldMk cId="2390649631" sldId="262"/>
            <ac:spMk id="3" creationId="{E7B1851B-891E-7219-903C-44C4234BD6E6}"/>
          </ac:spMkLst>
        </pc:spChg>
        <pc:spChg chg="add del mod">
          <ac:chgData name="Georges MATHIO" userId="1057b68d-d9cf-4cd5-bc4c-3fe68ec33e97" providerId="ADAL" clId="{82C5487D-F4FA-479C-805C-E057908A5989}" dt="2024-09-17T08:04:08.972" v="1911"/>
          <ac:spMkLst>
            <pc:docMk/>
            <pc:sldMk cId="2390649631" sldId="262"/>
            <ac:spMk id="4" creationId="{2849EFA2-3B11-6ECE-14A3-A69D87FD19F4}"/>
          </ac:spMkLst>
        </pc:spChg>
        <pc:spChg chg="add del mod">
          <ac:chgData name="Georges MATHIO" userId="1057b68d-d9cf-4cd5-bc4c-3fe68ec33e97" providerId="ADAL" clId="{82C5487D-F4FA-479C-805C-E057908A5989}" dt="2024-09-23T14:41:19.848" v="4749" actId="478"/>
          <ac:spMkLst>
            <pc:docMk/>
            <pc:sldMk cId="2390649631" sldId="262"/>
            <ac:spMk id="5" creationId="{FE12536D-6ED0-DC03-08CC-8D761524D1FF}"/>
          </ac:spMkLst>
        </pc:spChg>
        <pc:spChg chg="add del mod">
          <ac:chgData name="Georges MATHIO" userId="1057b68d-d9cf-4cd5-bc4c-3fe68ec33e97" providerId="ADAL" clId="{82C5487D-F4FA-479C-805C-E057908A5989}" dt="2024-09-23T14:41:53.678" v="4752" actId="478"/>
          <ac:spMkLst>
            <pc:docMk/>
            <pc:sldMk cId="2390649631" sldId="262"/>
            <ac:spMk id="6" creationId="{153F91A9-730B-CD7A-FE6F-857BC50475EF}"/>
          </ac:spMkLst>
        </pc:spChg>
        <pc:spChg chg="add mod">
          <ac:chgData name="Georges MATHIO" userId="1057b68d-d9cf-4cd5-bc4c-3fe68ec33e97" providerId="ADAL" clId="{82C5487D-F4FA-479C-805C-E057908A5989}" dt="2024-09-23T14:46:38.445" v="5103" actId="403"/>
          <ac:spMkLst>
            <pc:docMk/>
            <pc:sldMk cId="2390649631" sldId="262"/>
            <ac:spMk id="7" creationId="{F730F81E-FE15-036B-799E-4164065F9994}"/>
          </ac:spMkLst>
        </pc:spChg>
      </pc:sldChg>
      <pc:sldChg chg="del">
        <pc:chgData name="Georges MATHIO" userId="1057b68d-d9cf-4cd5-bc4c-3fe68ec33e97" providerId="ADAL" clId="{82C5487D-F4FA-479C-805C-E057908A5989}" dt="2024-09-10T13:20:16.849" v="38" actId="47"/>
        <pc:sldMkLst>
          <pc:docMk/>
          <pc:sldMk cId="3587356529" sldId="262"/>
        </pc:sldMkLst>
      </pc:sldChg>
      <pc:sldChg chg="del">
        <pc:chgData name="Georges MATHIO" userId="1057b68d-d9cf-4cd5-bc4c-3fe68ec33e97" providerId="ADAL" clId="{82C5487D-F4FA-479C-805C-E057908A5989}" dt="2024-09-10T13:20:17.030" v="39" actId="47"/>
        <pc:sldMkLst>
          <pc:docMk/>
          <pc:sldMk cId="631768457" sldId="263"/>
        </pc:sldMkLst>
      </pc:sldChg>
      <pc:sldChg chg="delSp modSp add mod delAnim">
        <pc:chgData name="Georges MATHIO" userId="1057b68d-d9cf-4cd5-bc4c-3fe68ec33e97" providerId="ADAL" clId="{82C5487D-F4FA-479C-805C-E057908A5989}" dt="2024-09-17T07:58:35.453" v="1811" actId="20577"/>
        <pc:sldMkLst>
          <pc:docMk/>
          <pc:sldMk cId="2462972198" sldId="263"/>
        </pc:sldMkLst>
        <pc:spChg chg="mod">
          <ac:chgData name="Georges MATHIO" userId="1057b68d-d9cf-4cd5-bc4c-3fe68ec33e97" providerId="ADAL" clId="{82C5487D-F4FA-479C-805C-E057908A5989}" dt="2024-09-17T07:35:29.456" v="1644"/>
          <ac:spMkLst>
            <pc:docMk/>
            <pc:sldMk cId="2462972198" sldId="263"/>
            <ac:spMk id="2" creationId="{ADEBCA86-FC88-C76F-F85D-C56FAC8A5DAF}"/>
          </ac:spMkLst>
        </pc:spChg>
        <pc:spChg chg="mod">
          <ac:chgData name="Georges MATHIO" userId="1057b68d-d9cf-4cd5-bc4c-3fe68ec33e97" providerId="ADAL" clId="{82C5487D-F4FA-479C-805C-E057908A5989}" dt="2024-09-17T07:58:35.453" v="1811" actId="20577"/>
          <ac:spMkLst>
            <pc:docMk/>
            <pc:sldMk cId="2462972198" sldId="263"/>
            <ac:spMk id="3" creationId="{A8A75CFA-E18C-7FAB-3081-C2C903E0054B}"/>
          </ac:spMkLst>
        </pc:spChg>
        <pc:spChg chg="mod">
          <ac:chgData name="Georges MATHIO" userId="1057b68d-d9cf-4cd5-bc4c-3fe68ec33e97" providerId="ADAL" clId="{82C5487D-F4FA-479C-805C-E057908A5989}" dt="2024-09-17T07:36:01.280" v="1686" actId="1035"/>
          <ac:spMkLst>
            <pc:docMk/>
            <pc:sldMk cId="2462972198" sldId="263"/>
            <ac:spMk id="4" creationId="{6E13AE0A-54BA-E302-9610-D35C7B750FA2}"/>
          </ac:spMkLst>
        </pc:spChg>
        <pc:spChg chg="del">
          <ac:chgData name="Georges MATHIO" userId="1057b68d-d9cf-4cd5-bc4c-3fe68ec33e97" providerId="ADAL" clId="{82C5487D-F4FA-479C-805C-E057908A5989}" dt="2024-09-17T07:46:49.207" v="1725" actId="478"/>
          <ac:spMkLst>
            <pc:docMk/>
            <pc:sldMk cId="2462972198" sldId="263"/>
            <ac:spMk id="9" creationId="{97903BD0-BF05-17E6-D0C7-8221CDD418EE}"/>
          </ac:spMkLst>
        </pc:spChg>
        <pc:spChg chg="del">
          <ac:chgData name="Georges MATHIO" userId="1057b68d-d9cf-4cd5-bc4c-3fe68ec33e97" providerId="ADAL" clId="{82C5487D-F4FA-479C-805C-E057908A5989}" dt="2024-09-17T07:35:37.113" v="1646" actId="478"/>
          <ac:spMkLst>
            <pc:docMk/>
            <pc:sldMk cId="2462972198" sldId="263"/>
            <ac:spMk id="10" creationId="{D8EF6B02-2186-3F04-D957-BA8BEAA6E313}"/>
          </ac:spMkLst>
        </pc:spChg>
        <pc:spChg chg="del">
          <ac:chgData name="Georges MATHIO" userId="1057b68d-d9cf-4cd5-bc4c-3fe68ec33e97" providerId="ADAL" clId="{82C5487D-F4FA-479C-805C-E057908A5989}" dt="2024-09-17T07:46:45.123" v="1724" actId="478"/>
          <ac:spMkLst>
            <pc:docMk/>
            <pc:sldMk cId="2462972198" sldId="263"/>
            <ac:spMk id="11" creationId="{C361A9C3-1F52-48C6-593F-CB60D9F92BFB}"/>
          </ac:spMkLst>
        </pc:spChg>
        <pc:picChg chg="del">
          <ac:chgData name="Georges MATHIO" userId="1057b68d-d9cf-4cd5-bc4c-3fe68ec33e97" providerId="ADAL" clId="{82C5487D-F4FA-479C-805C-E057908A5989}" dt="2024-09-17T07:35:33.974" v="1645" actId="478"/>
          <ac:picMkLst>
            <pc:docMk/>
            <pc:sldMk cId="2462972198" sldId="263"/>
            <ac:picMk id="6" creationId="{9509DC00-0B6A-7E04-A96C-BBC9B12F765A}"/>
          </ac:picMkLst>
        </pc:picChg>
        <pc:picChg chg="del">
          <ac:chgData name="Georges MATHIO" userId="1057b68d-d9cf-4cd5-bc4c-3fe68ec33e97" providerId="ADAL" clId="{82C5487D-F4FA-479C-805C-E057908A5989}" dt="2024-09-17T07:35:33.974" v="1645" actId="478"/>
          <ac:picMkLst>
            <pc:docMk/>
            <pc:sldMk cId="2462972198" sldId="263"/>
            <ac:picMk id="8" creationId="{2E8D30E9-B7F3-7460-5DA6-9678BA5D7DE5}"/>
          </ac:picMkLst>
        </pc:picChg>
      </pc:sldChg>
      <pc:sldChg chg="addSp delSp modSp new mod ord">
        <pc:chgData name="Georges MATHIO" userId="1057b68d-d9cf-4cd5-bc4c-3fe68ec33e97" providerId="ADAL" clId="{82C5487D-F4FA-479C-805C-E057908A5989}" dt="2024-09-17T08:56:16.987" v="2709" actId="1076"/>
        <pc:sldMkLst>
          <pc:docMk/>
          <pc:sldMk cId="3235624482" sldId="264"/>
        </pc:sldMkLst>
        <pc:spChg chg="mod">
          <ac:chgData name="Georges MATHIO" userId="1057b68d-d9cf-4cd5-bc4c-3fe68ec33e97" providerId="ADAL" clId="{82C5487D-F4FA-479C-805C-E057908A5989}" dt="2024-09-17T08:20:42.761" v="2031" actId="14100"/>
          <ac:spMkLst>
            <pc:docMk/>
            <pc:sldMk cId="3235624482" sldId="264"/>
            <ac:spMk id="2" creationId="{CB737089-8812-04A5-7B93-1AB5EDC6C0EC}"/>
          </ac:spMkLst>
        </pc:spChg>
        <pc:spChg chg="del mod">
          <ac:chgData name="Georges MATHIO" userId="1057b68d-d9cf-4cd5-bc4c-3fe68ec33e97" providerId="ADAL" clId="{82C5487D-F4FA-479C-805C-E057908A5989}" dt="2024-09-17T08:20:29.883" v="2027"/>
          <ac:spMkLst>
            <pc:docMk/>
            <pc:sldMk cId="3235624482" sldId="264"/>
            <ac:spMk id="3" creationId="{84A9451D-6DCF-61D1-2ADE-A94781D7C8A3}"/>
          </ac:spMkLst>
        </pc:spChg>
        <pc:spChg chg="add del mod">
          <ac:chgData name="Georges MATHIO" userId="1057b68d-d9cf-4cd5-bc4c-3fe68ec33e97" providerId="ADAL" clId="{82C5487D-F4FA-479C-805C-E057908A5989}" dt="2024-09-17T08:21:42.991" v="2036" actId="478"/>
          <ac:spMkLst>
            <pc:docMk/>
            <pc:sldMk cId="3235624482" sldId="264"/>
            <ac:spMk id="9" creationId="{3DAAC72B-75E5-20FF-13A6-CAAC54632501}"/>
          </ac:spMkLst>
        </pc:spChg>
        <pc:spChg chg="add mod ord">
          <ac:chgData name="Georges MATHIO" userId="1057b68d-d9cf-4cd5-bc4c-3fe68ec33e97" providerId="ADAL" clId="{82C5487D-F4FA-479C-805C-E057908A5989}" dt="2024-09-17T08:28:20.554" v="2510" actId="1076"/>
          <ac:spMkLst>
            <pc:docMk/>
            <pc:sldMk cId="3235624482" sldId="264"/>
            <ac:spMk id="14" creationId="{18A743E6-2E5B-7BB2-938A-EADF43D9DA53}"/>
          </ac:spMkLst>
        </pc:spChg>
        <pc:spChg chg="add mod ord">
          <ac:chgData name="Georges MATHIO" userId="1057b68d-d9cf-4cd5-bc4c-3fe68ec33e97" providerId="ADAL" clId="{82C5487D-F4FA-479C-805C-E057908A5989}" dt="2024-09-17T08:29:14.763" v="2524" actId="14861"/>
          <ac:spMkLst>
            <pc:docMk/>
            <pc:sldMk cId="3235624482" sldId="264"/>
            <ac:spMk id="17" creationId="{08FBC12F-337E-E89E-55FA-399221144F12}"/>
          </ac:spMkLst>
        </pc:spChg>
        <pc:spChg chg="add mod ord">
          <ac:chgData name="Georges MATHIO" userId="1057b68d-d9cf-4cd5-bc4c-3fe68ec33e97" providerId="ADAL" clId="{82C5487D-F4FA-479C-805C-E057908A5989}" dt="2024-09-17T08:29:04.608" v="2522" actId="167"/>
          <ac:spMkLst>
            <pc:docMk/>
            <pc:sldMk cId="3235624482" sldId="264"/>
            <ac:spMk id="18" creationId="{776D6E20-3491-2DBC-081A-F6F4AA18D872}"/>
          </ac:spMkLst>
        </pc:spChg>
        <pc:spChg chg="add mod">
          <ac:chgData name="Georges MATHIO" userId="1057b68d-d9cf-4cd5-bc4c-3fe68ec33e97" providerId="ADAL" clId="{82C5487D-F4FA-479C-805C-E057908A5989}" dt="2024-09-17T08:56:16.987" v="2709" actId="1076"/>
          <ac:spMkLst>
            <pc:docMk/>
            <pc:sldMk cId="3235624482" sldId="264"/>
            <ac:spMk id="19" creationId="{FC05DE6C-0B46-E626-BF36-F3DE11496887}"/>
          </ac:spMkLst>
        </pc:spChg>
        <pc:spChg chg="add mod">
          <ac:chgData name="Georges MATHIO" userId="1057b68d-d9cf-4cd5-bc4c-3fe68ec33e97" providerId="ADAL" clId="{82C5487D-F4FA-479C-805C-E057908A5989}" dt="2024-09-17T08:56:09.665" v="2708" actId="20577"/>
          <ac:spMkLst>
            <pc:docMk/>
            <pc:sldMk cId="3235624482" sldId="264"/>
            <ac:spMk id="20" creationId="{364FFAB6-3B2B-94EE-7B53-08EA73C3479C}"/>
          </ac:spMkLst>
        </pc:spChg>
        <pc:spChg chg="add mod">
          <ac:chgData name="Georges MATHIO" userId="1057b68d-d9cf-4cd5-bc4c-3fe68ec33e97" providerId="ADAL" clId="{82C5487D-F4FA-479C-805C-E057908A5989}" dt="2024-09-17T08:56:00.712" v="2692"/>
          <ac:spMkLst>
            <pc:docMk/>
            <pc:sldMk cId="3235624482" sldId="264"/>
            <ac:spMk id="21" creationId="{0B1D064C-D614-8D39-D338-FF3DA04CEC49}"/>
          </ac:spMkLst>
        </pc:spChg>
        <pc:picChg chg="add del mod">
          <ac:chgData name="Georges MATHIO" userId="1057b68d-d9cf-4cd5-bc4c-3fe68ec33e97" providerId="ADAL" clId="{82C5487D-F4FA-479C-805C-E057908A5989}" dt="2024-09-17T08:21:38.026" v="2035" actId="478"/>
          <ac:picMkLst>
            <pc:docMk/>
            <pc:sldMk cId="3235624482" sldId="264"/>
            <ac:picMk id="5" creationId="{B61758AC-C4E4-ACAF-2219-6CF88CC8E397}"/>
          </ac:picMkLst>
        </pc:picChg>
        <pc:picChg chg="add del mod">
          <ac:chgData name="Georges MATHIO" userId="1057b68d-d9cf-4cd5-bc4c-3fe68ec33e97" providerId="ADAL" clId="{82C5487D-F4FA-479C-805C-E057908A5989}" dt="2024-09-17T08:29:35.017" v="2546" actId="478"/>
          <ac:picMkLst>
            <pc:docMk/>
            <pc:sldMk cId="3235624482" sldId="264"/>
            <ac:picMk id="7" creationId="{FF0CB90B-16E0-921F-0B60-2493DB3ABDF1}"/>
          </ac:picMkLst>
        </pc:picChg>
        <pc:picChg chg="add mod">
          <ac:chgData name="Georges MATHIO" userId="1057b68d-d9cf-4cd5-bc4c-3fe68ec33e97" providerId="ADAL" clId="{82C5487D-F4FA-479C-805C-E057908A5989}" dt="2024-09-17T08:49:40.032" v="2593" actId="14861"/>
          <ac:picMkLst>
            <pc:docMk/>
            <pc:sldMk cId="3235624482" sldId="264"/>
            <ac:picMk id="11" creationId="{4C6F3A78-E144-15DD-B7FD-4BB3C5912799}"/>
          </ac:picMkLst>
        </pc:picChg>
        <pc:picChg chg="add mod">
          <ac:chgData name="Georges MATHIO" userId="1057b68d-d9cf-4cd5-bc4c-3fe68ec33e97" providerId="ADAL" clId="{82C5487D-F4FA-479C-805C-E057908A5989}" dt="2024-09-17T08:29:31.399" v="2545" actId="1035"/>
          <ac:picMkLst>
            <pc:docMk/>
            <pc:sldMk cId="3235624482" sldId="264"/>
            <ac:picMk id="13" creationId="{5DCACF9F-D521-647F-F91C-5CDCBB6CE316}"/>
          </ac:picMkLst>
        </pc:picChg>
        <pc:picChg chg="add mod">
          <ac:chgData name="Georges MATHIO" userId="1057b68d-d9cf-4cd5-bc4c-3fe68ec33e97" providerId="ADAL" clId="{82C5487D-F4FA-479C-805C-E057908A5989}" dt="2024-09-17T08:28:51.683" v="2516" actId="14100"/>
          <ac:picMkLst>
            <pc:docMk/>
            <pc:sldMk cId="3235624482" sldId="264"/>
            <ac:picMk id="16" creationId="{DCF59688-78C3-4A9D-07BC-80A8491DDC70}"/>
          </ac:picMkLst>
        </pc:picChg>
      </pc:sldChg>
      <pc:sldChg chg="del">
        <pc:chgData name="Georges MATHIO" userId="1057b68d-d9cf-4cd5-bc4c-3fe68ec33e97" providerId="ADAL" clId="{82C5487D-F4FA-479C-805C-E057908A5989}" dt="2024-09-10T13:20:17.203" v="40" actId="47"/>
        <pc:sldMkLst>
          <pc:docMk/>
          <pc:sldMk cId="3585669407" sldId="264"/>
        </pc:sldMkLst>
      </pc:sldChg>
      <pc:sldChg chg="del">
        <pc:chgData name="Georges MATHIO" userId="1057b68d-d9cf-4cd5-bc4c-3fe68ec33e97" providerId="ADAL" clId="{82C5487D-F4FA-479C-805C-E057908A5989}" dt="2024-09-10T13:20:17.382" v="41" actId="47"/>
        <pc:sldMkLst>
          <pc:docMk/>
          <pc:sldMk cId="2440634833" sldId="265"/>
        </pc:sldMkLst>
      </pc:sldChg>
      <pc:sldChg chg="modSp add mod ord">
        <pc:chgData name="Georges MATHIO" userId="1057b68d-d9cf-4cd5-bc4c-3fe68ec33e97" providerId="ADAL" clId="{82C5487D-F4FA-479C-805C-E057908A5989}" dt="2024-09-23T15:04:02.169" v="5362" actId="20577"/>
        <pc:sldMkLst>
          <pc:docMk/>
          <pc:sldMk cId="2843119897" sldId="265"/>
        </pc:sldMkLst>
        <pc:spChg chg="mod">
          <ac:chgData name="Georges MATHIO" userId="1057b68d-d9cf-4cd5-bc4c-3fe68ec33e97" providerId="ADAL" clId="{82C5487D-F4FA-479C-805C-E057908A5989}" dt="2024-09-23T14:13:04.905" v="3988" actId="20577"/>
          <ac:spMkLst>
            <pc:docMk/>
            <pc:sldMk cId="2843119897" sldId="265"/>
            <ac:spMk id="2" creationId="{CB737089-8812-04A5-7B93-1AB5EDC6C0EC}"/>
          </ac:spMkLst>
        </pc:spChg>
        <pc:spChg chg="mod">
          <ac:chgData name="Georges MATHIO" userId="1057b68d-d9cf-4cd5-bc4c-3fe68ec33e97" providerId="ADAL" clId="{82C5487D-F4FA-479C-805C-E057908A5989}" dt="2024-09-23T15:01:45.217" v="5255" actId="6549"/>
          <ac:spMkLst>
            <pc:docMk/>
            <pc:sldMk cId="2843119897" sldId="265"/>
            <ac:spMk id="19" creationId="{FC05DE6C-0B46-E626-BF36-F3DE11496887}"/>
          </ac:spMkLst>
        </pc:spChg>
        <pc:spChg chg="mod">
          <ac:chgData name="Georges MATHIO" userId="1057b68d-d9cf-4cd5-bc4c-3fe68ec33e97" providerId="ADAL" clId="{82C5487D-F4FA-479C-805C-E057908A5989}" dt="2024-09-23T15:03:58.675" v="5361" actId="6549"/>
          <ac:spMkLst>
            <pc:docMk/>
            <pc:sldMk cId="2843119897" sldId="265"/>
            <ac:spMk id="20" creationId="{364FFAB6-3B2B-94EE-7B53-08EA73C3479C}"/>
          </ac:spMkLst>
        </pc:spChg>
        <pc:spChg chg="mod">
          <ac:chgData name="Georges MATHIO" userId="1057b68d-d9cf-4cd5-bc4c-3fe68ec33e97" providerId="ADAL" clId="{82C5487D-F4FA-479C-805C-E057908A5989}" dt="2024-09-23T15:04:02.169" v="5362" actId="20577"/>
          <ac:spMkLst>
            <pc:docMk/>
            <pc:sldMk cId="2843119897" sldId="265"/>
            <ac:spMk id="21" creationId="{0B1D064C-D614-8D39-D338-FF3DA04CEC49}"/>
          </ac:spMkLst>
        </pc:spChg>
      </pc:sldChg>
      <pc:sldChg chg="del">
        <pc:chgData name="Georges MATHIO" userId="1057b68d-d9cf-4cd5-bc4c-3fe68ec33e97" providerId="ADAL" clId="{82C5487D-F4FA-479C-805C-E057908A5989}" dt="2024-09-10T13:20:17.567" v="42" actId="47"/>
        <pc:sldMkLst>
          <pc:docMk/>
          <pc:sldMk cId="1447089258" sldId="266"/>
        </pc:sldMkLst>
      </pc:sldChg>
      <pc:sldChg chg="modSp add mod">
        <pc:chgData name="Georges MATHIO" userId="1057b68d-d9cf-4cd5-bc4c-3fe68ec33e97" providerId="ADAL" clId="{82C5487D-F4FA-479C-805C-E057908A5989}" dt="2024-09-23T14:15:03.993" v="4013" actId="20577"/>
        <pc:sldMkLst>
          <pc:docMk/>
          <pc:sldMk cId="2284228860" sldId="266"/>
        </pc:sldMkLst>
        <pc:spChg chg="mod">
          <ac:chgData name="Georges MATHIO" userId="1057b68d-d9cf-4cd5-bc4c-3fe68ec33e97" providerId="ADAL" clId="{82C5487D-F4FA-479C-805C-E057908A5989}" dt="2024-09-23T14:15:03.993" v="4013" actId="20577"/>
          <ac:spMkLst>
            <pc:docMk/>
            <pc:sldMk cId="2284228860" sldId="266"/>
            <ac:spMk id="2" creationId="{ADEBCA86-FC88-C76F-F85D-C56FAC8A5DAF}"/>
          </ac:spMkLst>
        </pc:spChg>
        <pc:spChg chg="mod">
          <ac:chgData name="Georges MATHIO" userId="1057b68d-d9cf-4cd5-bc4c-3fe68ec33e97" providerId="ADAL" clId="{82C5487D-F4FA-479C-805C-E057908A5989}" dt="2024-09-17T09:12:50.368" v="3234" actId="20577"/>
          <ac:spMkLst>
            <pc:docMk/>
            <pc:sldMk cId="2284228860" sldId="266"/>
            <ac:spMk id="3" creationId="{A8A75CFA-E18C-7FAB-3081-C2C903E0054B}"/>
          </ac:spMkLst>
        </pc:spChg>
        <pc:picChg chg="mod">
          <ac:chgData name="Georges MATHIO" userId="1057b68d-d9cf-4cd5-bc4c-3fe68ec33e97" providerId="ADAL" clId="{82C5487D-F4FA-479C-805C-E057908A5989}" dt="2024-09-17T09:09:08.318" v="3068" actId="14100"/>
          <ac:picMkLst>
            <pc:docMk/>
            <pc:sldMk cId="2284228860" sldId="266"/>
            <ac:picMk id="6" creationId="{9509DC00-0B6A-7E04-A96C-BBC9B12F765A}"/>
          </ac:picMkLst>
        </pc:picChg>
        <pc:picChg chg="mod">
          <ac:chgData name="Georges MATHIO" userId="1057b68d-d9cf-4cd5-bc4c-3fe68ec33e97" providerId="ADAL" clId="{82C5487D-F4FA-479C-805C-E057908A5989}" dt="2024-09-17T09:09:18.611" v="3071" actId="14100"/>
          <ac:picMkLst>
            <pc:docMk/>
            <pc:sldMk cId="2284228860" sldId="266"/>
            <ac:picMk id="7" creationId="{FCB679A2-5E4F-7966-43BD-CF1E51893504}"/>
          </ac:picMkLst>
        </pc:picChg>
      </pc:sldChg>
      <pc:sldChg chg="add del">
        <pc:chgData name="Georges MATHIO" userId="1057b68d-d9cf-4cd5-bc4c-3fe68ec33e97" providerId="ADAL" clId="{82C5487D-F4FA-479C-805C-E057908A5989}" dt="2024-09-17T09:01:30.006" v="3007"/>
        <pc:sldMkLst>
          <pc:docMk/>
          <pc:sldMk cId="3457630585" sldId="266"/>
        </pc:sldMkLst>
      </pc:sldChg>
      <pc:sldChg chg="addSp modSp add mod">
        <pc:chgData name="Georges MATHIO" userId="1057b68d-d9cf-4cd5-bc4c-3fe68ec33e97" providerId="ADAL" clId="{82C5487D-F4FA-479C-805C-E057908A5989}" dt="2024-09-17T09:09:57.290" v="3074" actId="1076"/>
        <pc:sldMkLst>
          <pc:docMk/>
          <pc:sldMk cId="1104381753" sldId="267"/>
        </pc:sldMkLst>
        <pc:spChg chg="mod">
          <ac:chgData name="Georges MATHIO" userId="1057b68d-d9cf-4cd5-bc4c-3fe68ec33e97" providerId="ADAL" clId="{82C5487D-F4FA-479C-805C-E057908A5989}" dt="2024-09-17T09:05:53.079" v="3051" actId="14100"/>
          <ac:spMkLst>
            <pc:docMk/>
            <pc:sldMk cId="1104381753" sldId="267"/>
            <ac:spMk id="2" creationId="{8AE1D70E-C040-1542-B36E-7DDF82084F61}"/>
          </ac:spMkLst>
        </pc:spChg>
        <pc:spChg chg="mod">
          <ac:chgData name="Georges MATHIO" userId="1057b68d-d9cf-4cd5-bc4c-3fe68ec33e97" providerId="ADAL" clId="{82C5487D-F4FA-479C-805C-E057908A5989}" dt="2024-09-17T09:05:44.812" v="3050" actId="1076"/>
          <ac:spMkLst>
            <pc:docMk/>
            <pc:sldMk cId="1104381753" sldId="267"/>
            <ac:spMk id="3" creationId="{B5620FEA-FA3C-B3F6-C2FC-F9D51C3D46CB}"/>
          </ac:spMkLst>
        </pc:spChg>
        <pc:spChg chg="add mod">
          <ac:chgData name="Georges MATHIO" userId="1057b68d-d9cf-4cd5-bc4c-3fe68ec33e97" providerId="ADAL" clId="{82C5487D-F4FA-479C-805C-E057908A5989}" dt="2024-09-17T09:06:26" v="3056" actId="14100"/>
          <ac:spMkLst>
            <pc:docMk/>
            <pc:sldMk cId="1104381753" sldId="267"/>
            <ac:spMk id="4" creationId="{089C4E9D-634C-9062-D838-8016789FD6FB}"/>
          </ac:spMkLst>
        </pc:spChg>
        <pc:spChg chg="add mod">
          <ac:chgData name="Georges MATHIO" userId="1057b68d-d9cf-4cd5-bc4c-3fe68ec33e97" providerId="ADAL" clId="{82C5487D-F4FA-479C-805C-E057908A5989}" dt="2024-09-17T09:09:57.290" v="3074" actId="1076"/>
          <ac:spMkLst>
            <pc:docMk/>
            <pc:sldMk cId="1104381753" sldId="267"/>
            <ac:spMk id="7" creationId="{D113416F-82CC-2D57-D1DA-0756867D8554}"/>
          </ac:spMkLst>
        </pc:spChg>
        <pc:picChg chg="add mod">
          <ac:chgData name="Georges MATHIO" userId="1057b68d-d9cf-4cd5-bc4c-3fe68ec33e97" providerId="ADAL" clId="{82C5487D-F4FA-479C-805C-E057908A5989}" dt="2024-09-17T09:06:26" v="3056" actId="14100"/>
          <ac:picMkLst>
            <pc:docMk/>
            <pc:sldMk cId="1104381753" sldId="267"/>
            <ac:picMk id="6" creationId="{9A2A43BD-3538-AB7F-38C4-7F5BE6730D99}"/>
          </ac:picMkLst>
        </pc:picChg>
      </pc:sldChg>
      <pc:sldChg chg="del">
        <pc:chgData name="Georges MATHIO" userId="1057b68d-d9cf-4cd5-bc4c-3fe68ec33e97" providerId="ADAL" clId="{82C5487D-F4FA-479C-805C-E057908A5989}" dt="2024-09-10T13:20:18.549" v="43" actId="47"/>
        <pc:sldMkLst>
          <pc:docMk/>
          <pc:sldMk cId="3988114519" sldId="267"/>
        </pc:sldMkLst>
      </pc:sldChg>
      <pc:sldChg chg="addSp modSp add setBg">
        <pc:chgData name="Georges MATHIO" userId="1057b68d-d9cf-4cd5-bc4c-3fe68ec33e97" providerId="ADAL" clId="{82C5487D-F4FA-479C-805C-E057908A5989}" dt="2024-09-17T09:10:00.130" v="3075"/>
        <pc:sldMkLst>
          <pc:docMk/>
          <pc:sldMk cId="313480732" sldId="271"/>
        </pc:sldMkLst>
        <pc:spChg chg="add mod">
          <ac:chgData name="Georges MATHIO" userId="1057b68d-d9cf-4cd5-bc4c-3fe68ec33e97" providerId="ADAL" clId="{82C5487D-F4FA-479C-805C-E057908A5989}" dt="2024-09-17T09:06:30.777" v="3057"/>
          <ac:spMkLst>
            <pc:docMk/>
            <pc:sldMk cId="313480732" sldId="271"/>
            <ac:spMk id="3" creationId="{32D088E4-3A9F-CEFB-969E-F1A6DD238C2F}"/>
          </ac:spMkLst>
        </pc:spChg>
        <pc:spChg chg="add mod">
          <ac:chgData name="Georges MATHIO" userId="1057b68d-d9cf-4cd5-bc4c-3fe68ec33e97" providerId="ADAL" clId="{82C5487D-F4FA-479C-805C-E057908A5989}" dt="2024-09-17T09:10:00.130" v="3075"/>
          <ac:spMkLst>
            <pc:docMk/>
            <pc:sldMk cId="313480732" sldId="271"/>
            <ac:spMk id="6" creationId="{CAF4ADA7-4850-9713-2F8F-F82CE0FD74F0}"/>
          </ac:spMkLst>
        </pc:spChg>
        <pc:picChg chg="add mod">
          <ac:chgData name="Georges MATHIO" userId="1057b68d-d9cf-4cd5-bc4c-3fe68ec33e97" providerId="ADAL" clId="{82C5487D-F4FA-479C-805C-E057908A5989}" dt="2024-09-17T09:06:30.777" v="3057"/>
          <ac:picMkLst>
            <pc:docMk/>
            <pc:sldMk cId="313480732" sldId="271"/>
            <ac:picMk id="5" creationId="{119558D0-27D7-0D84-2FFD-693241084B08}"/>
          </ac:picMkLst>
        </pc:picChg>
      </pc:sldChg>
      <pc:sldChg chg="addSp delSp modSp new mod modAnim">
        <pc:chgData name="Georges MATHIO" userId="1057b68d-d9cf-4cd5-bc4c-3fe68ec33e97" providerId="ADAL" clId="{82C5487D-F4FA-479C-805C-E057908A5989}" dt="2024-09-23T14:38:57.835" v="4618" actId="1076"/>
        <pc:sldMkLst>
          <pc:docMk/>
          <pc:sldMk cId="3284553537" sldId="272"/>
        </pc:sldMkLst>
        <pc:spChg chg="del">
          <ac:chgData name="Georges MATHIO" userId="1057b68d-d9cf-4cd5-bc4c-3fe68ec33e97" providerId="ADAL" clId="{82C5487D-F4FA-479C-805C-E057908A5989}" dt="2024-09-17T09:13:08.093" v="3236" actId="478"/>
          <ac:spMkLst>
            <pc:docMk/>
            <pc:sldMk cId="3284553537" sldId="272"/>
            <ac:spMk id="2" creationId="{87A7064D-87BA-C620-3428-C9EB78335E3A}"/>
          </ac:spMkLst>
        </pc:spChg>
        <pc:spChg chg="del">
          <ac:chgData name="Georges MATHIO" userId="1057b68d-d9cf-4cd5-bc4c-3fe68ec33e97" providerId="ADAL" clId="{82C5487D-F4FA-479C-805C-E057908A5989}" dt="2024-09-17T09:13:08.093" v="3236" actId="478"/>
          <ac:spMkLst>
            <pc:docMk/>
            <pc:sldMk cId="3284553537" sldId="272"/>
            <ac:spMk id="3" creationId="{BA40F325-39D6-AA3C-31C7-8DAC3FEB061A}"/>
          </ac:spMkLst>
        </pc:spChg>
        <pc:spChg chg="add mod">
          <ac:chgData name="Georges MATHIO" userId="1057b68d-d9cf-4cd5-bc4c-3fe68ec33e97" providerId="ADAL" clId="{82C5487D-F4FA-479C-805C-E057908A5989}" dt="2024-09-17T09:13:21.880" v="3275" actId="20577"/>
          <ac:spMkLst>
            <pc:docMk/>
            <pc:sldMk cId="3284553537" sldId="272"/>
            <ac:spMk id="4" creationId="{5CE1FB7D-CCF0-5D12-682D-D7A6712F3ABE}"/>
          </ac:spMkLst>
        </pc:spChg>
        <pc:spChg chg="add mod">
          <ac:chgData name="Georges MATHIO" userId="1057b68d-d9cf-4cd5-bc4c-3fe68ec33e97" providerId="ADAL" clId="{82C5487D-F4FA-479C-805C-E057908A5989}" dt="2024-09-17T09:13:32.240" v="3299" actId="20577"/>
          <ac:spMkLst>
            <pc:docMk/>
            <pc:sldMk cId="3284553537" sldId="272"/>
            <ac:spMk id="5" creationId="{B5C9B273-D4B2-F320-AAAF-495D4135E644}"/>
          </ac:spMkLst>
        </pc:spChg>
        <pc:spChg chg="add mod">
          <ac:chgData name="Georges MATHIO" userId="1057b68d-d9cf-4cd5-bc4c-3fe68ec33e97" providerId="ADAL" clId="{82C5487D-F4FA-479C-805C-E057908A5989}" dt="2024-09-17T13:19:36.155" v="3446" actId="1076"/>
          <ac:spMkLst>
            <pc:docMk/>
            <pc:sldMk cId="3284553537" sldId="272"/>
            <ac:spMk id="6" creationId="{9E6598BB-4486-25BD-8F41-86C880BC6434}"/>
          </ac:spMkLst>
        </pc:spChg>
        <pc:spChg chg="add del">
          <ac:chgData name="Georges MATHIO" userId="1057b68d-d9cf-4cd5-bc4c-3fe68ec33e97" providerId="ADAL" clId="{82C5487D-F4FA-479C-805C-E057908A5989}" dt="2024-09-17T09:25:36.522" v="3382" actId="22"/>
          <ac:spMkLst>
            <pc:docMk/>
            <pc:sldMk cId="3284553537" sldId="272"/>
            <ac:spMk id="11" creationId="{5FFE723E-B215-1280-DA94-58AAC1362076}"/>
          </ac:spMkLst>
        </pc:spChg>
        <pc:spChg chg="add mod ord">
          <ac:chgData name="Georges MATHIO" userId="1057b68d-d9cf-4cd5-bc4c-3fe68ec33e97" providerId="ADAL" clId="{82C5487D-F4FA-479C-805C-E057908A5989}" dt="2024-09-17T13:54:15.495" v="3961" actId="20577"/>
          <ac:spMkLst>
            <pc:docMk/>
            <pc:sldMk cId="3284553537" sldId="272"/>
            <ac:spMk id="12" creationId="{0CC4A2EF-3019-580C-C1F6-3E98C5DC530C}"/>
          </ac:spMkLst>
        </pc:spChg>
        <pc:spChg chg="add mod">
          <ac:chgData name="Georges MATHIO" userId="1057b68d-d9cf-4cd5-bc4c-3fe68ec33e97" providerId="ADAL" clId="{82C5487D-F4FA-479C-805C-E057908A5989}" dt="2024-09-17T13:21:01.318" v="3462" actId="14100"/>
          <ac:spMkLst>
            <pc:docMk/>
            <pc:sldMk cId="3284553537" sldId="272"/>
            <ac:spMk id="14" creationId="{70551459-0A08-6393-3088-B15A31E96FA6}"/>
          </ac:spMkLst>
        </pc:spChg>
        <pc:spChg chg="add">
          <ac:chgData name="Georges MATHIO" userId="1057b68d-d9cf-4cd5-bc4c-3fe68ec33e97" providerId="ADAL" clId="{82C5487D-F4FA-479C-805C-E057908A5989}" dt="2024-09-17T13:21:13.280" v="3463"/>
          <ac:spMkLst>
            <pc:docMk/>
            <pc:sldMk cId="3284553537" sldId="272"/>
            <ac:spMk id="15" creationId="{ABF765E5-382D-CE27-BC4E-4A8F1FEE50E2}"/>
          </ac:spMkLst>
        </pc:spChg>
        <pc:spChg chg="add mod ord">
          <ac:chgData name="Georges MATHIO" userId="1057b68d-d9cf-4cd5-bc4c-3fe68ec33e97" providerId="ADAL" clId="{82C5487D-F4FA-479C-805C-E057908A5989}" dt="2024-09-17T13:54:45.738" v="3972" actId="20577"/>
          <ac:spMkLst>
            <pc:docMk/>
            <pc:sldMk cId="3284553537" sldId="272"/>
            <ac:spMk id="18" creationId="{EBF717F5-AE9A-AFA6-EFAE-EB4B2BE8D2CB}"/>
          </ac:spMkLst>
        </pc:spChg>
        <pc:grpChg chg="add mod">
          <ac:chgData name="Georges MATHIO" userId="1057b68d-d9cf-4cd5-bc4c-3fe68ec33e97" providerId="ADAL" clId="{82C5487D-F4FA-479C-805C-E057908A5989}" dt="2024-09-17T13:26:41.323" v="3749" actId="1076"/>
          <ac:grpSpMkLst>
            <pc:docMk/>
            <pc:sldMk cId="3284553537" sldId="272"/>
            <ac:grpSpMk id="13" creationId="{CE94E23D-2A0A-8CC8-0C81-DFB1ED3F4433}"/>
          </ac:grpSpMkLst>
        </pc:grpChg>
        <pc:picChg chg="add mod">
          <ac:chgData name="Georges MATHIO" userId="1057b68d-d9cf-4cd5-bc4c-3fe68ec33e97" providerId="ADAL" clId="{82C5487D-F4FA-479C-805C-E057908A5989}" dt="2024-09-17T13:19:32.225" v="3445" actId="1076"/>
          <ac:picMkLst>
            <pc:docMk/>
            <pc:sldMk cId="3284553537" sldId="272"/>
            <ac:picMk id="7" creationId="{78826873-F077-2EF4-AF82-061ABC5B9BE5}"/>
          </ac:picMkLst>
        </pc:picChg>
        <pc:picChg chg="add mod modCrop">
          <ac:chgData name="Georges MATHIO" userId="1057b68d-d9cf-4cd5-bc4c-3fe68ec33e97" providerId="ADAL" clId="{82C5487D-F4FA-479C-805C-E057908A5989}" dt="2024-09-17T13:34:39.876" v="3906" actId="688"/>
          <ac:picMkLst>
            <pc:docMk/>
            <pc:sldMk cId="3284553537" sldId="272"/>
            <ac:picMk id="9" creationId="{3D1A6911-B183-BEBB-3B6C-4FCAF59758DD}"/>
          </ac:picMkLst>
        </pc:picChg>
        <pc:picChg chg="add mod modCrop">
          <ac:chgData name="Georges MATHIO" userId="1057b68d-d9cf-4cd5-bc4c-3fe68ec33e97" providerId="ADAL" clId="{82C5487D-F4FA-479C-805C-E057908A5989}" dt="2024-09-17T13:54:00.329" v="3957" actId="1076"/>
          <ac:picMkLst>
            <pc:docMk/>
            <pc:sldMk cId="3284553537" sldId="272"/>
            <ac:picMk id="17" creationId="{6FBA7079-628A-AA51-5E5E-9AE2CCC7EEF3}"/>
          </ac:picMkLst>
        </pc:picChg>
        <pc:picChg chg="add del mod">
          <ac:chgData name="Georges MATHIO" userId="1057b68d-d9cf-4cd5-bc4c-3fe68ec33e97" providerId="ADAL" clId="{82C5487D-F4FA-479C-805C-E057908A5989}" dt="2024-09-17T13:31:58.757" v="3882" actId="478"/>
          <ac:picMkLst>
            <pc:docMk/>
            <pc:sldMk cId="3284553537" sldId="272"/>
            <ac:picMk id="20" creationId="{535C99BF-07CE-0896-51D9-75DCD7A6607A}"/>
          </ac:picMkLst>
        </pc:picChg>
        <pc:picChg chg="add mod">
          <ac:chgData name="Georges MATHIO" userId="1057b68d-d9cf-4cd5-bc4c-3fe68ec33e97" providerId="ADAL" clId="{82C5487D-F4FA-479C-805C-E057908A5989}" dt="2024-09-17T13:53:57.561" v="3956" actId="1076"/>
          <ac:picMkLst>
            <pc:docMk/>
            <pc:sldMk cId="3284553537" sldId="272"/>
            <ac:picMk id="22" creationId="{C0692924-CE60-6F0C-7EAA-293DD9164A46}"/>
          </ac:picMkLst>
        </pc:picChg>
        <pc:picChg chg="add mod">
          <ac:chgData name="Georges MATHIO" userId="1057b68d-d9cf-4cd5-bc4c-3fe68ec33e97" providerId="ADAL" clId="{82C5487D-F4FA-479C-805C-E057908A5989}" dt="2024-09-17T13:50:55.499" v="3918" actId="14100"/>
          <ac:picMkLst>
            <pc:docMk/>
            <pc:sldMk cId="3284553537" sldId="272"/>
            <ac:picMk id="24" creationId="{0F130DEA-14B9-8D96-C66A-A341DF5A873D}"/>
          </ac:picMkLst>
        </pc:picChg>
        <pc:picChg chg="add mod">
          <ac:chgData name="Georges MATHIO" userId="1057b68d-d9cf-4cd5-bc4c-3fe68ec33e97" providerId="ADAL" clId="{82C5487D-F4FA-479C-805C-E057908A5989}" dt="2024-09-17T13:53:39.345" v="3949"/>
          <ac:picMkLst>
            <pc:docMk/>
            <pc:sldMk cId="3284553537" sldId="272"/>
            <ac:picMk id="35" creationId="{7406BF29-3589-7102-136C-E47207408A04}"/>
          </ac:picMkLst>
        </pc:picChg>
        <pc:picChg chg="add mod">
          <ac:chgData name="Georges MATHIO" userId="1057b68d-d9cf-4cd5-bc4c-3fe68ec33e97" providerId="ADAL" clId="{82C5487D-F4FA-479C-805C-E057908A5989}" dt="2024-09-17T13:54:03.149" v="3958" actId="1076"/>
          <ac:picMkLst>
            <pc:docMk/>
            <pc:sldMk cId="3284553537" sldId="272"/>
            <ac:picMk id="37" creationId="{91F05E49-8EA3-E32D-6759-D1B5629AAE7A}"/>
          </ac:picMkLst>
        </pc:picChg>
        <pc:picChg chg="add del mod">
          <ac:chgData name="Georges MATHIO" userId="1057b68d-d9cf-4cd5-bc4c-3fe68ec33e97" providerId="ADAL" clId="{82C5487D-F4FA-479C-805C-E057908A5989}" dt="2024-09-17T12:49:31.237" v="3427" actId="478"/>
          <ac:picMkLst>
            <pc:docMk/>
            <pc:sldMk cId="3284553537" sldId="272"/>
            <ac:picMk id="1026" creationId="{69D53D86-2CD8-CAC1-A89B-D2FA8CB640FD}"/>
          </ac:picMkLst>
        </pc:picChg>
        <pc:picChg chg="add mod">
          <ac:chgData name="Georges MATHIO" userId="1057b68d-d9cf-4cd5-bc4c-3fe68ec33e97" providerId="ADAL" clId="{82C5487D-F4FA-479C-805C-E057908A5989}" dt="2024-09-17T13:28:23.565" v="3845" actId="14100"/>
          <ac:picMkLst>
            <pc:docMk/>
            <pc:sldMk cId="3284553537" sldId="272"/>
            <ac:picMk id="1028" creationId="{19458559-5A03-E6C1-433C-9FF20E1E9E4D}"/>
          </ac:picMkLst>
        </pc:picChg>
        <pc:picChg chg="add mod">
          <ac:chgData name="Georges MATHIO" userId="1057b68d-d9cf-4cd5-bc4c-3fe68ec33e97" providerId="ADAL" clId="{82C5487D-F4FA-479C-805C-E057908A5989}" dt="2024-09-17T13:19:48.943" v="3452" actId="1076"/>
          <ac:picMkLst>
            <pc:docMk/>
            <pc:sldMk cId="3284553537" sldId="272"/>
            <ac:picMk id="1030" creationId="{01BF65AD-E071-E671-A32E-C90BA02BE779}"/>
          </ac:picMkLst>
        </pc:picChg>
        <pc:picChg chg="add mod">
          <ac:chgData name="Georges MATHIO" userId="1057b68d-d9cf-4cd5-bc4c-3fe68ec33e97" providerId="ADAL" clId="{82C5487D-F4FA-479C-805C-E057908A5989}" dt="2024-09-17T13:27:20.133" v="3790" actId="1076"/>
          <ac:picMkLst>
            <pc:docMk/>
            <pc:sldMk cId="3284553537" sldId="272"/>
            <ac:picMk id="1032" creationId="{1D60E3FB-44DB-7EF2-34CE-323EEA95B6D2}"/>
          </ac:picMkLst>
        </pc:picChg>
        <pc:picChg chg="add mod">
          <ac:chgData name="Georges MATHIO" userId="1057b68d-d9cf-4cd5-bc4c-3fe68ec33e97" providerId="ADAL" clId="{82C5487D-F4FA-479C-805C-E057908A5989}" dt="2024-09-23T14:38:57.835" v="4618" actId="1076"/>
          <ac:picMkLst>
            <pc:docMk/>
            <pc:sldMk cId="3284553537" sldId="272"/>
            <ac:picMk id="1038" creationId="{B1E46DD6-FA36-5519-5508-A456DD869862}"/>
          </ac:picMkLst>
        </pc:picChg>
        <pc:cxnChg chg="add mod">
          <ac:chgData name="Georges MATHIO" userId="1057b68d-d9cf-4cd5-bc4c-3fe68ec33e97" providerId="ADAL" clId="{82C5487D-F4FA-479C-805C-E057908A5989}" dt="2024-09-17T13:54:32.648" v="3964" actId="14100"/>
          <ac:cxnSpMkLst>
            <pc:docMk/>
            <pc:sldMk cId="3284553537" sldId="272"/>
            <ac:cxnSpMk id="26" creationId="{D7D211AA-5032-2C21-F4F3-9A6E7896E795}"/>
          </ac:cxnSpMkLst>
        </pc:cxnChg>
        <pc:cxnChg chg="add mod">
          <ac:chgData name="Georges MATHIO" userId="1057b68d-d9cf-4cd5-bc4c-3fe68ec33e97" providerId="ADAL" clId="{82C5487D-F4FA-479C-805C-E057908A5989}" dt="2024-09-17T13:54:26.684" v="3963" actId="14100"/>
          <ac:cxnSpMkLst>
            <pc:docMk/>
            <pc:sldMk cId="3284553537" sldId="272"/>
            <ac:cxnSpMk id="28" creationId="{4FF37A1A-BDE2-5A59-8078-0F0C77E5BC75}"/>
          </ac:cxnSpMkLst>
        </pc:cxnChg>
        <pc:cxnChg chg="add mod">
          <ac:chgData name="Georges MATHIO" userId="1057b68d-d9cf-4cd5-bc4c-3fe68ec33e97" providerId="ADAL" clId="{82C5487D-F4FA-479C-805C-E057908A5989}" dt="2024-09-17T13:54:22.110" v="3962" actId="14100"/>
          <ac:cxnSpMkLst>
            <pc:docMk/>
            <pc:sldMk cId="3284553537" sldId="272"/>
            <ac:cxnSpMk id="30" creationId="{3F97389E-21E8-F9B7-84D3-2260BA650E4C}"/>
          </ac:cxnSpMkLst>
        </pc:cxnChg>
        <pc:cxnChg chg="add mod">
          <ac:chgData name="Georges MATHIO" userId="1057b68d-d9cf-4cd5-bc4c-3fe68ec33e97" providerId="ADAL" clId="{82C5487D-F4FA-479C-805C-E057908A5989}" dt="2024-09-17T13:52:19.777" v="3937" actId="1076"/>
          <ac:cxnSpMkLst>
            <pc:docMk/>
            <pc:sldMk cId="3284553537" sldId="272"/>
            <ac:cxnSpMk id="32" creationId="{9BE58CFE-4A58-1A60-18E5-E7F5D3F4C4F0}"/>
          </ac:cxnSpMkLst>
        </pc:cxnChg>
      </pc:sldChg>
      <pc:sldChg chg="addSp delSp modSp add mod delAnim">
        <pc:chgData name="Georges MATHIO" userId="1057b68d-d9cf-4cd5-bc4c-3fe68ec33e97" providerId="ADAL" clId="{82C5487D-F4FA-479C-805C-E057908A5989}" dt="2024-09-23T14:39:36.284" v="4670" actId="20577"/>
        <pc:sldMkLst>
          <pc:docMk/>
          <pc:sldMk cId="3300471138" sldId="273"/>
        </pc:sldMkLst>
        <pc:spChg chg="mod">
          <ac:chgData name="Georges MATHIO" userId="1057b68d-d9cf-4cd5-bc4c-3fe68ec33e97" providerId="ADAL" clId="{82C5487D-F4FA-479C-805C-E057908A5989}" dt="2024-09-23T14:14:59.310" v="4011" actId="20577"/>
          <ac:spMkLst>
            <pc:docMk/>
            <pc:sldMk cId="3300471138" sldId="273"/>
            <ac:spMk id="2" creationId="{ADEBCA86-FC88-C76F-F85D-C56FAC8A5DAF}"/>
          </ac:spMkLst>
        </pc:spChg>
        <pc:spChg chg="mod">
          <ac:chgData name="Georges MATHIO" userId="1057b68d-d9cf-4cd5-bc4c-3fe68ec33e97" providerId="ADAL" clId="{82C5487D-F4FA-479C-805C-E057908A5989}" dt="2024-09-23T14:39:36.284" v="4670" actId="20577"/>
          <ac:spMkLst>
            <pc:docMk/>
            <pc:sldMk cId="3300471138" sldId="273"/>
            <ac:spMk id="3" creationId="{A8A75CFA-E18C-7FAB-3081-C2C903E0054B}"/>
          </ac:spMkLst>
        </pc:spChg>
        <pc:spChg chg="mod">
          <ac:chgData name="Georges MATHIO" userId="1057b68d-d9cf-4cd5-bc4c-3fe68ec33e97" providerId="ADAL" clId="{82C5487D-F4FA-479C-805C-E057908A5989}" dt="2024-09-23T14:18:50.748" v="4079" actId="20577"/>
          <ac:spMkLst>
            <pc:docMk/>
            <pc:sldMk cId="3300471138" sldId="273"/>
            <ac:spMk id="4" creationId="{6E13AE0A-54BA-E302-9610-D35C7B750FA2}"/>
          </ac:spMkLst>
        </pc:spChg>
        <pc:spChg chg="del">
          <ac:chgData name="Georges MATHIO" userId="1057b68d-d9cf-4cd5-bc4c-3fe68ec33e97" providerId="ADAL" clId="{82C5487D-F4FA-479C-805C-E057908A5989}" dt="2024-09-23T14:14:41.671" v="3992" actId="478"/>
          <ac:spMkLst>
            <pc:docMk/>
            <pc:sldMk cId="3300471138" sldId="273"/>
            <ac:spMk id="5" creationId="{A51CD53D-ED1A-59F5-088F-C27E750B9DF4}"/>
          </ac:spMkLst>
        </pc:spChg>
        <pc:spChg chg="del">
          <ac:chgData name="Georges MATHIO" userId="1057b68d-d9cf-4cd5-bc4c-3fe68ec33e97" providerId="ADAL" clId="{82C5487D-F4FA-479C-805C-E057908A5989}" dt="2024-09-23T14:14:41.671" v="3992" actId="478"/>
          <ac:spMkLst>
            <pc:docMk/>
            <pc:sldMk cId="3300471138" sldId="273"/>
            <ac:spMk id="8" creationId="{8552457F-CA42-CAD5-1D50-0F5F46546509}"/>
          </ac:spMkLst>
        </pc:spChg>
        <pc:spChg chg="del">
          <ac:chgData name="Georges MATHIO" userId="1057b68d-d9cf-4cd5-bc4c-3fe68ec33e97" providerId="ADAL" clId="{82C5487D-F4FA-479C-805C-E057908A5989}" dt="2024-09-23T14:14:46.034" v="3994" actId="478"/>
          <ac:spMkLst>
            <pc:docMk/>
            <pc:sldMk cId="3300471138" sldId="273"/>
            <ac:spMk id="9" creationId="{97903BD0-BF05-17E6-D0C7-8221CDD418EE}"/>
          </ac:spMkLst>
        </pc:spChg>
        <pc:spChg chg="del">
          <ac:chgData name="Georges MATHIO" userId="1057b68d-d9cf-4cd5-bc4c-3fe68ec33e97" providerId="ADAL" clId="{82C5487D-F4FA-479C-805C-E057908A5989}" dt="2024-09-23T14:14:43.808" v="3993" actId="478"/>
          <ac:spMkLst>
            <pc:docMk/>
            <pc:sldMk cId="3300471138" sldId="273"/>
            <ac:spMk id="10" creationId="{D8EF6B02-2186-3F04-D957-BA8BEAA6E313}"/>
          </ac:spMkLst>
        </pc:spChg>
        <pc:spChg chg="del">
          <ac:chgData name="Georges MATHIO" userId="1057b68d-d9cf-4cd5-bc4c-3fe68ec33e97" providerId="ADAL" clId="{82C5487D-F4FA-479C-805C-E057908A5989}" dt="2024-09-23T14:14:41.671" v="3992" actId="478"/>
          <ac:spMkLst>
            <pc:docMk/>
            <pc:sldMk cId="3300471138" sldId="273"/>
            <ac:spMk id="11" creationId="{C361A9C3-1F52-48C6-593F-CB60D9F92BFB}"/>
          </ac:spMkLst>
        </pc:spChg>
        <pc:spChg chg="del">
          <ac:chgData name="Georges MATHIO" userId="1057b68d-d9cf-4cd5-bc4c-3fe68ec33e97" providerId="ADAL" clId="{82C5487D-F4FA-479C-805C-E057908A5989}" dt="2024-09-23T14:14:41.671" v="3992" actId="478"/>
          <ac:spMkLst>
            <pc:docMk/>
            <pc:sldMk cId="3300471138" sldId="273"/>
            <ac:spMk id="12" creationId="{09355B55-B4F6-D4B9-0F73-7E2BA3C41B63}"/>
          </ac:spMkLst>
        </pc:spChg>
        <pc:spChg chg="add del">
          <ac:chgData name="Georges MATHIO" userId="1057b68d-d9cf-4cd5-bc4c-3fe68ec33e97" providerId="ADAL" clId="{82C5487D-F4FA-479C-805C-E057908A5989}" dt="2024-09-23T14:25:23.452" v="4331" actId="22"/>
          <ac:spMkLst>
            <pc:docMk/>
            <pc:sldMk cId="3300471138" sldId="273"/>
            <ac:spMk id="16" creationId="{B8B06D99-BE6F-5A48-015B-94FB9717F111}"/>
          </ac:spMkLst>
        </pc:spChg>
        <pc:picChg chg="del">
          <ac:chgData name="Georges MATHIO" userId="1057b68d-d9cf-4cd5-bc4c-3fe68ec33e97" providerId="ADAL" clId="{82C5487D-F4FA-479C-805C-E057908A5989}" dt="2024-09-23T14:14:38.108" v="3991" actId="478"/>
          <ac:picMkLst>
            <pc:docMk/>
            <pc:sldMk cId="3300471138" sldId="273"/>
            <ac:picMk id="6" creationId="{9509DC00-0B6A-7E04-A96C-BBC9B12F765A}"/>
          </ac:picMkLst>
        </pc:picChg>
        <pc:picChg chg="del">
          <ac:chgData name="Georges MATHIO" userId="1057b68d-d9cf-4cd5-bc4c-3fe68ec33e97" providerId="ADAL" clId="{82C5487D-F4FA-479C-805C-E057908A5989}" dt="2024-09-23T14:14:41.671" v="3992" actId="478"/>
          <ac:picMkLst>
            <pc:docMk/>
            <pc:sldMk cId="3300471138" sldId="273"/>
            <ac:picMk id="7" creationId="{FCB679A2-5E4F-7966-43BD-CF1E51893504}"/>
          </ac:picMkLst>
        </pc:picChg>
        <pc:picChg chg="add mod">
          <ac:chgData name="Georges MATHIO" userId="1057b68d-d9cf-4cd5-bc4c-3fe68ec33e97" providerId="ADAL" clId="{82C5487D-F4FA-479C-805C-E057908A5989}" dt="2024-09-23T14:19:34.786" v="4089" actId="1440"/>
          <ac:picMkLst>
            <pc:docMk/>
            <pc:sldMk cId="3300471138" sldId="273"/>
            <ac:picMk id="14" creationId="{A0470E6D-8EAD-B63F-49E9-512A2FBBDC0E}"/>
          </ac:picMkLst>
        </pc:picChg>
      </pc:sldChg>
      <pc:sldChg chg="addSp delSp modSp new mod setBg setClrOvrMap">
        <pc:chgData name="Georges MATHIO" userId="1057b68d-d9cf-4cd5-bc4c-3fe68ec33e97" providerId="ADAL" clId="{82C5487D-F4FA-479C-805C-E057908A5989}" dt="2024-09-23T14:17:41.141" v="4063" actId="403"/>
        <pc:sldMkLst>
          <pc:docMk/>
          <pc:sldMk cId="4205069961" sldId="274"/>
        </pc:sldMkLst>
        <pc:spChg chg="mod">
          <ac:chgData name="Georges MATHIO" userId="1057b68d-d9cf-4cd5-bc4c-3fe68ec33e97" providerId="ADAL" clId="{82C5487D-F4FA-479C-805C-E057908A5989}" dt="2024-09-23T14:17:41.141" v="4063" actId="403"/>
          <ac:spMkLst>
            <pc:docMk/>
            <pc:sldMk cId="4205069961" sldId="274"/>
            <ac:spMk id="2" creationId="{18B86DF7-7DA9-32A0-F92E-11F46962454E}"/>
          </ac:spMkLst>
        </pc:spChg>
        <pc:spChg chg="add del">
          <ac:chgData name="Georges MATHIO" userId="1057b68d-d9cf-4cd5-bc4c-3fe68ec33e97" providerId="ADAL" clId="{82C5487D-F4FA-479C-805C-E057908A5989}" dt="2024-09-23T14:16:02.478" v="4016" actId="26606"/>
          <ac:spMkLst>
            <pc:docMk/>
            <pc:sldMk cId="4205069961" sldId="274"/>
            <ac:spMk id="9" creationId="{9939D5DF-647B-465D-9883-4CF390177B22}"/>
          </ac:spMkLst>
        </pc:spChg>
        <pc:spChg chg="add del">
          <ac:chgData name="Georges MATHIO" userId="1057b68d-d9cf-4cd5-bc4c-3fe68ec33e97" providerId="ADAL" clId="{82C5487D-F4FA-479C-805C-E057908A5989}" dt="2024-09-23T14:16:27.704" v="4023" actId="26606"/>
          <ac:spMkLst>
            <pc:docMk/>
            <pc:sldMk cId="4205069961" sldId="274"/>
            <ac:spMk id="16" creationId="{1BE7BD64-C268-4BE6-8D67-F5DD171F0154}"/>
          </ac:spMkLst>
        </pc:spChg>
        <pc:spChg chg="add del">
          <ac:chgData name="Georges MATHIO" userId="1057b68d-d9cf-4cd5-bc4c-3fe68ec33e97" providerId="ADAL" clId="{82C5487D-F4FA-479C-805C-E057908A5989}" dt="2024-09-23T14:16:27.704" v="4023" actId="26606"/>
          <ac:spMkLst>
            <pc:docMk/>
            <pc:sldMk cId="4205069961" sldId="274"/>
            <ac:spMk id="17" creationId="{57E6F9A8-1B4B-4FEF-942A-15CA97ECE0BA}"/>
          </ac:spMkLst>
        </pc:spChg>
        <pc:spChg chg="add del">
          <ac:chgData name="Georges MATHIO" userId="1057b68d-d9cf-4cd5-bc4c-3fe68ec33e97" providerId="ADAL" clId="{82C5487D-F4FA-479C-805C-E057908A5989}" dt="2024-09-23T14:16:27.640" v="4022" actId="26606"/>
          <ac:spMkLst>
            <pc:docMk/>
            <pc:sldMk cId="4205069961" sldId="274"/>
            <ac:spMk id="25" creationId="{09C946AC-2072-4946-A2B8-39F09D0944EE}"/>
          </ac:spMkLst>
        </pc:spChg>
        <pc:spChg chg="add del">
          <ac:chgData name="Georges MATHIO" userId="1057b68d-d9cf-4cd5-bc4c-3fe68ec33e97" providerId="ADAL" clId="{82C5487D-F4FA-479C-805C-E057908A5989}" dt="2024-09-23T14:16:27.640" v="4022" actId="26606"/>
          <ac:spMkLst>
            <pc:docMk/>
            <pc:sldMk cId="4205069961" sldId="274"/>
            <ac:spMk id="29" creationId="{559FD8B5-8CC4-4CFE-BD2A-1216B1F2C3DB}"/>
          </ac:spMkLst>
        </pc:spChg>
        <pc:spChg chg="add del">
          <ac:chgData name="Georges MATHIO" userId="1057b68d-d9cf-4cd5-bc4c-3fe68ec33e97" providerId="ADAL" clId="{82C5487D-F4FA-479C-805C-E057908A5989}" dt="2024-09-23T14:16:27.640" v="4022" actId="26606"/>
          <ac:spMkLst>
            <pc:docMk/>
            <pc:sldMk cId="4205069961" sldId="274"/>
            <ac:spMk id="31" creationId="{9ECF13F4-3D2A-4F2E-9BBD-3038670D21ED}"/>
          </ac:spMkLst>
        </pc:spChg>
        <pc:spChg chg="add">
          <ac:chgData name="Georges MATHIO" userId="1057b68d-d9cf-4cd5-bc4c-3fe68ec33e97" providerId="ADAL" clId="{82C5487D-F4FA-479C-805C-E057908A5989}" dt="2024-09-23T14:16:27.704" v="4023" actId="26606"/>
          <ac:spMkLst>
            <pc:docMk/>
            <pc:sldMk cId="4205069961" sldId="274"/>
            <ac:spMk id="114" creationId="{1F94DC1C-47D1-41D7-8B1B-9A036D614027}"/>
          </ac:spMkLst>
        </pc:spChg>
        <pc:spChg chg="add">
          <ac:chgData name="Georges MATHIO" userId="1057b68d-d9cf-4cd5-bc4c-3fe68ec33e97" providerId="ADAL" clId="{82C5487D-F4FA-479C-805C-E057908A5989}" dt="2024-09-23T14:16:27.704" v="4023" actId="26606"/>
          <ac:spMkLst>
            <pc:docMk/>
            <pc:sldMk cId="4205069961" sldId="274"/>
            <ac:spMk id="116" creationId="{AC12A592-C02D-46EF-8E1F-9335DB8D71DF}"/>
          </ac:spMkLst>
        </pc:spChg>
        <pc:spChg chg="add">
          <ac:chgData name="Georges MATHIO" userId="1057b68d-d9cf-4cd5-bc4c-3fe68ec33e97" providerId="ADAL" clId="{82C5487D-F4FA-479C-805C-E057908A5989}" dt="2024-09-23T14:16:27.704" v="4023" actId="26606"/>
          <ac:spMkLst>
            <pc:docMk/>
            <pc:sldMk cId="4205069961" sldId="274"/>
            <ac:spMk id="117" creationId="{24005816-5BCA-4665-8A58-5580F8E9C84A}"/>
          </ac:spMkLst>
        </pc:spChg>
        <pc:grpChg chg="add del">
          <ac:chgData name="Georges MATHIO" userId="1057b68d-d9cf-4cd5-bc4c-3fe68ec33e97" providerId="ADAL" clId="{82C5487D-F4FA-479C-805C-E057908A5989}" dt="2024-09-23T14:16:27.640" v="4022" actId="26606"/>
          <ac:grpSpMkLst>
            <pc:docMk/>
            <pc:sldMk cId="4205069961" sldId="274"/>
            <ac:grpSpMk id="33" creationId="{19660E16-DCC0-4B6C-8E84-4C292580059F}"/>
          </ac:grpSpMkLst>
        </pc:grpChg>
        <pc:grpChg chg="add">
          <ac:chgData name="Georges MATHIO" userId="1057b68d-d9cf-4cd5-bc4c-3fe68ec33e97" providerId="ADAL" clId="{82C5487D-F4FA-479C-805C-E057908A5989}" dt="2024-09-23T14:16:27.704" v="4023" actId="26606"/>
          <ac:grpSpMkLst>
            <pc:docMk/>
            <pc:sldMk cId="4205069961" sldId="274"/>
            <ac:grpSpMk id="118" creationId="{BF07F359-8CA3-4854-91E7-EE6004020511}"/>
          </ac:grpSpMkLst>
        </pc:grpChg>
        <pc:picChg chg="add mod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3" creationId="{D55D7212-76CD-AAF0-0AB7-84B39527D9A6}"/>
          </ac:picMkLst>
        </pc:picChg>
        <pc:picChg chg="add del">
          <ac:chgData name="Georges MATHIO" userId="1057b68d-d9cf-4cd5-bc4c-3fe68ec33e97" providerId="ADAL" clId="{82C5487D-F4FA-479C-805C-E057908A5989}" dt="2024-09-23T14:16:02.478" v="4016" actId="26606"/>
          <ac:picMkLst>
            <pc:docMk/>
            <pc:sldMk cId="4205069961" sldId="274"/>
            <ac:picMk id="7" creationId="{18BD78ED-75E1-4879-B369-BC61F7C45E22}"/>
          </ac:picMkLst>
        </pc:picChg>
        <pc:picChg chg="add del">
          <ac:chgData name="Georges MATHIO" userId="1057b68d-d9cf-4cd5-bc4c-3fe68ec33e97" providerId="ADAL" clId="{82C5487D-F4FA-479C-805C-E057908A5989}" dt="2024-09-23T14:16:02.478" v="4016" actId="26606"/>
          <ac:picMkLst>
            <pc:docMk/>
            <pc:sldMk cId="4205069961" sldId="274"/>
            <ac:picMk id="11" creationId="{795511D0-C969-4FB4-9670-3DF7F1B2A7BC}"/>
          </ac:picMkLst>
        </pc:picChg>
        <pc:picChg chg="add del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3" creationId="{94164FB2-EFB1-4531-A8F4-DD77A03E2CCB}"/>
          </ac:picMkLst>
        </pc:picChg>
        <pc:picChg chg="add del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4" creationId="{18BD78ED-75E1-4879-B369-BC61F7C45E22}"/>
          </ac:picMkLst>
        </pc:picChg>
        <pc:picChg chg="add del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5" creationId="{0E6BC652-4BE1-478A-BFA7-47149E82F2F1}"/>
          </ac:picMkLst>
        </pc:picChg>
        <pc:picChg chg="add del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8" creationId="{7D6C6E9A-567D-4054-B920-2E1BAF6D2426}"/>
          </ac:picMkLst>
        </pc:picChg>
        <pc:picChg chg="add del">
          <ac:chgData name="Georges MATHIO" userId="1057b68d-d9cf-4cd5-bc4c-3fe68ec33e97" providerId="ADAL" clId="{82C5487D-F4FA-479C-805C-E057908A5989}" dt="2024-09-23T14:16:25.452" v="4020" actId="26606"/>
          <ac:picMkLst>
            <pc:docMk/>
            <pc:sldMk cId="4205069961" sldId="274"/>
            <ac:picMk id="23" creationId="{6AF6706C-CF07-43A1-BCC4-CBA5D33820DA}"/>
          </ac:picMkLst>
        </pc:picChg>
        <pc:picChg chg="add del">
          <ac:chgData name="Georges MATHIO" userId="1057b68d-d9cf-4cd5-bc4c-3fe68ec33e97" providerId="ADAL" clId="{82C5487D-F4FA-479C-805C-E057908A5989}" dt="2024-09-23T14:16:27.640" v="4022" actId="26606"/>
          <ac:picMkLst>
            <pc:docMk/>
            <pc:sldMk cId="4205069961" sldId="274"/>
            <ac:picMk id="26" creationId="{6AF6706C-CF07-43A1-BCC4-CBA5D33820DA}"/>
          </ac:picMkLst>
        </pc:picChg>
        <pc:picChg chg="add del">
          <ac:chgData name="Georges MATHIO" userId="1057b68d-d9cf-4cd5-bc4c-3fe68ec33e97" providerId="ADAL" clId="{82C5487D-F4FA-479C-805C-E057908A5989}" dt="2024-09-23T14:16:27.640" v="4022" actId="26606"/>
          <ac:picMkLst>
            <pc:docMk/>
            <pc:sldMk cId="4205069961" sldId="274"/>
            <ac:picMk id="27" creationId="{A748C8C8-F348-4D00-852A-26DD9EBCC24C}"/>
          </ac:picMkLst>
        </pc:picChg>
        <pc:picChg chg="add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13" creationId="{6AF6706C-CF07-43A1-BCC4-CBA5D33820DA}"/>
          </ac:picMkLst>
        </pc:picChg>
        <pc:picChg chg="add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15" creationId="{811383CE-CE86-4E1C-B289-798EB9E6E0E5}"/>
          </ac:picMkLst>
        </pc:picChg>
      </pc:sldChg>
      <pc:sldChg chg="modSp add mod">
        <pc:chgData name="Georges MATHIO" userId="1057b68d-d9cf-4cd5-bc4c-3fe68ec33e97" providerId="ADAL" clId="{82C5487D-F4FA-479C-805C-E057908A5989}" dt="2024-09-23T14:40:29.914" v="4737" actId="20577"/>
        <pc:sldMkLst>
          <pc:docMk/>
          <pc:sldMk cId="1236964428" sldId="275"/>
        </pc:sldMkLst>
        <pc:spChg chg="mod">
          <ac:chgData name="Georges MATHIO" userId="1057b68d-d9cf-4cd5-bc4c-3fe68ec33e97" providerId="ADAL" clId="{82C5487D-F4FA-479C-805C-E057908A5989}" dt="2024-09-23T14:40:29.914" v="4737" actId="20577"/>
          <ac:spMkLst>
            <pc:docMk/>
            <pc:sldMk cId="1236964428" sldId="275"/>
            <ac:spMk id="2" creationId="{3A83B63E-8695-A261-2D66-4BFE1CECFE25}"/>
          </ac:spMkLst>
        </pc:spChg>
        <pc:spChg chg="mod">
          <ac:chgData name="Georges MATHIO" userId="1057b68d-d9cf-4cd5-bc4c-3fe68ec33e97" providerId="ADAL" clId="{82C5487D-F4FA-479C-805C-E057908A5989}" dt="2024-09-23T14:40:01.748" v="4696" actId="20577"/>
          <ac:spMkLst>
            <pc:docMk/>
            <pc:sldMk cId="1236964428" sldId="275"/>
            <ac:spMk id="3" creationId="{E7B1851B-891E-7219-903C-44C4234BD6E6}"/>
          </ac:spMkLst>
        </pc:spChg>
        <pc:spChg chg="mod">
          <ac:chgData name="Georges MATHIO" userId="1057b68d-d9cf-4cd5-bc4c-3fe68ec33e97" providerId="ADAL" clId="{82C5487D-F4FA-479C-805C-E057908A5989}" dt="2024-09-23T14:40:14.117" v="4718" actId="20577"/>
          <ac:spMkLst>
            <pc:docMk/>
            <pc:sldMk cId="1236964428" sldId="275"/>
            <ac:spMk id="5" creationId="{FE12536D-6ED0-DC03-08CC-8D761524D1FF}"/>
          </ac:spMkLst>
        </pc:spChg>
      </pc:sldChg>
      <pc:sldChg chg="add ord">
        <pc:chgData name="Georges MATHIO" userId="1057b68d-d9cf-4cd5-bc4c-3fe68ec33e97" providerId="ADAL" clId="{82C5487D-F4FA-479C-805C-E057908A5989}" dt="2024-09-23T14:46:57.866" v="5105"/>
        <pc:sldMkLst>
          <pc:docMk/>
          <pc:sldMk cId="1244614476" sldId="276"/>
        </pc:sldMkLst>
      </pc:sldChg>
      <pc:sldChg chg="modSp add mod">
        <pc:chgData name="Georges MATHIO" userId="1057b68d-d9cf-4cd5-bc4c-3fe68ec33e97" providerId="ADAL" clId="{82C5487D-F4FA-479C-805C-E057908A5989}" dt="2024-09-23T15:03:11.112" v="5352" actId="20577"/>
        <pc:sldMkLst>
          <pc:docMk/>
          <pc:sldMk cId="2793604676" sldId="277"/>
        </pc:sldMkLst>
        <pc:spChg chg="mod">
          <ac:chgData name="Georges MATHIO" userId="1057b68d-d9cf-4cd5-bc4c-3fe68ec33e97" providerId="ADAL" clId="{82C5487D-F4FA-479C-805C-E057908A5989}" dt="2024-09-23T15:02:30.709" v="5291" actId="20577"/>
          <ac:spMkLst>
            <pc:docMk/>
            <pc:sldMk cId="2793604676" sldId="277"/>
            <ac:spMk id="2" creationId="{3A83B63E-8695-A261-2D66-4BFE1CECFE25}"/>
          </ac:spMkLst>
        </pc:spChg>
        <pc:spChg chg="mod">
          <ac:chgData name="Georges MATHIO" userId="1057b68d-d9cf-4cd5-bc4c-3fe68ec33e97" providerId="ADAL" clId="{82C5487D-F4FA-479C-805C-E057908A5989}" dt="2024-09-23T15:03:11.112" v="5352" actId="20577"/>
          <ac:spMkLst>
            <pc:docMk/>
            <pc:sldMk cId="2793604676" sldId="277"/>
            <ac:spMk id="7" creationId="{F730F81E-FE15-036B-799E-4164065F9994}"/>
          </ac:spMkLst>
        </pc:spChg>
      </pc:sldChg>
      <pc:sldChg chg="new ord">
        <pc:chgData name="Georges MATHIO" userId="1057b68d-d9cf-4cd5-bc4c-3fe68ec33e97" providerId="ADAL" clId="{82C5487D-F4FA-479C-805C-E057908A5989}" dt="2024-09-23T15:04:49.550" v="5369"/>
        <pc:sldMkLst>
          <pc:docMk/>
          <pc:sldMk cId="2511482636" sldId="278"/>
        </pc:sldMkLst>
      </pc:sldChg>
      <pc:sldChg chg="addSp delSp modSp add del mod ord setBg setClrOvrMap delDesignElem">
        <pc:chgData name="Georges MATHIO" userId="1057b68d-d9cf-4cd5-bc4c-3fe68ec33e97" providerId="ADAL" clId="{82C5487D-F4FA-479C-805C-E057908A5989}" dt="2024-09-23T15:06:58.848" v="5408" actId="47"/>
        <pc:sldMkLst>
          <pc:docMk/>
          <pc:sldMk cId="3189954247" sldId="279"/>
        </pc:sldMkLst>
        <pc:spChg chg="mod">
          <ac:chgData name="Georges MATHIO" userId="1057b68d-d9cf-4cd5-bc4c-3fe68ec33e97" providerId="ADAL" clId="{82C5487D-F4FA-479C-805C-E057908A5989}" dt="2024-09-23T15:05:43.943" v="5388" actId="962"/>
          <ac:spMkLst>
            <pc:docMk/>
            <pc:sldMk cId="3189954247" sldId="279"/>
            <ac:spMk id="2" creationId="{18B86DF7-7DA9-32A0-F92E-11F46962454E}"/>
          </ac:spMkLst>
        </pc:spChg>
        <pc:spChg chg="add">
          <ac:chgData name="Georges MATHIO" userId="1057b68d-d9cf-4cd5-bc4c-3fe68ec33e97" providerId="ADAL" clId="{82C5487D-F4FA-479C-805C-E057908A5989}" dt="2024-09-23T15:05:35.289" v="5384" actId="26606"/>
          <ac:spMkLst>
            <pc:docMk/>
            <pc:sldMk cId="3189954247" sldId="279"/>
            <ac:spMk id="11" creationId="{1F94DC1C-47D1-41D7-8B1B-9A036D614027}"/>
          </ac:spMkLst>
        </pc:spChg>
        <pc:spChg chg="add">
          <ac:chgData name="Georges MATHIO" userId="1057b68d-d9cf-4cd5-bc4c-3fe68ec33e97" providerId="ADAL" clId="{82C5487D-F4FA-479C-805C-E057908A5989}" dt="2024-09-23T15:05:35.289" v="5384" actId="26606"/>
          <ac:spMkLst>
            <pc:docMk/>
            <pc:sldMk cId="3189954247" sldId="279"/>
            <ac:spMk id="15" creationId="{AC12A592-C02D-46EF-8E1F-9335DB8D71DF}"/>
          </ac:spMkLst>
        </pc:spChg>
        <pc:spChg chg="add">
          <ac:chgData name="Georges MATHIO" userId="1057b68d-d9cf-4cd5-bc4c-3fe68ec33e97" providerId="ADAL" clId="{82C5487D-F4FA-479C-805C-E057908A5989}" dt="2024-09-23T15:05:35.289" v="5384" actId="26606"/>
          <ac:spMkLst>
            <pc:docMk/>
            <pc:sldMk cId="3189954247" sldId="279"/>
            <ac:spMk id="17" creationId="{24005816-5BCA-4665-8A58-5580F8E9C84A}"/>
          </ac:spMkLst>
        </pc:spChg>
        <pc:spChg chg="del">
          <ac:chgData name="Georges MATHIO" userId="1057b68d-d9cf-4cd5-bc4c-3fe68ec33e97" providerId="ADAL" clId="{82C5487D-F4FA-479C-805C-E057908A5989}" dt="2024-09-23T15:04:44.543" v="5365"/>
          <ac:spMkLst>
            <pc:docMk/>
            <pc:sldMk cId="3189954247" sldId="279"/>
            <ac:spMk id="114" creationId="{1F94DC1C-47D1-41D7-8B1B-9A036D614027}"/>
          </ac:spMkLst>
        </pc:spChg>
        <pc:spChg chg="del">
          <ac:chgData name="Georges MATHIO" userId="1057b68d-d9cf-4cd5-bc4c-3fe68ec33e97" providerId="ADAL" clId="{82C5487D-F4FA-479C-805C-E057908A5989}" dt="2024-09-23T15:04:44.543" v="5365"/>
          <ac:spMkLst>
            <pc:docMk/>
            <pc:sldMk cId="3189954247" sldId="279"/>
            <ac:spMk id="116" creationId="{AC12A592-C02D-46EF-8E1F-9335DB8D71DF}"/>
          </ac:spMkLst>
        </pc:spChg>
        <pc:spChg chg="del">
          <ac:chgData name="Georges MATHIO" userId="1057b68d-d9cf-4cd5-bc4c-3fe68ec33e97" providerId="ADAL" clId="{82C5487D-F4FA-479C-805C-E057908A5989}" dt="2024-09-23T15:04:44.543" v="5365"/>
          <ac:spMkLst>
            <pc:docMk/>
            <pc:sldMk cId="3189954247" sldId="279"/>
            <ac:spMk id="117" creationId="{24005816-5BCA-4665-8A58-5580F8E9C84A}"/>
          </ac:spMkLst>
        </pc:spChg>
        <pc:grpChg chg="add">
          <ac:chgData name="Georges MATHIO" userId="1057b68d-d9cf-4cd5-bc4c-3fe68ec33e97" providerId="ADAL" clId="{82C5487D-F4FA-479C-805C-E057908A5989}" dt="2024-09-23T15:05:35.289" v="5384" actId="26606"/>
          <ac:grpSpMkLst>
            <pc:docMk/>
            <pc:sldMk cId="3189954247" sldId="279"/>
            <ac:grpSpMk id="19" creationId="{BF07F359-8CA3-4854-91E7-EE6004020511}"/>
          </ac:grpSpMkLst>
        </pc:grpChg>
        <pc:grpChg chg="del">
          <ac:chgData name="Georges MATHIO" userId="1057b68d-d9cf-4cd5-bc4c-3fe68ec33e97" providerId="ADAL" clId="{82C5487D-F4FA-479C-805C-E057908A5989}" dt="2024-09-23T15:04:44.543" v="5365"/>
          <ac:grpSpMkLst>
            <pc:docMk/>
            <pc:sldMk cId="3189954247" sldId="279"/>
            <ac:grpSpMk id="118" creationId="{BF07F359-8CA3-4854-91E7-EE6004020511}"/>
          </ac:grpSpMkLst>
        </pc:grpChg>
        <pc:picChg chg="del">
          <ac:chgData name="Georges MATHIO" userId="1057b68d-d9cf-4cd5-bc4c-3fe68ec33e97" providerId="ADAL" clId="{82C5487D-F4FA-479C-805C-E057908A5989}" dt="2024-09-23T15:05:00.862" v="5381" actId="478"/>
          <ac:picMkLst>
            <pc:docMk/>
            <pc:sldMk cId="3189954247" sldId="279"/>
            <ac:picMk id="3" creationId="{D55D7212-76CD-AAF0-0AB7-84B39527D9A6}"/>
          </ac:picMkLst>
        </pc:picChg>
        <pc:picChg chg="add mod">
          <ac:chgData name="Georges MATHIO" userId="1057b68d-d9cf-4cd5-bc4c-3fe68ec33e97" providerId="ADAL" clId="{82C5487D-F4FA-479C-805C-E057908A5989}" dt="2024-09-23T15:05:45.999" v="5389" actId="1076"/>
          <ac:picMkLst>
            <pc:docMk/>
            <pc:sldMk cId="3189954247" sldId="279"/>
            <ac:picMk id="4" creationId="{F47E0E0C-B8B0-82F6-DC93-2846404F2A97}"/>
          </ac:picMkLst>
        </pc:picChg>
        <pc:picChg chg="add">
          <ac:chgData name="Georges MATHIO" userId="1057b68d-d9cf-4cd5-bc4c-3fe68ec33e97" providerId="ADAL" clId="{82C5487D-F4FA-479C-805C-E057908A5989}" dt="2024-09-23T15:05:35.289" v="5384" actId="26606"/>
          <ac:picMkLst>
            <pc:docMk/>
            <pc:sldMk cId="3189954247" sldId="279"/>
            <ac:picMk id="9" creationId="{6AF6706C-CF07-43A1-BCC4-CBA5D33820DA}"/>
          </ac:picMkLst>
        </pc:picChg>
        <pc:picChg chg="add">
          <ac:chgData name="Georges MATHIO" userId="1057b68d-d9cf-4cd5-bc4c-3fe68ec33e97" providerId="ADAL" clId="{82C5487D-F4FA-479C-805C-E057908A5989}" dt="2024-09-23T15:05:35.289" v="5384" actId="26606"/>
          <ac:picMkLst>
            <pc:docMk/>
            <pc:sldMk cId="3189954247" sldId="279"/>
            <ac:picMk id="13" creationId="{811383CE-CE86-4E1C-B289-798EB9E6E0E5}"/>
          </ac:picMkLst>
        </pc:picChg>
        <pc:picChg chg="del">
          <ac:chgData name="Georges MATHIO" userId="1057b68d-d9cf-4cd5-bc4c-3fe68ec33e97" providerId="ADAL" clId="{82C5487D-F4FA-479C-805C-E057908A5989}" dt="2024-09-23T15:04:44.543" v="5365"/>
          <ac:picMkLst>
            <pc:docMk/>
            <pc:sldMk cId="3189954247" sldId="279"/>
            <ac:picMk id="113" creationId="{6AF6706C-CF07-43A1-BCC4-CBA5D33820DA}"/>
          </ac:picMkLst>
        </pc:picChg>
        <pc:picChg chg="del">
          <ac:chgData name="Georges MATHIO" userId="1057b68d-d9cf-4cd5-bc4c-3fe68ec33e97" providerId="ADAL" clId="{82C5487D-F4FA-479C-805C-E057908A5989}" dt="2024-09-23T15:04:44.543" v="5365"/>
          <ac:picMkLst>
            <pc:docMk/>
            <pc:sldMk cId="3189954247" sldId="279"/>
            <ac:picMk id="115" creationId="{811383CE-CE86-4E1C-B289-798EB9E6E0E5}"/>
          </ac:picMkLst>
        </pc:picChg>
      </pc:sldChg>
      <pc:sldChg chg="addSp delSp modSp add mod ord">
        <pc:chgData name="Georges MATHIO" userId="1057b68d-d9cf-4cd5-bc4c-3fe68ec33e97" providerId="ADAL" clId="{82C5487D-F4FA-479C-805C-E057908A5989}" dt="2024-09-23T15:06:54.714" v="5407" actId="1440"/>
        <pc:sldMkLst>
          <pc:docMk/>
          <pc:sldMk cId="1744596131" sldId="280"/>
        </pc:sldMkLst>
        <pc:spChg chg="mod">
          <ac:chgData name="Georges MATHIO" userId="1057b68d-d9cf-4cd5-bc4c-3fe68ec33e97" providerId="ADAL" clId="{82C5487D-F4FA-479C-805C-E057908A5989}" dt="2024-09-23T15:06:25.669" v="5404" actId="113"/>
          <ac:spMkLst>
            <pc:docMk/>
            <pc:sldMk cId="1744596131" sldId="280"/>
            <ac:spMk id="2" creationId="{18B86DF7-7DA9-32A0-F92E-11F46962454E}"/>
          </ac:spMkLst>
        </pc:spChg>
        <pc:picChg chg="del">
          <ac:chgData name="Georges MATHIO" userId="1057b68d-d9cf-4cd5-bc4c-3fe68ec33e97" providerId="ADAL" clId="{82C5487D-F4FA-479C-805C-E057908A5989}" dt="2024-09-23T15:06:31.040" v="5405" actId="478"/>
          <ac:picMkLst>
            <pc:docMk/>
            <pc:sldMk cId="1744596131" sldId="280"/>
            <ac:picMk id="3" creationId="{D55D7212-76CD-AAF0-0AB7-84B39527D9A6}"/>
          </ac:picMkLst>
        </pc:picChg>
        <pc:picChg chg="add mod">
          <ac:chgData name="Georges MATHIO" userId="1057b68d-d9cf-4cd5-bc4c-3fe68ec33e97" providerId="ADAL" clId="{82C5487D-F4FA-479C-805C-E057908A5989}" dt="2024-09-23T15:06:54.714" v="5407" actId="1440"/>
          <ac:picMkLst>
            <pc:docMk/>
            <pc:sldMk cId="1744596131" sldId="280"/>
            <ac:picMk id="4" creationId="{7A3482A5-D921-DF9C-6485-2355D9A50BC9}"/>
          </ac:picMkLst>
        </pc:picChg>
      </pc:sldChg>
      <pc:sldChg chg="addSp delSp add del setBg delDesignElem">
        <pc:chgData name="Georges MATHIO" userId="1057b68d-d9cf-4cd5-bc4c-3fe68ec33e97" providerId="ADAL" clId="{82C5487D-F4FA-479C-805C-E057908A5989}" dt="2024-09-23T15:06:04.794" v="5392"/>
        <pc:sldMkLst>
          <pc:docMk/>
          <pc:sldMk cId="2407784976" sldId="280"/>
        </pc:sldMkLst>
        <pc:spChg chg="add del">
          <ac:chgData name="Georges MATHIO" userId="1057b68d-d9cf-4cd5-bc4c-3fe68ec33e97" providerId="ADAL" clId="{82C5487D-F4FA-479C-805C-E057908A5989}" dt="2024-09-23T15:06:04.794" v="5392"/>
          <ac:spMkLst>
            <pc:docMk/>
            <pc:sldMk cId="2407784976" sldId="280"/>
            <ac:spMk id="114" creationId="{1F94DC1C-47D1-41D7-8B1B-9A036D614027}"/>
          </ac:spMkLst>
        </pc:spChg>
        <pc:spChg chg="add del">
          <ac:chgData name="Georges MATHIO" userId="1057b68d-d9cf-4cd5-bc4c-3fe68ec33e97" providerId="ADAL" clId="{82C5487D-F4FA-479C-805C-E057908A5989}" dt="2024-09-23T15:06:04.794" v="5392"/>
          <ac:spMkLst>
            <pc:docMk/>
            <pc:sldMk cId="2407784976" sldId="280"/>
            <ac:spMk id="116" creationId="{AC12A592-C02D-46EF-8E1F-9335DB8D71DF}"/>
          </ac:spMkLst>
        </pc:spChg>
        <pc:spChg chg="add del">
          <ac:chgData name="Georges MATHIO" userId="1057b68d-d9cf-4cd5-bc4c-3fe68ec33e97" providerId="ADAL" clId="{82C5487D-F4FA-479C-805C-E057908A5989}" dt="2024-09-23T15:06:04.794" v="5392"/>
          <ac:spMkLst>
            <pc:docMk/>
            <pc:sldMk cId="2407784976" sldId="280"/>
            <ac:spMk id="117" creationId="{24005816-5BCA-4665-8A58-5580F8E9C84A}"/>
          </ac:spMkLst>
        </pc:spChg>
        <pc:grpChg chg="add del">
          <ac:chgData name="Georges MATHIO" userId="1057b68d-d9cf-4cd5-bc4c-3fe68ec33e97" providerId="ADAL" clId="{82C5487D-F4FA-479C-805C-E057908A5989}" dt="2024-09-23T15:06:04.794" v="5392"/>
          <ac:grpSpMkLst>
            <pc:docMk/>
            <pc:sldMk cId="2407784976" sldId="280"/>
            <ac:grpSpMk id="118" creationId="{BF07F359-8CA3-4854-91E7-EE6004020511}"/>
          </ac:grpSpMkLst>
        </pc:grpChg>
        <pc:picChg chg="add del">
          <ac:chgData name="Georges MATHIO" userId="1057b68d-d9cf-4cd5-bc4c-3fe68ec33e97" providerId="ADAL" clId="{82C5487D-F4FA-479C-805C-E057908A5989}" dt="2024-09-23T15:06:04.794" v="5392"/>
          <ac:picMkLst>
            <pc:docMk/>
            <pc:sldMk cId="2407784976" sldId="280"/>
            <ac:picMk id="113" creationId="{6AF6706C-CF07-43A1-BCC4-CBA5D33820DA}"/>
          </ac:picMkLst>
        </pc:picChg>
        <pc:picChg chg="add del">
          <ac:chgData name="Georges MATHIO" userId="1057b68d-d9cf-4cd5-bc4c-3fe68ec33e97" providerId="ADAL" clId="{82C5487D-F4FA-479C-805C-E057908A5989}" dt="2024-09-23T15:06:04.794" v="5392"/>
          <ac:picMkLst>
            <pc:docMk/>
            <pc:sldMk cId="2407784976" sldId="280"/>
            <ac:picMk id="115" creationId="{811383CE-CE86-4E1C-B289-798EB9E6E0E5}"/>
          </ac:picMkLst>
        </pc:picChg>
      </pc:sldChg>
      <pc:sldMasterChg chg="modSp mod">
        <pc:chgData name="Georges MATHIO" userId="1057b68d-d9cf-4cd5-bc4c-3fe68ec33e97" providerId="ADAL" clId="{82C5487D-F4FA-479C-805C-E057908A5989}" dt="2024-09-10T14:00:03.743" v="575" actId="242"/>
        <pc:sldMasterMkLst>
          <pc:docMk/>
          <pc:sldMasterMk cId="0" sldId="2147483648"/>
        </pc:sldMasterMkLst>
        <pc:spChg chg="mod">
          <ac:chgData name="Georges MATHIO" userId="1057b68d-d9cf-4cd5-bc4c-3fe68ec33e97" providerId="ADAL" clId="{82C5487D-F4FA-479C-805C-E057908A5989}" dt="2024-09-10T14:00:03.743" v="575" actId="242"/>
          <ac:spMkLst>
            <pc:docMk/>
            <pc:sldMasterMk cId="0" sldId="2147483648"/>
            <ac:spMk id="3" creationId="{00000000-0000-0000-0000-000000000000}"/>
          </ac:spMkLst>
        </pc:spChg>
      </pc:sldMasterChg>
    </pc:docChg>
  </pc:docChgLst>
  <pc:docChgLst>
    <pc:chgData name="Georges MATHIO" userId="S::georges.mathio@estia.fr::1057b68d-d9cf-4cd5-bc4c-3fe68ec33e97" providerId="AD" clId="Web-{D188567B-FEA3-3AFD-7A3D-A0834D404585}"/>
    <pc:docChg chg="modSld">
      <pc:chgData name="Georges MATHIO" userId="S::georges.mathio@estia.fr::1057b68d-d9cf-4cd5-bc4c-3fe68ec33e97" providerId="AD" clId="Web-{D188567B-FEA3-3AFD-7A3D-A0834D404585}" dt="2024-07-18T11:45:28.694" v="5" actId="20577"/>
      <pc:docMkLst>
        <pc:docMk/>
      </pc:docMkLst>
      <pc:sldChg chg="modSp">
        <pc:chgData name="Georges MATHIO" userId="S::georges.mathio@estia.fr::1057b68d-d9cf-4cd5-bc4c-3fe68ec33e97" providerId="AD" clId="Web-{D188567B-FEA3-3AFD-7A3D-A0834D404585}" dt="2024-07-18T11:43:39.533" v="3" actId="1076"/>
        <pc:sldMkLst>
          <pc:docMk/>
          <pc:sldMk cId="2482283123" sldId="259"/>
        </pc:sldMkLst>
        <pc:spChg chg="mod">
          <ac:chgData name="Georges MATHIO" userId="S::georges.mathio@estia.fr::1057b68d-d9cf-4cd5-bc4c-3fe68ec33e97" providerId="AD" clId="Web-{D188567B-FEA3-3AFD-7A3D-A0834D404585}" dt="2024-07-18T11:43:39.533" v="3" actId="1076"/>
          <ac:spMkLst>
            <pc:docMk/>
            <pc:sldMk cId="2482283123" sldId="259"/>
            <ac:spMk id="3" creationId="{B5620FEA-FA3C-B3F6-C2FC-F9D51C3D46CB}"/>
          </ac:spMkLst>
        </pc:spChg>
      </pc:sldChg>
      <pc:sldChg chg="modSp">
        <pc:chgData name="Georges MATHIO" userId="S::georges.mathio@estia.fr::1057b68d-d9cf-4cd5-bc4c-3fe68ec33e97" providerId="AD" clId="Web-{D188567B-FEA3-3AFD-7A3D-A0834D404585}" dt="2024-07-18T11:45:28.694" v="5" actId="20577"/>
        <pc:sldMkLst>
          <pc:docMk/>
          <pc:sldMk cId="1455700223" sldId="263"/>
        </pc:sldMkLst>
        <pc:spChg chg="mod">
          <ac:chgData name="Georges MATHIO" userId="S::georges.mathio@estia.fr::1057b68d-d9cf-4cd5-bc4c-3fe68ec33e97" providerId="AD" clId="Web-{D188567B-FEA3-3AFD-7A3D-A0834D404585}" dt="2024-07-18T11:45:28.694" v="5" actId="20577"/>
          <ac:spMkLst>
            <pc:docMk/>
            <pc:sldMk cId="1455700223" sldId="263"/>
            <ac:spMk id="14" creationId="{7E30C4D4-D051-74FE-764D-C642BFBB0D1E}"/>
          </ac:spMkLst>
        </pc:spChg>
      </pc:sldChg>
    </pc:docChg>
  </pc:docChgLst>
  <pc:docChgLst>
    <pc:chgData name="Georges MATHIO" userId="1057b68d-d9cf-4cd5-bc4c-3fe68ec33e97" providerId="ADAL" clId="{8BCAAD47-39EC-4A39-A166-8E9777C12AD5}"/>
    <pc:docChg chg="modSld">
      <pc:chgData name="Georges MATHIO" userId="1057b68d-d9cf-4cd5-bc4c-3fe68ec33e97" providerId="ADAL" clId="{8BCAAD47-39EC-4A39-A166-8E9777C12AD5}" dt="2024-07-21T21:01:57.905" v="2" actId="20577"/>
      <pc:docMkLst>
        <pc:docMk/>
      </pc:docMkLst>
      <pc:sldChg chg="modSp mod">
        <pc:chgData name="Georges MATHIO" userId="1057b68d-d9cf-4cd5-bc4c-3fe68ec33e97" providerId="ADAL" clId="{8BCAAD47-39EC-4A39-A166-8E9777C12AD5}" dt="2024-07-21T21:01:45.889" v="0" actId="6549"/>
        <pc:sldMkLst>
          <pc:docMk/>
          <pc:sldMk cId="1554076419" sldId="258"/>
        </pc:sldMkLst>
        <pc:spChg chg="mod">
          <ac:chgData name="Georges MATHIO" userId="1057b68d-d9cf-4cd5-bc4c-3fe68ec33e97" providerId="ADAL" clId="{8BCAAD47-39EC-4A39-A166-8E9777C12AD5}" dt="2024-07-21T21:01:45.889" v="0" actId="6549"/>
          <ac:spMkLst>
            <pc:docMk/>
            <pc:sldMk cId="1554076419" sldId="258"/>
            <ac:spMk id="7" creationId="{D0A8403C-5777-28EF-83D9-19F6822459A6}"/>
          </ac:spMkLst>
        </pc:spChg>
      </pc:sldChg>
      <pc:sldChg chg="modSp mod">
        <pc:chgData name="Georges MATHIO" userId="1057b68d-d9cf-4cd5-bc4c-3fe68ec33e97" providerId="ADAL" clId="{8BCAAD47-39EC-4A39-A166-8E9777C12AD5}" dt="2024-07-21T21:01:57.905" v="2" actId="20577"/>
        <pc:sldMkLst>
          <pc:docMk/>
          <pc:sldMk cId="319033476" sldId="260"/>
        </pc:sldMkLst>
        <pc:spChg chg="mod">
          <ac:chgData name="Georges MATHIO" userId="1057b68d-d9cf-4cd5-bc4c-3fe68ec33e97" providerId="ADAL" clId="{8BCAAD47-39EC-4A39-A166-8E9777C12AD5}" dt="2024-07-21T21:01:57.905" v="2" actId="20577"/>
          <ac:spMkLst>
            <pc:docMk/>
            <pc:sldMk cId="319033476" sldId="260"/>
            <ac:spMk id="11" creationId="{3538C984-96B3-4E9A-E4F7-3FC99AFA0885}"/>
          </ac:spMkLst>
        </pc:spChg>
      </pc:sldChg>
    </pc:docChg>
  </pc:docChgLst>
  <pc:docChgLst>
    <pc:chgData name="Georges MATHIO" userId="S::georges.mathio@estia.fr::1057b68d-d9cf-4cd5-bc4c-3fe68ec33e97" providerId="AD" clId="Web-{924963A7-0414-CE62-8997-2742A1CA60F5}"/>
    <pc:docChg chg="addSld modSld">
      <pc:chgData name="Georges MATHIO" userId="S::georges.mathio@estia.fr::1057b68d-d9cf-4cd5-bc4c-3fe68ec33e97" providerId="AD" clId="Web-{924963A7-0414-CE62-8997-2742A1CA60F5}" dt="2023-11-13T15:43:21.668" v="39"/>
      <pc:docMkLst>
        <pc:docMk/>
      </pc:docMkLst>
      <pc:sldChg chg="addSp delSp modSp add">
        <pc:chgData name="Georges MATHIO" userId="S::georges.mathio@estia.fr::1057b68d-d9cf-4cd5-bc4c-3fe68ec33e97" providerId="AD" clId="Web-{924963A7-0414-CE62-8997-2742A1CA60F5}" dt="2023-11-13T15:43:21.668" v="39"/>
        <pc:sldMkLst>
          <pc:docMk/>
          <pc:sldMk cId="3870140485" sldId="265"/>
        </pc:sldMkLst>
        <pc:spChg chg="del">
          <ac:chgData name="Georges MATHIO" userId="S::georges.mathio@estia.fr::1057b68d-d9cf-4cd5-bc4c-3fe68ec33e97" providerId="AD" clId="Web-{924963A7-0414-CE62-8997-2742A1CA60F5}" dt="2023-11-13T15:35:25.400" v="1"/>
          <ac:spMkLst>
            <pc:docMk/>
            <pc:sldMk cId="3870140485" sldId="265"/>
            <ac:spMk id="14" creationId="{7E30C4D4-D051-74FE-764D-C642BFBB0D1E}"/>
          </ac:spMkLst>
        </pc:spChg>
        <pc:picChg chg="add mod">
          <ac:chgData name="Georges MATHIO" userId="S::georges.mathio@estia.fr::1057b68d-d9cf-4cd5-bc4c-3fe68ec33e97" providerId="AD" clId="Web-{924963A7-0414-CE62-8997-2742A1CA60F5}" dt="2023-11-13T15:35:59.527" v="5" actId="1076"/>
          <ac:picMkLst>
            <pc:docMk/>
            <pc:sldMk cId="3870140485" sldId="265"/>
            <ac:picMk id="3" creationId="{06F4C4D2-9F1C-CD6B-4B73-EE49A7D3B1D3}"/>
          </ac:picMkLst>
        </pc:picChg>
        <pc:picChg chg="add del mod">
          <ac:chgData name="Georges MATHIO" userId="S::georges.mathio@estia.fr::1057b68d-d9cf-4cd5-bc4c-3fe68ec33e97" providerId="AD" clId="Web-{924963A7-0414-CE62-8997-2742A1CA60F5}" dt="2023-11-13T15:40:24.489" v="24"/>
          <ac:picMkLst>
            <pc:docMk/>
            <pc:sldMk cId="3870140485" sldId="265"/>
            <ac:picMk id="4" creationId="{E1B1EE92-FEF5-B59F-FF7C-59AE3E5F636D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21.668" v="39"/>
          <ac:picMkLst>
            <pc:docMk/>
            <pc:sldMk cId="3870140485" sldId="265"/>
            <ac:picMk id="5" creationId="{6E7B4CB7-1ACC-3B8D-A2AC-67121D2D1D54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9.933" v="37" actId="14100"/>
          <ac:picMkLst>
            <pc:docMk/>
            <pc:sldMk cId="3870140485" sldId="265"/>
            <ac:picMk id="6" creationId="{AFD1BC7B-0643-7730-87DF-0B267565DBD2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38:32.001" v="23" actId="1076"/>
          <ac:picMkLst>
            <pc:docMk/>
            <pc:sldMk cId="3870140485" sldId="265"/>
            <ac:picMk id="7" creationId="{ECAA39C2-0BEB-1809-1D54-D866FF0A02B9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5.214" v="34" actId="1076"/>
          <ac:picMkLst>
            <pc:docMk/>
            <pc:sldMk cId="3870140485" sldId="265"/>
            <ac:picMk id="8" creationId="{9C7D0E36-32F1-F957-95DA-9343A920E6F0}"/>
          </ac:picMkLst>
        </pc:picChg>
        <pc:picChg chg="add del mod">
          <ac:chgData name="Georges MATHIO" userId="S::georges.mathio@estia.fr::1057b68d-d9cf-4cd5-bc4c-3fe68ec33e97" providerId="AD" clId="Web-{924963A7-0414-CE62-8997-2742A1CA60F5}" dt="2023-11-13T15:40:36.474" v="28"/>
          <ac:picMkLst>
            <pc:docMk/>
            <pc:sldMk cId="3870140485" sldId="265"/>
            <ac:picMk id="9" creationId="{43534DCF-1D89-290E-124C-78DABBA75050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6.698" v="35" actId="1076"/>
          <ac:picMkLst>
            <pc:docMk/>
            <pc:sldMk cId="3870140485" sldId="265"/>
            <ac:picMk id="10" creationId="{1D0F61AE-DBDD-6F2E-B2C2-F6D92DB5AFF5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3.292" v="33" actId="1076"/>
          <ac:picMkLst>
            <pc:docMk/>
            <pc:sldMk cId="3870140485" sldId="265"/>
            <ac:picMk id="11" creationId="{3E316FDB-D3A3-36F9-21BC-7A3D45C8C097}"/>
          </ac:picMkLst>
        </pc:picChg>
      </pc:sldChg>
    </pc:docChg>
  </pc:docChgLst>
  <pc:docChgLst>
    <pc:chgData name="Georges MATHIO" userId="S::georges.mathio@estia.fr::1057b68d-d9cf-4cd5-bc4c-3fe68ec33e97" providerId="AD" clId="Web-{F53324A8-73B9-DE5A-2785-85B2E009E62C}"/>
    <pc:docChg chg="addSld modSld">
      <pc:chgData name="Georges MATHIO" userId="S::georges.mathio@estia.fr::1057b68d-d9cf-4cd5-bc4c-3fe68ec33e97" providerId="AD" clId="Web-{F53324A8-73B9-DE5A-2785-85B2E009E62C}" dt="2023-11-27T16:08:35.615" v="224" actId="1076"/>
      <pc:docMkLst>
        <pc:docMk/>
      </pc:docMkLst>
      <pc:sldChg chg="addSp modSp">
        <pc:chgData name="Georges MATHIO" userId="S::georges.mathio@estia.fr::1057b68d-d9cf-4cd5-bc4c-3fe68ec33e97" providerId="AD" clId="Web-{F53324A8-73B9-DE5A-2785-85B2E009E62C}" dt="2023-11-27T16:08:35.615" v="224" actId="1076"/>
        <pc:sldMkLst>
          <pc:docMk/>
          <pc:sldMk cId="3870140485" sldId="265"/>
        </pc:sldMkLst>
        <pc:picChg chg="add mod">
          <ac:chgData name="Georges MATHIO" userId="S::georges.mathio@estia.fr::1057b68d-d9cf-4cd5-bc4c-3fe68ec33e97" providerId="AD" clId="Web-{F53324A8-73B9-DE5A-2785-85B2E009E62C}" dt="2023-11-27T16:08:35.615" v="224" actId="1076"/>
          <ac:picMkLst>
            <pc:docMk/>
            <pc:sldMk cId="3870140485" sldId="265"/>
            <ac:picMk id="9" creationId="{658CB9B6-DEB4-E9E0-5341-E2CDB7731147}"/>
          </ac:picMkLst>
        </pc:picChg>
      </pc:sldChg>
      <pc:sldChg chg="addSp modSp add replId">
        <pc:chgData name="Georges MATHIO" userId="S::georges.mathio@estia.fr::1057b68d-d9cf-4cd5-bc4c-3fe68ec33e97" providerId="AD" clId="Web-{F53324A8-73B9-DE5A-2785-85B2E009E62C}" dt="2023-11-27T16:07:53.332" v="220" actId="20577"/>
        <pc:sldMkLst>
          <pc:docMk/>
          <pc:sldMk cId="1487403360" sldId="266"/>
        </pc:sldMkLst>
        <pc:spChg chg="mod">
          <ac:chgData name="Georges MATHIO" userId="S::georges.mathio@estia.fr::1057b68d-d9cf-4cd5-bc4c-3fe68ec33e97" providerId="AD" clId="Web-{F53324A8-73B9-DE5A-2785-85B2E009E62C}" dt="2023-11-27T16:02:12.132" v="9" actId="20577"/>
          <ac:spMkLst>
            <pc:docMk/>
            <pc:sldMk cId="1487403360" sldId="266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F53324A8-73B9-DE5A-2785-85B2E009E62C}" dt="2023-11-27T16:07:53.332" v="220" actId="20577"/>
          <ac:spMkLst>
            <pc:docMk/>
            <pc:sldMk cId="1487403360" sldId="266"/>
            <ac:spMk id="3" creationId="{B5620FEA-FA3C-B3F6-C2FC-F9D51C3D46CB}"/>
          </ac:spMkLst>
        </pc:spChg>
        <pc:spChg chg="add mod">
          <ac:chgData name="Georges MATHIO" userId="S::georges.mathio@estia.fr::1057b68d-d9cf-4cd5-bc4c-3fe68ec33e97" providerId="AD" clId="Web-{F53324A8-73B9-DE5A-2785-85B2E009E62C}" dt="2023-11-27T16:07:09.721" v="213" actId="20577"/>
          <ac:spMkLst>
            <pc:docMk/>
            <pc:sldMk cId="1487403360" sldId="266"/>
            <ac:spMk id="8" creationId="{2896A83E-C8E6-846E-55FB-564BB0253107}"/>
          </ac:spMkLst>
        </pc:spChg>
        <pc:picChg chg="add mod">
          <ac:chgData name="Georges MATHIO" userId="S::georges.mathio@estia.fr::1057b68d-d9cf-4cd5-bc4c-3fe68ec33e97" providerId="AD" clId="Web-{F53324A8-73B9-DE5A-2785-85B2E009E62C}" dt="2023-11-27T16:07:13.050" v="214" actId="1076"/>
          <ac:picMkLst>
            <pc:docMk/>
            <pc:sldMk cId="1487403360" sldId="266"/>
            <ac:picMk id="6" creationId="{B062D537-4C69-6E39-1142-D3403EFDB13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EF6789-4D93-43D8-B60D-0C5DEF3B64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D7B4A1-1589-4B83-9C22-DE251D95D0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75488-675E-48BA-A9A2-BA0F5A60D82B}" type="datetime1">
              <a:rPr lang="en-GB" smtClean="0"/>
              <a:t>05/12/2024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724B-3C88-4DC9-855B-56F49D64A6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42BBB-95F1-40A0-9691-67EFE9D0B7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577BD-BE37-474B-8112-471F6F640A97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08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BC9F49-C6C7-4BCF-B5B6-94EE3C9CB663}" type="datetime1">
              <a:rPr lang="en-GB" smtClean="0"/>
              <a:pPr/>
              <a:t>05/12/2024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B474-4500-4CA8-A4FE-2423436EBB0B}" type="slidenum">
              <a:rPr lang="en-GB" noProof="0" smtClean="0"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965424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EB474-4500-4CA8-A4FE-2423436EBB0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083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>
            <a:extLst>
              <a:ext uri="{FF2B5EF4-FFF2-40B4-BE49-F238E27FC236}">
                <a16:creationId xmlns:a16="http://schemas.microsoft.com/office/drawing/2014/main" id="{6E3A0FE5-C39A-1C49-86B6-D92A234AE4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893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0" dirty="0"/>
              <a:t>Click to edit Master subtitle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pic>
        <p:nvPicPr>
          <p:cNvPr id="8" name="Picture 5" descr="Celestia-R1---OverlayContentHD.png">
            <a:extLst>
              <a:ext uri="{FF2B5EF4-FFF2-40B4-BE49-F238E27FC236}">
                <a16:creationId xmlns:a16="http://schemas.microsoft.com/office/drawing/2014/main" id="{C0E4D736-DF0E-6FFB-D4A2-46F677BC36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Celestia-R1---OverlayContentHD.png">
            <a:extLst>
              <a:ext uri="{FF2B5EF4-FFF2-40B4-BE49-F238E27FC236}">
                <a16:creationId xmlns:a16="http://schemas.microsoft.com/office/drawing/2014/main" id="{91C81237-E8B3-96FF-4819-AA9DE4BC93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-2645"/>
            <a:ext cx="10131426" cy="106944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066801"/>
            <a:ext cx="10131425" cy="47243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7" name="Rectangle : avec coin arrondi 6">
            <a:extLst>
              <a:ext uri="{FF2B5EF4-FFF2-40B4-BE49-F238E27FC236}">
                <a16:creationId xmlns:a16="http://schemas.microsoft.com/office/drawing/2014/main" id="{6AA074AB-766A-76FA-FB34-4471F2AFCDAA}"/>
              </a:ext>
            </a:extLst>
          </p:cNvPr>
          <p:cNvSpPr/>
          <p:nvPr userDrawn="1"/>
        </p:nvSpPr>
        <p:spPr>
          <a:xfrm flipH="1">
            <a:off x="10974705" y="6196965"/>
            <a:ext cx="1217295" cy="661035"/>
          </a:xfrm>
          <a:prstGeom prst="round1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Image 8" descr="Une image contenant Graphique, capture d’écran, conception&#10;&#10;Description générée automatiquement">
            <a:extLst>
              <a:ext uri="{FF2B5EF4-FFF2-40B4-BE49-F238E27FC236}">
                <a16:creationId xmlns:a16="http://schemas.microsoft.com/office/drawing/2014/main" id="{2C6B33F3-733F-89B1-872D-AA751F65B9D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015602" y="6227445"/>
            <a:ext cx="1176398" cy="609600"/>
          </a:xfrm>
          <a:prstGeom prst="rect">
            <a:avLst/>
          </a:prstGeom>
          <a:ln>
            <a:noFill/>
          </a:ln>
          <a:effectLst/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mongodb.com/docs/manual/reference/connection-string-options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0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1030">
            <a:extLst>
              <a:ext uri="{FF2B5EF4-FFF2-40B4-BE49-F238E27FC236}">
                <a16:creationId xmlns:a16="http://schemas.microsoft.com/office/drawing/2014/main" id="{CBECFFDC-94DB-4DA3-94FE-22FEDDA8F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pic>
        <p:nvPicPr>
          <p:cNvPr id="1026" name="Picture 2" descr="Une image contenant léger&#10;&#10;Description générée automatiquement">
            <a:extLst>
              <a:ext uri="{FF2B5EF4-FFF2-40B4-BE49-F238E27FC236}">
                <a16:creationId xmlns:a16="http://schemas.microsoft.com/office/drawing/2014/main" id="{C4688CE4-9A4F-BB8A-CCEB-3AC3C2A9F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15" b="3716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1032">
            <a:extLst>
              <a:ext uri="{FF2B5EF4-FFF2-40B4-BE49-F238E27FC236}">
                <a16:creationId xmlns:a16="http://schemas.microsoft.com/office/drawing/2014/main" id="{545F67A4-7428-47F3-AE14-8CA43D976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035" name="Freeform 5">
            <a:extLst>
              <a:ext uri="{FF2B5EF4-FFF2-40B4-BE49-F238E27FC236}">
                <a16:creationId xmlns:a16="http://schemas.microsoft.com/office/drawing/2014/main" id="{F4A20210-FA90-4B6D-8D2E-1B90054E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827529" y="660400"/>
            <a:ext cx="6381405" cy="6214533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1037" name="Freeform 14">
            <a:extLst>
              <a:ext uri="{FF2B5EF4-FFF2-40B4-BE49-F238E27FC236}">
                <a16:creationId xmlns:a16="http://schemas.microsoft.com/office/drawing/2014/main" id="{39213B44-68B7-47E7-B506-5C79FCF80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1603" y="104899"/>
            <a:ext cx="6896713" cy="6005491"/>
          </a:xfrm>
          <a:custGeom>
            <a:avLst/>
            <a:gdLst>
              <a:gd name="connsiteX0" fmla="*/ 3912717 w 6896713"/>
              <a:gd name="connsiteY0" fmla="*/ 0 h 6005491"/>
              <a:gd name="connsiteX1" fmla="*/ 6679426 w 6896713"/>
              <a:gd name="connsiteY1" fmla="*/ 1146008 h 6005491"/>
              <a:gd name="connsiteX2" fmla="*/ 6896713 w 6896713"/>
              <a:gd name="connsiteY2" fmla="*/ 1385085 h 6005491"/>
              <a:gd name="connsiteX3" fmla="*/ 6896713 w 6896713"/>
              <a:gd name="connsiteY3" fmla="*/ 1431256 h 6005491"/>
              <a:gd name="connsiteX4" fmla="*/ 6657442 w 6896713"/>
              <a:gd name="connsiteY4" fmla="*/ 1167992 h 6005491"/>
              <a:gd name="connsiteX5" fmla="*/ 3912717 w 6896713"/>
              <a:gd name="connsiteY5" fmla="*/ 31089 h 6005491"/>
              <a:gd name="connsiteX6" fmla="*/ 31089 w 6896713"/>
              <a:gd name="connsiteY6" fmla="*/ 3912717 h 6005491"/>
              <a:gd name="connsiteX7" fmla="*/ 593046 w 6896713"/>
              <a:gd name="connsiteY7" fmla="*/ 5925483 h 6005491"/>
              <a:gd name="connsiteX8" fmla="*/ 633874 w 6896713"/>
              <a:gd name="connsiteY8" fmla="*/ 5989169 h 6005491"/>
              <a:gd name="connsiteX9" fmla="*/ 607415 w 6896713"/>
              <a:gd name="connsiteY9" fmla="*/ 6005491 h 6005491"/>
              <a:gd name="connsiteX10" fmla="*/ 566458 w 6896713"/>
              <a:gd name="connsiteY10" fmla="*/ 5941603 h 6005491"/>
              <a:gd name="connsiteX11" fmla="*/ 0 w 6896713"/>
              <a:gd name="connsiteY11" fmla="*/ 3912717 h 6005491"/>
              <a:gd name="connsiteX12" fmla="*/ 3912717 w 6896713"/>
              <a:gd name="connsiteY12" fmla="*/ 0 h 600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6713" h="6005491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39084D60-65A6-45F8-8C17-3529E43F1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16018" y="331504"/>
            <a:ext cx="6675982" cy="5235326"/>
            <a:chOff x="5516018" y="331504"/>
            <a:chExt cx="6675982" cy="5235326"/>
          </a:xfrm>
        </p:grpSpPr>
        <p:cxnSp>
          <p:nvCxnSpPr>
            <p:cNvPr id="1040" name="Straight Connector 1039">
              <a:extLst>
                <a:ext uri="{FF2B5EF4-FFF2-40B4-BE49-F238E27FC236}">
                  <a16:creationId xmlns:a16="http://schemas.microsoft.com/office/drawing/2014/main" id="{444A2572-2BF1-4C8E-AF59-F3AD411D89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66830" y="3315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Connector 1040">
              <a:extLst>
                <a:ext uri="{FF2B5EF4-FFF2-40B4-BE49-F238E27FC236}">
                  <a16:creationId xmlns:a16="http://schemas.microsoft.com/office/drawing/2014/main" id="{F5DF3485-B455-470C-8FA8-A1BDE087B8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" flipH="1">
              <a:off x="9408861" y="3383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Straight Connector 1041">
              <a:extLst>
                <a:ext uri="{FF2B5EF4-FFF2-40B4-BE49-F238E27FC236}">
                  <a16:creationId xmlns:a16="http://schemas.microsoft.com/office/drawing/2014/main" id="{35E9DCD0-EE49-4CB4-89B6-C25F9861C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" flipH="1">
              <a:off x="9551700" y="34763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3" name="Straight Connector 1042">
              <a:extLst>
                <a:ext uri="{FF2B5EF4-FFF2-40B4-BE49-F238E27FC236}">
                  <a16:creationId xmlns:a16="http://schemas.microsoft.com/office/drawing/2014/main" id="{A713CF62-C96C-44E9-8C28-E3F2C6E7C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60000" flipH="1">
              <a:off x="9688748" y="36808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1043">
              <a:extLst>
                <a:ext uri="{FF2B5EF4-FFF2-40B4-BE49-F238E27FC236}">
                  <a16:creationId xmlns:a16="http://schemas.microsoft.com/office/drawing/2014/main" id="{2D06558F-07E9-4D78-A6F3-8BCFA9E73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540000" flipH="1">
              <a:off x="9824866" y="38922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Straight Connector 1044">
              <a:extLst>
                <a:ext uri="{FF2B5EF4-FFF2-40B4-BE49-F238E27FC236}">
                  <a16:creationId xmlns:a16="http://schemas.microsoft.com/office/drawing/2014/main" id="{512D8773-83C0-4D51-9E1F-046DA7DA0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660000" flipH="1">
              <a:off x="9966867" y="41754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1045">
              <a:extLst>
                <a:ext uri="{FF2B5EF4-FFF2-40B4-BE49-F238E27FC236}">
                  <a16:creationId xmlns:a16="http://schemas.microsoft.com/office/drawing/2014/main" id="{5880C3FB-3E2E-4054-A6D1-38176D6E2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780000" flipH="1">
              <a:off x="10104425" y="4458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Straight Connector 1046">
              <a:extLst>
                <a:ext uri="{FF2B5EF4-FFF2-40B4-BE49-F238E27FC236}">
                  <a16:creationId xmlns:a16="http://schemas.microsoft.com/office/drawing/2014/main" id="{8505591A-6112-4B84-8E9E-923E43C4E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900000" flipH="1">
              <a:off x="10240513" y="47948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Connector 1047">
              <a:extLst>
                <a:ext uri="{FF2B5EF4-FFF2-40B4-BE49-F238E27FC236}">
                  <a16:creationId xmlns:a16="http://schemas.microsoft.com/office/drawing/2014/main" id="{54884290-8E39-4425-BB4F-48D955C1F8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080000" flipH="1">
              <a:off x="10373882" y="52435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Straight Connector 1048">
              <a:extLst>
                <a:ext uri="{FF2B5EF4-FFF2-40B4-BE49-F238E27FC236}">
                  <a16:creationId xmlns:a16="http://schemas.microsoft.com/office/drawing/2014/main" id="{00C383A3-6D77-41CE-8121-498BC3BA5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0" flipH="1">
              <a:off x="10505632" y="570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1049">
              <a:extLst>
                <a:ext uri="{FF2B5EF4-FFF2-40B4-BE49-F238E27FC236}">
                  <a16:creationId xmlns:a16="http://schemas.microsoft.com/office/drawing/2014/main" id="{E120A319-4A10-4542-B48C-5FB2714C4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320000" flipH="1">
              <a:off x="10637382" y="62134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Connector 1050">
              <a:extLst>
                <a:ext uri="{FF2B5EF4-FFF2-40B4-BE49-F238E27FC236}">
                  <a16:creationId xmlns:a16="http://schemas.microsoft.com/office/drawing/2014/main" id="{5B15B038-50ED-419D-B142-C96EE418B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440000" flipH="1">
              <a:off x="10760965" y="69043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Straight Connector 1051">
              <a:extLst>
                <a:ext uri="{FF2B5EF4-FFF2-40B4-BE49-F238E27FC236}">
                  <a16:creationId xmlns:a16="http://schemas.microsoft.com/office/drawing/2014/main" id="{9BAFF2F4-75B2-4498-8559-BAE80D89B4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" flipH="1">
              <a:off x="10888991" y="755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Connector 1052">
              <a:extLst>
                <a:ext uri="{FF2B5EF4-FFF2-40B4-BE49-F238E27FC236}">
                  <a16:creationId xmlns:a16="http://schemas.microsoft.com/office/drawing/2014/main" id="{B56AE167-8087-4A4B-B41D-5658EEBA6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740000" flipH="1">
              <a:off x="11010193" y="81974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1053">
              <a:extLst>
                <a:ext uri="{FF2B5EF4-FFF2-40B4-BE49-F238E27FC236}">
                  <a16:creationId xmlns:a16="http://schemas.microsoft.com/office/drawing/2014/main" id="{8D353E8A-CBA6-44F9-9C00-D0AD27C96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860000" flipH="1">
              <a:off x="11129014" y="89566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Straight Connector 1054">
              <a:extLst>
                <a:ext uri="{FF2B5EF4-FFF2-40B4-BE49-F238E27FC236}">
                  <a16:creationId xmlns:a16="http://schemas.microsoft.com/office/drawing/2014/main" id="{CA2C318A-A79F-4CAD-BA7A-51427BF9ED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980000" flipH="1">
              <a:off x="11249872" y="968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Straight Connector 1055">
              <a:extLst>
                <a:ext uri="{FF2B5EF4-FFF2-40B4-BE49-F238E27FC236}">
                  <a16:creationId xmlns:a16="http://schemas.microsoft.com/office/drawing/2014/main" id="{4F2996E3-5E01-4F22-B23C-7CD0CF72C4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160000" flipH="1">
              <a:off x="11366875" y="10480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Connector 1056">
              <a:extLst>
                <a:ext uri="{FF2B5EF4-FFF2-40B4-BE49-F238E27FC236}">
                  <a16:creationId xmlns:a16="http://schemas.microsoft.com/office/drawing/2014/main" id="{760F6BC4-AB51-4DE7-B83C-E71FE4EC86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280000" flipH="1">
              <a:off x="11474058" y="11315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1057">
              <a:extLst>
                <a:ext uri="{FF2B5EF4-FFF2-40B4-BE49-F238E27FC236}">
                  <a16:creationId xmlns:a16="http://schemas.microsoft.com/office/drawing/2014/main" id="{AF65FC1C-93BF-4ACA-BF17-17372DD10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0" flipH="1">
              <a:off x="11583303" y="122179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1058">
              <a:extLst>
                <a:ext uri="{FF2B5EF4-FFF2-40B4-BE49-F238E27FC236}">
                  <a16:creationId xmlns:a16="http://schemas.microsoft.com/office/drawing/2014/main" id="{89F9913C-8CCE-4D56-9D2A-0C2D68667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520000" flipH="1">
              <a:off x="11685344" y="132177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Straight Connector 1059">
              <a:extLst>
                <a:ext uri="{FF2B5EF4-FFF2-40B4-BE49-F238E27FC236}">
                  <a16:creationId xmlns:a16="http://schemas.microsoft.com/office/drawing/2014/main" id="{40EDD18C-1AAD-48E5-AAAD-73F4B5643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700000" flipH="1">
              <a:off x="11787704" y="14176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Straight Connector 1060">
              <a:extLst>
                <a:ext uri="{FF2B5EF4-FFF2-40B4-BE49-F238E27FC236}">
                  <a16:creationId xmlns:a16="http://schemas.microsoft.com/office/drawing/2014/main" id="{22D7A5C4-18C8-43E9-A50A-F87A362C8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820000" flipH="1">
              <a:off x="11880859" y="15179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1061">
              <a:extLst>
                <a:ext uri="{FF2B5EF4-FFF2-40B4-BE49-F238E27FC236}">
                  <a16:creationId xmlns:a16="http://schemas.microsoft.com/office/drawing/2014/main" id="{3A0C484E-A224-4DB0-8C34-89BE54BD1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940000" flipH="1">
              <a:off x="11969252" y="162743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Straight Connector 1062">
              <a:extLst>
                <a:ext uri="{FF2B5EF4-FFF2-40B4-BE49-F238E27FC236}">
                  <a16:creationId xmlns:a16="http://schemas.microsoft.com/office/drawing/2014/main" id="{79BB438E-A25F-4A7F-B209-8899B7CEC4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060000" flipH="1">
              <a:off x="12062016" y="173601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Straight Connector 1063">
              <a:extLst>
                <a:ext uri="{FF2B5EF4-FFF2-40B4-BE49-F238E27FC236}">
                  <a16:creationId xmlns:a16="http://schemas.microsoft.com/office/drawing/2014/main" id="{7F8BA6DC-B1E9-4F32-A5CC-8F61976B69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074680" y="1910249"/>
              <a:ext cx="117320" cy="82912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Connector 1064">
              <a:extLst>
                <a:ext uri="{FF2B5EF4-FFF2-40B4-BE49-F238E27FC236}">
                  <a16:creationId xmlns:a16="http://schemas.microsoft.com/office/drawing/2014/main" id="{CF6D95B2-1C8D-4156-AB05-523619B4F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149943" y="2083594"/>
              <a:ext cx="39676" cy="21436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Straight Connector 1065">
              <a:extLst>
                <a:ext uri="{FF2B5EF4-FFF2-40B4-BE49-F238E27FC236}">
                  <a16:creationId xmlns:a16="http://schemas.microsoft.com/office/drawing/2014/main" id="{288409AD-A77F-4304-9E8B-08A4891C7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" flipH="1">
              <a:off x="9127990" y="33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1066">
              <a:extLst>
                <a:ext uri="{FF2B5EF4-FFF2-40B4-BE49-F238E27FC236}">
                  <a16:creationId xmlns:a16="http://schemas.microsoft.com/office/drawing/2014/main" id="{862AD08A-B385-4D18-B948-8D53B3918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" flipH="1">
              <a:off x="8987576" y="33663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Straight Connector 1067">
              <a:extLst>
                <a:ext uri="{FF2B5EF4-FFF2-40B4-BE49-F238E27FC236}">
                  <a16:creationId xmlns:a16="http://schemas.microsoft.com/office/drawing/2014/main" id="{E32A413E-FF1A-46B1-BF8B-3C1C408B3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" flipH="1">
              <a:off x="8844859" y="35117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9" name="Straight Connector 1068">
              <a:extLst>
                <a:ext uri="{FF2B5EF4-FFF2-40B4-BE49-F238E27FC236}">
                  <a16:creationId xmlns:a16="http://schemas.microsoft.com/office/drawing/2014/main" id="{3CFF4E44-2BEB-4FAE-97C9-BC6E8296D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" flipH="1">
              <a:off x="8706904" y="3657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Straight Connector 1069">
              <a:extLst>
                <a:ext uri="{FF2B5EF4-FFF2-40B4-BE49-F238E27FC236}">
                  <a16:creationId xmlns:a16="http://schemas.microsoft.com/office/drawing/2014/main" id="{F0486C0A-9B93-46B8-932F-876BE26CE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20000" flipH="1">
              <a:off x="8568008" y="3878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Straight Connector 1070">
              <a:extLst>
                <a:ext uri="{FF2B5EF4-FFF2-40B4-BE49-F238E27FC236}">
                  <a16:creationId xmlns:a16="http://schemas.microsoft.com/office/drawing/2014/main" id="{1429BF5D-8D5B-4A48-89EE-8B779826E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840000" flipH="1">
              <a:off x="8429112" y="4100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2" name="Straight Connector 1071">
              <a:extLst>
                <a:ext uri="{FF2B5EF4-FFF2-40B4-BE49-F238E27FC236}">
                  <a16:creationId xmlns:a16="http://schemas.microsoft.com/office/drawing/2014/main" id="{CDC996EE-5EB1-4943-A1E8-70810CBD67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960000" flipH="1">
              <a:off x="8294968" y="4462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Straight Connector 1072">
              <a:extLst>
                <a:ext uri="{FF2B5EF4-FFF2-40B4-BE49-F238E27FC236}">
                  <a16:creationId xmlns:a16="http://schemas.microsoft.com/office/drawing/2014/main" id="{32F833C8-E3CE-4399-B78B-9DD0EEA6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080000" flipH="1">
              <a:off x="8160824" y="48237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4" name="Straight Connector 1073">
              <a:extLst>
                <a:ext uri="{FF2B5EF4-FFF2-40B4-BE49-F238E27FC236}">
                  <a16:creationId xmlns:a16="http://schemas.microsoft.com/office/drawing/2014/main" id="{07C92DB2-78F1-4872-B9C7-C658A7886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260000" flipH="1">
              <a:off x="8027689" y="53184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Connector 1074">
              <a:extLst>
                <a:ext uri="{FF2B5EF4-FFF2-40B4-BE49-F238E27FC236}">
                  <a16:creationId xmlns:a16="http://schemas.microsoft.com/office/drawing/2014/main" id="{1F8A2FAA-05E1-448E-A606-FA9D67036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380000" flipH="1">
              <a:off x="7894554" y="58132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Straight Connector 1075">
              <a:extLst>
                <a:ext uri="{FF2B5EF4-FFF2-40B4-BE49-F238E27FC236}">
                  <a16:creationId xmlns:a16="http://schemas.microsoft.com/office/drawing/2014/main" id="{E5AAB5D1-1672-4825-88A7-D93923475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500000" flipH="1">
              <a:off x="7761419" y="63079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7" name="Straight Connector 1076">
              <a:extLst>
                <a:ext uri="{FF2B5EF4-FFF2-40B4-BE49-F238E27FC236}">
                  <a16:creationId xmlns:a16="http://schemas.microsoft.com/office/drawing/2014/main" id="{02CAAFDB-2BA2-4D04-8B8B-1241D5EC09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620000" flipH="1">
              <a:off x="7636645" y="6898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Straight Connector 1077">
              <a:extLst>
                <a:ext uri="{FF2B5EF4-FFF2-40B4-BE49-F238E27FC236}">
                  <a16:creationId xmlns:a16="http://schemas.microsoft.com/office/drawing/2014/main" id="{4C381B3C-0009-451B-BCB3-48F7810C1B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0" flipH="1">
              <a:off x="7511871" y="75119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9" name="Straight Connector 1078">
              <a:extLst>
                <a:ext uri="{FF2B5EF4-FFF2-40B4-BE49-F238E27FC236}">
                  <a16:creationId xmlns:a16="http://schemas.microsoft.com/office/drawing/2014/main" id="{2A10544C-1EAD-47FB-A17E-52C622282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920000" flipH="1">
              <a:off x="7387899" y="81977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Straight Connector 1079">
              <a:extLst>
                <a:ext uri="{FF2B5EF4-FFF2-40B4-BE49-F238E27FC236}">
                  <a16:creationId xmlns:a16="http://schemas.microsoft.com/office/drawing/2014/main" id="{A2540B37-D854-4525-93F8-410685438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040000" flipH="1">
              <a:off x="7268530" y="8931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1" name="Straight Connector 1080">
              <a:extLst>
                <a:ext uri="{FF2B5EF4-FFF2-40B4-BE49-F238E27FC236}">
                  <a16:creationId xmlns:a16="http://schemas.microsoft.com/office/drawing/2014/main" id="{7450DFE8-D07F-435C-B5A2-47D126FD9F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160000" flipH="1">
              <a:off x="7152030" y="9765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2" name="Straight Connector 1081">
              <a:extLst>
                <a:ext uri="{FF2B5EF4-FFF2-40B4-BE49-F238E27FC236}">
                  <a16:creationId xmlns:a16="http://schemas.microsoft.com/office/drawing/2014/main" id="{6C1A6513-2D5D-458C-B841-D5DD9844B8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340000" flipH="1">
              <a:off x="7041695" y="10600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Straight Connector 1082">
              <a:extLst>
                <a:ext uri="{FF2B5EF4-FFF2-40B4-BE49-F238E27FC236}">
                  <a16:creationId xmlns:a16="http://schemas.microsoft.com/office/drawing/2014/main" id="{9931CF18-850E-41CD-823E-D311BD5CC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460000" flipH="1">
              <a:off x="6931360" y="114346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Straight Connector 1083">
              <a:extLst>
                <a:ext uri="{FF2B5EF4-FFF2-40B4-BE49-F238E27FC236}">
                  <a16:creationId xmlns:a16="http://schemas.microsoft.com/office/drawing/2014/main" id="{44497A09-1B1C-4EB6-B728-6FC3A1C125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580000" flipH="1">
              <a:off x="6819070" y="123586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5" name="Straight Connector 1084">
              <a:extLst>
                <a:ext uri="{FF2B5EF4-FFF2-40B4-BE49-F238E27FC236}">
                  <a16:creationId xmlns:a16="http://schemas.microsoft.com/office/drawing/2014/main" id="{FA60DE04-F3E8-437E-A2E4-A8A7BA01CB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700000" flipH="1">
              <a:off x="6721359" y="133274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6" name="Straight Connector 1085">
              <a:extLst>
                <a:ext uri="{FF2B5EF4-FFF2-40B4-BE49-F238E27FC236}">
                  <a16:creationId xmlns:a16="http://schemas.microsoft.com/office/drawing/2014/main" id="{CDBBA541-852C-4AE6-82E8-6BD13AFB4F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880000" flipH="1">
              <a:off x="6617467" y="1429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7" name="Straight Connector 1086">
              <a:extLst>
                <a:ext uri="{FF2B5EF4-FFF2-40B4-BE49-F238E27FC236}">
                  <a16:creationId xmlns:a16="http://schemas.microsoft.com/office/drawing/2014/main" id="{2FC3362F-AD7E-45D7-BE85-7C8DD81347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0" flipH="1">
              <a:off x="6520032" y="15272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8" name="Straight Connector 1087">
              <a:extLst>
                <a:ext uri="{FF2B5EF4-FFF2-40B4-BE49-F238E27FC236}">
                  <a16:creationId xmlns:a16="http://schemas.microsoft.com/office/drawing/2014/main" id="{FCD83E0F-C8AF-4D52-94DB-CD949A2B1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120000" flipH="1">
              <a:off x="6429579" y="16416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Straight Connector 1088">
              <a:extLst>
                <a:ext uri="{FF2B5EF4-FFF2-40B4-BE49-F238E27FC236}">
                  <a16:creationId xmlns:a16="http://schemas.microsoft.com/office/drawing/2014/main" id="{60D5F865-890F-483F-B407-516CE6D22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240000" flipH="1">
              <a:off x="6340532" y="1750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0" name="Straight Connector 1089">
              <a:extLst>
                <a:ext uri="{FF2B5EF4-FFF2-40B4-BE49-F238E27FC236}">
                  <a16:creationId xmlns:a16="http://schemas.microsoft.com/office/drawing/2014/main" id="{DE6A2505-E617-4419-AB05-10B779B5C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420000" flipH="1">
              <a:off x="6261757" y="18601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1" name="Straight Connector 1090">
              <a:extLst>
                <a:ext uri="{FF2B5EF4-FFF2-40B4-BE49-F238E27FC236}">
                  <a16:creationId xmlns:a16="http://schemas.microsoft.com/office/drawing/2014/main" id="{BDFF0D66-52FC-4F64-B67F-72D9EFEED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540000" flipH="1">
              <a:off x="6184144" y="19796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2" name="Straight Connector 1091">
              <a:extLst>
                <a:ext uri="{FF2B5EF4-FFF2-40B4-BE49-F238E27FC236}">
                  <a16:creationId xmlns:a16="http://schemas.microsoft.com/office/drawing/2014/main" id="{DCC72040-7945-4051-989C-2B728F6D50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660000" flipH="1">
              <a:off x="6106531" y="20990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3" name="Straight Connector 1092">
              <a:extLst>
                <a:ext uri="{FF2B5EF4-FFF2-40B4-BE49-F238E27FC236}">
                  <a16:creationId xmlns:a16="http://schemas.microsoft.com/office/drawing/2014/main" id="{96EB6302-2333-45D4-AE20-B0F6D45CC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780000" flipH="1">
              <a:off x="6043206" y="222255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4" name="Straight Connector 1093">
              <a:extLst>
                <a:ext uri="{FF2B5EF4-FFF2-40B4-BE49-F238E27FC236}">
                  <a16:creationId xmlns:a16="http://schemas.microsoft.com/office/drawing/2014/main" id="{EECC1105-D16E-411D-B4B7-80BF039BF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960000" flipH="1">
              <a:off x="5978913" y="234430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5" name="Straight Connector 1094">
              <a:extLst>
                <a:ext uri="{FF2B5EF4-FFF2-40B4-BE49-F238E27FC236}">
                  <a16:creationId xmlns:a16="http://schemas.microsoft.com/office/drawing/2014/main" id="{C7D2F518-4540-44DE-BC62-7D598EC99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080000" flipH="1">
              <a:off x="5912438" y="24706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6" name="Straight Connector 1095">
              <a:extLst>
                <a:ext uri="{FF2B5EF4-FFF2-40B4-BE49-F238E27FC236}">
                  <a16:creationId xmlns:a16="http://schemas.microsoft.com/office/drawing/2014/main" id="{F19566BC-880A-4113-A9C4-0017E5184C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0" flipH="1">
              <a:off x="5858875" y="260092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7" name="Straight Connector 1096">
              <a:extLst>
                <a:ext uri="{FF2B5EF4-FFF2-40B4-BE49-F238E27FC236}">
                  <a16:creationId xmlns:a16="http://schemas.microsoft.com/office/drawing/2014/main" id="{718E7D73-F4E4-4F5D-AFF9-EE491954A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320000" flipH="1">
              <a:off x="5808182" y="273404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8" name="Straight Connector 1097">
              <a:extLst>
                <a:ext uri="{FF2B5EF4-FFF2-40B4-BE49-F238E27FC236}">
                  <a16:creationId xmlns:a16="http://schemas.microsoft.com/office/drawing/2014/main" id="{8D0988A2-3571-4C16-BDEF-58254F04E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500000" flipH="1">
              <a:off x="5773263" y="28668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9" name="Straight Connector 1098">
              <a:extLst>
                <a:ext uri="{FF2B5EF4-FFF2-40B4-BE49-F238E27FC236}">
                  <a16:creationId xmlns:a16="http://schemas.microsoft.com/office/drawing/2014/main" id="{4550BAC8-41FE-4300-910B-EE7BBD7A0C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620000" flipH="1">
              <a:off x="5735963" y="300206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0" name="Straight Connector 1099">
              <a:extLst>
                <a:ext uri="{FF2B5EF4-FFF2-40B4-BE49-F238E27FC236}">
                  <a16:creationId xmlns:a16="http://schemas.microsoft.com/office/drawing/2014/main" id="{38CD175C-18A7-4589-8C46-A61FEF6D9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740000" flipH="1">
              <a:off x="5700105" y="31389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1" name="Straight Connector 1100">
              <a:extLst>
                <a:ext uri="{FF2B5EF4-FFF2-40B4-BE49-F238E27FC236}">
                  <a16:creationId xmlns:a16="http://schemas.microsoft.com/office/drawing/2014/main" id="{B6BE3031-FD1C-443C-9889-243CEEAEDF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860000" flipH="1">
              <a:off x="5665939" y="327548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2" name="Straight Connector 1101">
              <a:extLst>
                <a:ext uri="{FF2B5EF4-FFF2-40B4-BE49-F238E27FC236}">
                  <a16:creationId xmlns:a16="http://schemas.microsoft.com/office/drawing/2014/main" id="{7E37BF5D-3732-41F2-B9AF-A56C9214D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040000" flipH="1">
              <a:off x="5644476" y="341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Straight Connector 1102">
              <a:extLst>
                <a:ext uri="{FF2B5EF4-FFF2-40B4-BE49-F238E27FC236}">
                  <a16:creationId xmlns:a16="http://schemas.microsoft.com/office/drawing/2014/main" id="{077B6718-917A-4A01-BCF8-5C6E1217B2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160000" flipH="1">
              <a:off x="5626530" y="3554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4" name="Straight Connector 1103">
              <a:extLst>
                <a:ext uri="{FF2B5EF4-FFF2-40B4-BE49-F238E27FC236}">
                  <a16:creationId xmlns:a16="http://schemas.microsoft.com/office/drawing/2014/main" id="{1C23AB5B-98FB-43F1-B590-BBA79814F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280000" flipH="1">
              <a:off x="5616429" y="36918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5" name="Straight Connector 1104">
              <a:extLst>
                <a:ext uri="{FF2B5EF4-FFF2-40B4-BE49-F238E27FC236}">
                  <a16:creationId xmlns:a16="http://schemas.microsoft.com/office/drawing/2014/main" id="{D6EEC146-226B-4C83-9C1B-DD5495DE16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0" flipH="1">
              <a:off x="5611319" y="38353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6" name="Straight Connector 1105">
              <a:extLst>
                <a:ext uri="{FF2B5EF4-FFF2-40B4-BE49-F238E27FC236}">
                  <a16:creationId xmlns:a16="http://schemas.microsoft.com/office/drawing/2014/main" id="{9C24D094-41EF-4CA2-9834-B04793FA1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580000" flipH="1">
              <a:off x="5608540" y="397572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7" name="Straight Connector 1106">
              <a:extLst>
                <a:ext uri="{FF2B5EF4-FFF2-40B4-BE49-F238E27FC236}">
                  <a16:creationId xmlns:a16="http://schemas.microsoft.com/office/drawing/2014/main" id="{8DA46AD8-674F-46C3-8A22-280F78F91A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700000" flipH="1">
              <a:off x="5605761" y="41160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8" name="Straight Connector 1107">
              <a:extLst>
                <a:ext uri="{FF2B5EF4-FFF2-40B4-BE49-F238E27FC236}">
                  <a16:creationId xmlns:a16="http://schemas.microsoft.com/office/drawing/2014/main" id="{AE9D757B-CD9D-447C-8780-79F2FF8751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820000" flipH="1">
              <a:off x="5624195" y="425421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9" name="Straight Connector 1108">
              <a:extLst>
                <a:ext uri="{FF2B5EF4-FFF2-40B4-BE49-F238E27FC236}">
                  <a16:creationId xmlns:a16="http://schemas.microsoft.com/office/drawing/2014/main" id="{276B76E9-7342-43BC-B629-9180ABF57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940000" flipH="1">
              <a:off x="5642629" y="43923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0" name="Straight Connector 1109">
              <a:extLst>
                <a:ext uri="{FF2B5EF4-FFF2-40B4-BE49-F238E27FC236}">
                  <a16:creationId xmlns:a16="http://schemas.microsoft.com/office/drawing/2014/main" id="{3F25F68A-2DCB-4183-86F1-3428326E59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120000" flipH="1">
              <a:off x="5654818" y="45363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Straight Connector 1110">
              <a:extLst>
                <a:ext uri="{FF2B5EF4-FFF2-40B4-BE49-F238E27FC236}">
                  <a16:creationId xmlns:a16="http://schemas.microsoft.com/office/drawing/2014/main" id="{BA5FA913-066C-4504-A753-026056454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240000" flipH="1">
              <a:off x="5684446" y="467136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2" name="Straight Connector 1111">
              <a:extLst>
                <a:ext uri="{FF2B5EF4-FFF2-40B4-BE49-F238E27FC236}">
                  <a16:creationId xmlns:a16="http://schemas.microsoft.com/office/drawing/2014/main" id="{6A6E50AC-CA1E-4DD3-B85F-1720C019E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360000" flipH="1">
              <a:off x="5714074" y="48087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3" name="Straight Connector 1112">
              <a:extLst>
                <a:ext uri="{FF2B5EF4-FFF2-40B4-BE49-F238E27FC236}">
                  <a16:creationId xmlns:a16="http://schemas.microsoft.com/office/drawing/2014/main" id="{1224B2B1-DBD8-4BA8-8CEB-BFAC8A15D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480000" flipH="1">
              <a:off x="5748464" y="49484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4" name="Straight Connector 1113">
              <a:extLst>
                <a:ext uri="{FF2B5EF4-FFF2-40B4-BE49-F238E27FC236}">
                  <a16:creationId xmlns:a16="http://schemas.microsoft.com/office/drawing/2014/main" id="{4DEFE1E7-69A3-47F5-B8B8-C0898281B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660000" flipH="1">
              <a:off x="5792091" y="507760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5" name="Straight Connector 1114">
              <a:extLst>
                <a:ext uri="{FF2B5EF4-FFF2-40B4-BE49-F238E27FC236}">
                  <a16:creationId xmlns:a16="http://schemas.microsoft.com/office/drawing/2014/main" id="{66F1F489-762E-4979-9EBC-50A62330B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780000" flipH="1">
              <a:off x="5847441" y="52112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6" name="Straight Connector 1115">
              <a:extLst>
                <a:ext uri="{FF2B5EF4-FFF2-40B4-BE49-F238E27FC236}">
                  <a16:creationId xmlns:a16="http://schemas.microsoft.com/office/drawing/2014/main" id="{927DF22C-20E6-4DED-B405-1B26C5218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900000" flipH="1">
              <a:off x="5900410" y="53424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7" name="Straight Connector 1116">
              <a:extLst>
                <a:ext uri="{FF2B5EF4-FFF2-40B4-BE49-F238E27FC236}">
                  <a16:creationId xmlns:a16="http://schemas.microsoft.com/office/drawing/2014/main" id="{236FD8D7-6E0F-468E-B8C4-F4E6707112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020000" flipH="1">
              <a:off x="5955760" y="547369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46333" y="2032000"/>
            <a:ext cx="4513792" cy="281939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Cloud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6646333" y="4851399"/>
            <a:ext cx="4513792" cy="9144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 cap="all"/>
              <a:t>Databases</a:t>
            </a:r>
          </a:p>
        </p:txBody>
      </p:sp>
    </p:spTree>
    <p:extLst>
      <p:ext uri="{BB962C8B-B14F-4D97-AF65-F5344CB8AC3E}">
        <p14:creationId xmlns:p14="http://schemas.microsoft.com/office/powerpoint/2010/main" val="2526593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Police, conception&#10;&#10;Description générée automatiquement">
            <a:extLst>
              <a:ext uri="{FF2B5EF4-FFF2-40B4-BE49-F238E27FC236}">
                <a16:creationId xmlns:a16="http://schemas.microsoft.com/office/drawing/2014/main" id="{1595EE61-E632-1864-E988-BE0388604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793" y="777940"/>
            <a:ext cx="5002691" cy="489201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3E5B4A0-32B4-A6AE-6210-CF9464C80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Overview</a:t>
            </a:r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877468A-C6BD-DFB1-948A-75293497D502}"/>
              </a:ext>
            </a:extLst>
          </p:cNvPr>
          <p:cNvSpPr txBox="1"/>
          <p:nvPr/>
        </p:nvSpPr>
        <p:spPr>
          <a:xfrm>
            <a:off x="880533" y="2489199"/>
            <a:ext cx="3556000" cy="2230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/>
              <a:t>SQL </a:t>
            </a:r>
            <a:r>
              <a:rPr lang="fr-FR" dirty="0" err="1"/>
              <a:t>database</a:t>
            </a:r>
            <a:endParaRPr lang="fr-FR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/>
              <a:t>NoSQL </a:t>
            </a:r>
            <a:r>
              <a:rPr lang="fr-FR" dirty="0" err="1"/>
              <a:t>database</a:t>
            </a:r>
            <a:endParaRPr lang="fr-FR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/>
              <a:t>Connection strings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/>
              <a:t>Architecture</a:t>
            </a:r>
            <a:endParaRPr lang="en-GB" dirty="0"/>
          </a:p>
        </p:txBody>
      </p:sp>
      <p:sp>
        <p:nvSpPr>
          <p:cNvPr id="10" name="Oval 14">
            <a:extLst>
              <a:ext uri="{FF2B5EF4-FFF2-40B4-BE49-F238E27FC236}">
                <a16:creationId xmlns:a16="http://schemas.microsoft.com/office/drawing/2014/main" id="{9743D097-CC0D-F6F7-BA08-3BDBD61FA7C8}"/>
              </a:ext>
            </a:extLst>
          </p:cNvPr>
          <p:cNvSpPr/>
          <p:nvPr/>
        </p:nvSpPr>
        <p:spPr>
          <a:xfrm>
            <a:off x="8520681" y="4496712"/>
            <a:ext cx="1634996" cy="103558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297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85D2A-D20D-6263-E134-F5BDE26DF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A15452-3890-253E-ACD2-55FAE81E8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Traditional</a:t>
            </a:r>
            <a:r>
              <a:rPr lang="fr-FR" dirty="0"/>
              <a:t> SQL </a:t>
            </a:r>
            <a:r>
              <a:rPr lang="fr-FR" dirty="0" err="1"/>
              <a:t>databases</a:t>
            </a:r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294644B-08D5-292D-A437-88C4CFDB3668}"/>
              </a:ext>
            </a:extLst>
          </p:cNvPr>
          <p:cNvSpPr txBox="1"/>
          <p:nvPr/>
        </p:nvSpPr>
        <p:spPr>
          <a:xfrm>
            <a:off x="600414" y="2113964"/>
            <a:ext cx="6537600" cy="222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Store items </a:t>
            </a:r>
            <a:r>
              <a:rPr lang="fr-FR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with</a:t>
            </a:r>
            <a:r>
              <a:rPr lang="fr-FR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strong</a:t>
            </a:r>
            <a:r>
              <a:rPr lang="fr-FR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logical</a:t>
            </a:r>
            <a:r>
              <a:rPr lang="fr-FR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relations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Wide </a:t>
            </a: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variety</a:t>
            </a: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 of solutions, open source and </a:t>
            </a: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proprietary</a:t>
            </a:r>
            <a:endParaRPr lang="fr-FR" dirty="0">
              <a:solidFill>
                <a:srgbClr val="E6E6E6"/>
              </a:solidFill>
              <a:latin typeface="Segoe UI" panose="020B0502040204020203" pitchFamily="34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Can </a:t>
            </a: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be</a:t>
            </a: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managed</a:t>
            </a: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 or not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Scaling</a:t>
            </a: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is</a:t>
            </a: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often</a:t>
            </a: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 vertical </a:t>
            </a: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rather</a:t>
            </a: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than</a:t>
            </a: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 horizontal</a:t>
            </a:r>
            <a:endParaRPr lang="fr-FR" dirty="0"/>
          </a:p>
        </p:txBody>
      </p:sp>
      <p:pic>
        <p:nvPicPr>
          <p:cNvPr id="5" name="Image 4" descr="Une image contenant Graphique, Police, clipart, texte&#10;&#10;Description générée automatiquement">
            <a:extLst>
              <a:ext uri="{FF2B5EF4-FFF2-40B4-BE49-F238E27FC236}">
                <a16:creationId xmlns:a16="http://schemas.microsoft.com/office/drawing/2014/main" id="{F108FBEA-8925-0DAC-AE26-D3EC4BF38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2787" y="393404"/>
            <a:ext cx="2771093" cy="2771093"/>
          </a:xfrm>
          <a:prstGeom prst="rect">
            <a:avLst/>
          </a:prstGeom>
          <a:effectLst>
            <a:glow rad="101600">
              <a:schemeClr val="tx1"/>
            </a:glow>
          </a:effectLst>
        </p:spPr>
      </p:pic>
      <p:pic>
        <p:nvPicPr>
          <p:cNvPr id="1026" name="Picture 2" descr="Official MariaDB Logos | MariaDB">
            <a:extLst>
              <a:ext uri="{FF2B5EF4-FFF2-40B4-BE49-F238E27FC236}">
                <a16:creationId xmlns:a16="http://schemas.microsoft.com/office/drawing/2014/main" id="{A5FB736A-6DEF-20DA-DFCB-CAF7243BC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6134" y="3769959"/>
            <a:ext cx="2771093" cy="2258702"/>
          </a:xfrm>
          <a:prstGeom prst="rect">
            <a:avLst/>
          </a:prstGeom>
          <a:effectLst>
            <a:glow rad="101600">
              <a:schemeClr val="tx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17BBD867-6DA0-5ACA-5F7F-44D58F838D24}"/>
              </a:ext>
            </a:extLst>
          </p:cNvPr>
          <p:cNvSpPr txBox="1"/>
          <p:nvPr/>
        </p:nvSpPr>
        <p:spPr>
          <a:xfrm>
            <a:off x="685801" y="9032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Best for data consistency and language querying</a:t>
            </a:r>
          </a:p>
        </p:txBody>
      </p:sp>
    </p:spTree>
    <p:extLst>
      <p:ext uri="{BB962C8B-B14F-4D97-AF65-F5344CB8AC3E}">
        <p14:creationId xmlns:p14="http://schemas.microsoft.com/office/powerpoint/2010/main" val="1739688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FF71C-C220-AE01-2BE8-300A47EB2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52FDEA-90FF-C77B-C5AF-2EFD1B791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NoSQL </a:t>
            </a:r>
            <a:r>
              <a:rPr lang="fr-FR" dirty="0" err="1"/>
              <a:t>databases</a:t>
            </a:r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A08F1CB-815C-B964-CF16-1442D0F8ED5A}"/>
              </a:ext>
            </a:extLst>
          </p:cNvPr>
          <p:cNvSpPr txBox="1"/>
          <p:nvPr/>
        </p:nvSpPr>
        <p:spPr>
          <a:xfrm>
            <a:off x="820387" y="1851498"/>
            <a:ext cx="5605812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Store </a:t>
            </a:r>
            <a:r>
              <a:rPr lang="fr-FR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unstructured</a:t>
            </a:r>
            <a:r>
              <a:rPr lang="fr-FR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data, like JSON </a:t>
            </a:r>
            <a:r>
              <a:rPr lang="fr-FR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objects</a:t>
            </a:r>
            <a:endParaRPr lang="fr-FR" i="0" dirty="0">
              <a:solidFill>
                <a:srgbClr val="E6E6E6"/>
              </a:solidFill>
              <a:effectLst/>
              <a:latin typeface="Segoe UI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good for fast-</a:t>
            </a:r>
            <a:r>
              <a:rPr lang="fr-FR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evolving</a:t>
            </a:r>
            <a:r>
              <a:rPr lang="fr-FR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schema</a:t>
            </a:r>
            <a:endParaRPr lang="fr-FR" i="0" dirty="0">
              <a:solidFill>
                <a:srgbClr val="E6E6E6"/>
              </a:solidFill>
              <a:effectLst/>
              <a:latin typeface="Segoe UI" panose="020B0502040204020203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analogy</a:t>
            </a:r>
            <a:endParaRPr lang="fr-FR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tables </a:t>
            </a:r>
            <a:r>
              <a:rPr lang="fr-FR" dirty="0">
                <a:sym typeface="Wingdings" panose="05000000000000000000" pitchFamily="2" charset="2"/>
              </a:rPr>
              <a:t> collections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 err="1"/>
              <a:t>rows</a:t>
            </a: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 documents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 err="1">
                <a:sym typeface="Wingdings" panose="05000000000000000000" pitchFamily="2" charset="2"/>
              </a:rPr>
              <a:t>columns</a:t>
            </a:r>
            <a:r>
              <a:rPr lang="fr-FR" dirty="0">
                <a:sym typeface="Wingdings" panose="05000000000000000000" pitchFamily="2" charset="2"/>
              </a:rPr>
              <a:t>  </a:t>
            </a:r>
            <a:r>
              <a:rPr lang="fr-FR" dirty="0" err="1">
                <a:sym typeface="Wingdings" panose="05000000000000000000" pitchFamily="2" charset="2"/>
              </a:rPr>
              <a:t>fields</a:t>
            </a:r>
            <a:endParaRPr lang="fr-FR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Query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based</a:t>
            </a:r>
            <a:r>
              <a:rPr lang="fr-FR" dirty="0"/>
              <a:t> on </a:t>
            </a:r>
            <a:r>
              <a:rPr lang="fr-FR" dirty="0" err="1"/>
              <a:t>any</a:t>
            </a:r>
            <a:r>
              <a:rPr lang="fr-FR" dirty="0"/>
              <a:t> </a:t>
            </a:r>
            <a:r>
              <a:rPr lang="fr-FR" dirty="0" err="1"/>
              <a:t>field</a:t>
            </a:r>
            <a:r>
              <a:rPr lang="fr-FR" dirty="0"/>
              <a:t> value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Scaling</a:t>
            </a:r>
            <a:r>
              <a:rPr lang="fr-FR" dirty="0"/>
              <a:t> </a:t>
            </a:r>
            <a:r>
              <a:rPr lang="fr-FR" dirty="0" err="1"/>
              <a:t>horizontaly</a:t>
            </a:r>
            <a:endParaRPr lang="fr-FR" dirty="0"/>
          </a:p>
        </p:txBody>
      </p:sp>
      <p:pic>
        <p:nvPicPr>
          <p:cNvPr id="10" name="Image 9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D6CC84E5-68B0-CBF2-6E27-72F666963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326" y="1927698"/>
            <a:ext cx="4481997" cy="1218543"/>
          </a:xfrm>
          <a:prstGeom prst="rect">
            <a:avLst/>
          </a:prstGeom>
          <a:effectLst>
            <a:glow rad="101600">
              <a:schemeClr val="bg1">
                <a:alpha val="40000"/>
              </a:schemeClr>
            </a:glow>
          </a:effec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2BE0D524-709D-1698-1D63-F269E21C7814}"/>
              </a:ext>
            </a:extLst>
          </p:cNvPr>
          <p:cNvSpPr txBox="1"/>
          <p:nvPr/>
        </p:nvSpPr>
        <p:spPr>
          <a:xfrm>
            <a:off x="685801" y="9032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Best for flexibility and horizontal scaling</a:t>
            </a:r>
          </a:p>
        </p:txBody>
      </p:sp>
      <p:pic>
        <p:nvPicPr>
          <p:cNvPr id="13" name="Image 12" descr="Une image contenant Graphique, symbole, Police, conception&#10;&#10;Description générée automatiquement">
            <a:extLst>
              <a:ext uri="{FF2B5EF4-FFF2-40B4-BE49-F238E27FC236}">
                <a16:creationId xmlns:a16="http://schemas.microsoft.com/office/drawing/2014/main" id="{878F383A-0912-CF4B-3342-E4506AB3F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1326" y="3871524"/>
            <a:ext cx="4338042" cy="1448077"/>
          </a:xfrm>
          <a:prstGeom prst="rect">
            <a:avLst/>
          </a:prstGeom>
          <a:effectLst>
            <a:glow rad="101600">
              <a:schemeClr val="bg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49482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776D6E20-3491-2DBC-081A-F6F4AA18D872}"/>
              </a:ext>
            </a:extLst>
          </p:cNvPr>
          <p:cNvSpPr/>
          <p:nvPr/>
        </p:nvSpPr>
        <p:spPr>
          <a:xfrm>
            <a:off x="819149" y="5025523"/>
            <a:ext cx="2647951" cy="1435351"/>
          </a:xfrm>
          <a:prstGeom prst="roundRect">
            <a:avLst>
              <a:gd name="adj" fmla="val 6094"/>
            </a:avLst>
          </a:prstGeom>
          <a:ln>
            <a:solidFill>
              <a:schemeClr val="bg2">
                <a:lumMod val="20000"/>
                <a:lumOff val="8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08FBC12F-337E-E89E-55FA-399221144F12}"/>
              </a:ext>
            </a:extLst>
          </p:cNvPr>
          <p:cNvSpPr/>
          <p:nvPr/>
        </p:nvSpPr>
        <p:spPr>
          <a:xfrm>
            <a:off x="819149" y="3050924"/>
            <a:ext cx="2647951" cy="1435351"/>
          </a:xfrm>
          <a:prstGeom prst="roundRect">
            <a:avLst>
              <a:gd name="adj" fmla="val 6094"/>
            </a:avLst>
          </a:prstGeom>
          <a:ln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8A743E6-2E5B-7BB2-938A-EADF43D9DA53}"/>
              </a:ext>
            </a:extLst>
          </p:cNvPr>
          <p:cNvSpPr/>
          <p:nvPr/>
        </p:nvSpPr>
        <p:spPr>
          <a:xfrm>
            <a:off x="819149" y="1076325"/>
            <a:ext cx="2647951" cy="1435351"/>
          </a:xfrm>
          <a:prstGeom prst="roundRect">
            <a:avLst>
              <a:gd name="adj" fmla="val 6094"/>
            </a:avLst>
          </a:prstGeom>
          <a:ln>
            <a:solidFill>
              <a:schemeClr val="bg2">
                <a:lumMod val="20000"/>
                <a:lumOff val="8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B737089-8812-04A5-7B93-1AB5EDC6C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DB </a:t>
            </a:r>
            <a:r>
              <a:rPr lang="fr-FR" dirty="0" err="1"/>
              <a:t>specificities</a:t>
            </a:r>
            <a:r>
              <a:rPr lang="fr-FR" dirty="0"/>
              <a:t> by Cloud </a:t>
            </a:r>
            <a:r>
              <a:rPr lang="fr-FR" dirty="0" err="1"/>
              <a:t>providerS</a:t>
            </a:r>
            <a:endParaRPr lang="en-GB" dirty="0"/>
          </a:p>
        </p:txBody>
      </p:sp>
      <p:pic>
        <p:nvPicPr>
          <p:cNvPr id="11" name="Graphique 10">
            <a:extLst>
              <a:ext uri="{FF2B5EF4-FFF2-40B4-BE49-F238E27FC236}">
                <a16:creationId xmlns:a16="http://schemas.microsoft.com/office/drawing/2014/main" id="{4C6F3A78-E144-15DD-B7FD-4BB3C5912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5347" y="3270758"/>
            <a:ext cx="2388894" cy="757769"/>
          </a:xfrm>
          <a:prstGeom prst="rect">
            <a:avLst/>
          </a:prstGeom>
          <a:effectLst/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5DCACF9F-D521-647F-F91C-5CDCBB6CE3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5347" y="5501513"/>
            <a:ext cx="2388894" cy="438680"/>
          </a:xfrm>
          <a:prstGeom prst="rect">
            <a:avLst/>
          </a:prstGeom>
        </p:spPr>
      </p:pic>
      <p:pic>
        <p:nvPicPr>
          <p:cNvPr id="16" name="Graphique 15">
            <a:extLst>
              <a:ext uri="{FF2B5EF4-FFF2-40B4-BE49-F238E27FC236}">
                <a16:creationId xmlns:a16="http://schemas.microsoft.com/office/drawing/2014/main" id="{DCF59688-78C3-4A9D-07BC-80A8491DDC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0202" y="1171094"/>
            <a:ext cx="2366707" cy="1253260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FC05DE6C-0B46-E626-BF36-F3DE11496887}"/>
              </a:ext>
            </a:extLst>
          </p:cNvPr>
          <p:cNvSpPr txBox="1"/>
          <p:nvPr/>
        </p:nvSpPr>
        <p:spPr>
          <a:xfrm>
            <a:off x="4136065" y="1332335"/>
            <a:ext cx="76580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NoSQL </a:t>
            </a:r>
            <a:r>
              <a:rPr lang="fr-FR" dirty="0" err="1"/>
              <a:t>managed</a:t>
            </a:r>
            <a:r>
              <a:rPr lang="fr-FR" dirty="0"/>
              <a:t>: </a:t>
            </a:r>
            <a:r>
              <a:rPr lang="fr-FR" dirty="0" err="1"/>
              <a:t>DocumentDB</a:t>
            </a:r>
            <a:r>
              <a:rPr lang="fr-FR" dirty="0"/>
              <a:t> (</a:t>
            </a:r>
            <a:r>
              <a:rPr lang="fr-FR" b="1" dirty="0">
                <a:solidFill>
                  <a:schemeClr val="accent4"/>
                </a:solidFill>
              </a:rPr>
              <a:t>mongo-compatible</a:t>
            </a:r>
            <a:r>
              <a:rPr lang="fr-FR" dirty="0"/>
              <a:t>), </a:t>
            </a:r>
            <a:r>
              <a:rPr lang="fr-FR" dirty="0" err="1"/>
              <a:t>DynamoDB</a:t>
            </a:r>
            <a:r>
              <a:rPr lang="fr-FR" dirty="0"/>
              <a:t> (</a:t>
            </a:r>
            <a:r>
              <a:rPr lang="fr-FR" b="1" dirty="0" err="1">
                <a:solidFill>
                  <a:schemeClr val="accent6"/>
                </a:solidFill>
              </a:rPr>
              <a:t>proprietary</a:t>
            </a:r>
            <a:r>
              <a:rPr lang="fr-FR" dirty="0"/>
              <a:t>)</a:t>
            </a:r>
          </a:p>
          <a:p>
            <a:endParaRPr lang="fr-FR" dirty="0"/>
          </a:p>
          <a:p>
            <a:r>
              <a:rPr lang="fr-FR" dirty="0"/>
              <a:t>SQL: RDS (</a:t>
            </a:r>
            <a:r>
              <a:rPr lang="fr-FR" b="1" dirty="0" err="1">
                <a:solidFill>
                  <a:schemeClr val="accent4"/>
                </a:solidFill>
              </a:rPr>
              <a:t>postgres</a:t>
            </a:r>
            <a:r>
              <a:rPr lang="fr-FR" b="1" dirty="0">
                <a:solidFill>
                  <a:schemeClr val="accent4"/>
                </a:solidFill>
              </a:rPr>
              <a:t>-compatible</a:t>
            </a:r>
            <a:r>
              <a:rPr lang="fr-FR" dirty="0"/>
              <a:t>), Aurora (</a:t>
            </a:r>
            <a:r>
              <a:rPr lang="fr-FR" b="1" dirty="0" err="1">
                <a:solidFill>
                  <a:schemeClr val="accent6"/>
                </a:solidFill>
              </a:rPr>
              <a:t>proprietary</a:t>
            </a:r>
            <a:r>
              <a:rPr lang="fr-FR" dirty="0"/>
              <a:t>) 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64FFAB6-3B2B-94EE-7B53-08EA73C3479C}"/>
              </a:ext>
            </a:extLst>
          </p:cNvPr>
          <p:cNvSpPr txBox="1"/>
          <p:nvPr/>
        </p:nvSpPr>
        <p:spPr>
          <a:xfrm>
            <a:off x="4136065" y="5259188"/>
            <a:ext cx="69962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NoSQL: Oracle NoSQL DB (</a:t>
            </a:r>
            <a:r>
              <a:rPr lang="fr-FR" b="1" dirty="0" err="1">
                <a:solidFill>
                  <a:schemeClr val="accent6"/>
                </a:solidFill>
              </a:rPr>
              <a:t>proprietary</a:t>
            </a:r>
            <a:r>
              <a:rPr lang="fr-FR" dirty="0"/>
              <a:t>)</a:t>
            </a:r>
          </a:p>
          <a:p>
            <a:endParaRPr lang="fr-FR" dirty="0"/>
          </a:p>
          <a:p>
            <a:r>
              <a:rPr lang="fr-FR" dirty="0"/>
              <a:t>SQL </a:t>
            </a:r>
            <a:r>
              <a:rPr lang="fr-FR" dirty="0" err="1"/>
              <a:t>managed</a:t>
            </a:r>
            <a:r>
              <a:rPr lang="fr-FR" dirty="0"/>
              <a:t>: </a:t>
            </a:r>
            <a:r>
              <a:rPr lang="fr-FR" dirty="0" err="1"/>
              <a:t>Autonomous</a:t>
            </a:r>
            <a:r>
              <a:rPr lang="fr-FR" dirty="0"/>
              <a:t> Oracle DB (</a:t>
            </a:r>
            <a:r>
              <a:rPr lang="fr-FR" b="1" dirty="0" err="1">
                <a:solidFill>
                  <a:schemeClr val="accent6"/>
                </a:solidFill>
              </a:rPr>
              <a:t>proprietary</a:t>
            </a:r>
            <a:r>
              <a:rPr lang="fr-FR" dirty="0"/>
              <a:t>)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B1D064C-D614-8D39-D338-FF3DA04CEC49}"/>
              </a:ext>
            </a:extLst>
          </p:cNvPr>
          <p:cNvSpPr txBox="1"/>
          <p:nvPr/>
        </p:nvSpPr>
        <p:spPr>
          <a:xfrm>
            <a:off x="4136065" y="3306934"/>
            <a:ext cx="69962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NoSQL </a:t>
            </a:r>
            <a:r>
              <a:rPr lang="fr-FR" dirty="0" err="1"/>
              <a:t>managed</a:t>
            </a:r>
            <a:r>
              <a:rPr lang="fr-FR" dirty="0"/>
              <a:t>: </a:t>
            </a:r>
            <a:r>
              <a:rPr lang="fr-FR" dirty="0" err="1"/>
              <a:t>CosmosDB</a:t>
            </a:r>
            <a:r>
              <a:rPr lang="fr-FR" dirty="0"/>
              <a:t> (</a:t>
            </a:r>
            <a:r>
              <a:rPr lang="fr-FR" b="1" dirty="0">
                <a:solidFill>
                  <a:schemeClr val="accent4"/>
                </a:solidFill>
              </a:rPr>
              <a:t>mongo-compatible</a:t>
            </a:r>
            <a:r>
              <a:rPr lang="fr-FR" dirty="0"/>
              <a:t>)</a:t>
            </a:r>
          </a:p>
          <a:p>
            <a:endParaRPr lang="fr-FR" dirty="0"/>
          </a:p>
          <a:p>
            <a:r>
              <a:rPr lang="fr-FR" dirty="0"/>
              <a:t>SQL </a:t>
            </a:r>
            <a:r>
              <a:rPr lang="fr-FR" dirty="0" err="1"/>
              <a:t>managed</a:t>
            </a:r>
            <a:r>
              <a:rPr lang="fr-FR" dirty="0"/>
              <a:t>: Azure SQL DB (</a:t>
            </a:r>
            <a:r>
              <a:rPr lang="fr-FR" b="1" dirty="0" err="1">
                <a:solidFill>
                  <a:schemeClr val="accent4"/>
                </a:solidFill>
              </a:rPr>
              <a:t>postgres</a:t>
            </a:r>
            <a:r>
              <a:rPr lang="fr-FR" b="1" dirty="0">
                <a:solidFill>
                  <a:schemeClr val="accent4"/>
                </a:solidFill>
              </a:rPr>
              <a:t>-compatible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35624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6584E-B54C-A688-B327-0CC27DB98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D293B7-19A7-6FA1-14D7-79534EB63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connection</a:t>
            </a:r>
            <a:r>
              <a:rPr lang="fr-FR" dirty="0"/>
              <a:t> strings</a:t>
            </a:r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640C3EF-7BF8-72EC-E964-9901B4EB6BF9}"/>
              </a:ext>
            </a:extLst>
          </p:cNvPr>
          <p:cNvSpPr txBox="1"/>
          <p:nvPr/>
        </p:nvSpPr>
        <p:spPr>
          <a:xfrm>
            <a:off x="769587" y="1661481"/>
            <a:ext cx="8035746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A </a:t>
            </a: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connection</a:t>
            </a: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 string </a:t>
            </a: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is</a:t>
            </a: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used</a:t>
            </a: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 by the client to </a:t>
            </a: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connect</a:t>
            </a: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 to a DB </a:t>
            </a: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while</a:t>
            </a: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providing</a:t>
            </a:r>
            <a:endParaRPr lang="fr-FR" dirty="0">
              <a:solidFill>
                <a:srgbClr val="E6E6E6"/>
              </a:solidFill>
              <a:latin typeface="Segoe UI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5">
                    <a:lumMod val="60000"/>
                    <a:lumOff val="40000"/>
                  </a:schemeClr>
                </a:solidFill>
                <a:latin typeface="Segoe UI" panose="020B0502040204020203" pitchFamily="34" charset="0"/>
              </a:rPr>
              <a:t>an </a:t>
            </a:r>
            <a:r>
              <a:rPr lang="fr-FR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Segoe UI" panose="020B0502040204020203" pitchFamily="34" charset="0"/>
              </a:rPr>
              <a:t>address</a:t>
            </a:r>
            <a:endParaRPr lang="fr-FR" dirty="0">
              <a:solidFill>
                <a:schemeClr val="accent5">
                  <a:lumMod val="60000"/>
                  <a:lumOff val="40000"/>
                </a:schemeClr>
              </a:solidFill>
              <a:latin typeface="Segoe UI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  <a:latin typeface="Segoe UI" panose="020B0502040204020203" pitchFamily="34" charset="0"/>
              </a:rPr>
              <a:t>the 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Segoe UI" panose="020B0502040204020203" pitchFamily="34" charset="0"/>
              </a:rPr>
              <a:t>database</a:t>
            </a:r>
            <a:r>
              <a:rPr lang="fr-FR" dirty="0">
                <a:solidFill>
                  <a:schemeClr val="accent3">
                    <a:lumMod val="60000"/>
                    <a:lumOff val="40000"/>
                  </a:schemeClr>
                </a:solidFill>
                <a:latin typeface="Segoe UI" panose="020B0502040204020203" pitchFamily="34" charset="0"/>
              </a:rPr>
              <a:t> </a:t>
            </a:r>
            <a:r>
              <a:rPr lang="fr-FR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Segoe UI" panose="020B0502040204020203" pitchFamily="34" charset="0"/>
              </a:rPr>
              <a:t>name</a:t>
            </a:r>
            <a:endParaRPr lang="fr-FR" dirty="0">
              <a:solidFill>
                <a:schemeClr val="accent3">
                  <a:lumMod val="60000"/>
                  <a:lumOff val="40000"/>
                </a:schemeClr>
              </a:solidFill>
              <a:latin typeface="Segoe UI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Segoe UI" panose="020B0502040204020203" pitchFamily="34" charset="0"/>
              </a:rPr>
              <a:t>credentials</a:t>
            </a:r>
            <a:endParaRPr lang="fr-FR" dirty="0">
              <a:solidFill>
                <a:schemeClr val="accent6">
                  <a:lumMod val="60000"/>
                  <a:lumOff val="40000"/>
                </a:schemeClr>
              </a:solidFill>
              <a:latin typeface="Segoe UI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>
                <a:solidFill>
                  <a:srgbClr val="FF66FF"/>
                </a:solidFill>
                <a:latin typeface="Segoe UI" panose="020B0502040204020203" pitchFamily="34" charset="0"/>
              </a:rPr>
              <a:t>options</a:t>
            </a:r>
          </a:p>
          <a:p>
            <a:pPr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r>
              <a:rPr lang="fr-FR" dirty="0" err="1"/>
              <a:t>They</a:t>
            </a:r>
            <a:r>
              <a:rPr lang="fr-FR" dirty="0"/>
              <a:t> must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handled</a:t>
            </a:r>
            <a:r>
              <a:rPr lang="fr-FR" dirty="0"/>
              <a:t> as secrets</a:t>
            </a:r>
            <a:br>
              <a:rPr lang="fr-FR" dirty="0"/>
            </a:br>
            <a:r>
              <a:rPr lang="fr-FR" dirty="0" err="1"/>
              <a:t>Their</a:t>
            </a:r>
            <a:r>
              <a:rPr lang="fr-FR" dirty="0"/>
              <a:t> structure </a:t>
            </a:r>
            <a:r>
              <a:rPr lang="fr-FR" dirty="0" err="1"/>
              <a:t>depend</a:t>
            </a:r>
            <a:r>
              <a:rPr lang="fr-FR" dirty="0"/>
              <a:t> on the techno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EE27B4D-9FAA-A491-FB4A-F6066443D357}"/>
              </a:ext>
            </a:extLst>
          </p:cNvPr>
          <p:cNvSpPr txBox="1"/>
          <p:nvPr/>
        </p:nvSpPr>
        <p:spPr>
          <a:xfrm>
            <a:off x="685801" y="9032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How to authenticate to a DB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2D2A5B0-ECA1-9212-00B9-9C31B56D9B19}"/>
              </a:ext>
            </a:extLst>
          </p:cNvPr>
          <p:cNvSpPr txBox="1"/>
          <p:nvPr/>
        </p:nvSpPr>
        <p:spPr>
          <a:xfrm>
            <a:off x="3530600" y="63570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Ref: </a:t>
            </a:r>
            <a:r>
              <a:rPr lang="en-GB" i="1" dirty="0">
                <a:hlinkClick r:id="rId2"/>
              </a:rPr>
              <a:t>https://www.mongodb.com</a:t>
            </a:r>
            <a:endParaRPr lang="en-GB" i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7112794-8158-D6CD-97BB-F2D1BA2A82DC}"/>
              </a:ext>
            </a:extLst>
          </p:cNvPr>
          <p:cNvSpPr txBox="1"/>
          <p:nvPr/>
        </p:nvSpPr>
        <p:spPr>
          <a:xfrm>
            <a:off x="1396999" y="5214022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mongodb://</a:t>
            </a:r>
            <a:r>
              <a:rPr lang="en-GB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</a:t>
            </a:r>
            <a:r>
              <a:rPr lang="en-GB" dirty="0"/>
              <a:t>:</a:t>
            </a:r>
            <a:r>
              <a:rPr lang="en-GB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password</a:t>
            </a:r>
            <a:r>
              <a:rPr lang="en-GB" dirty="0"/>
              <a:t>@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db.estia.fr</a:t>
            </a:r>
            <a:r>
              <a:rPr lang="en-GB" dirty="0"/>
              <a:t>/</a:t>
            </a:r>
            <a:r>
              <a:rPr lang="en-GB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db-name</a:t>
            </a:r>
            <a:r>
              <a:rPr lang="en-GB" dirty="0"/>
              <a:t>?</a:t>
            </a:r>
            <a:r>
              <a:rPr lang="en-GB" b="1" dirty="0">
                <a:solidFill>
                  <a:srgbClr val="FF66FF"/>
                </a:solidFill>
              </a:rPr>
              <a:t>tls=false&amp;timeout</a:t>
            </a:r>
            <a:r>
              <a:rPr lang="en-GB" b="1">
                <a:solidFill>
                  <a:srgbClr val="FF66FF"/>
                </a:solidFill>
              </a:rPr>
              <a:t>=1000&amp;readonly=true</a:t>
            </a:r>
            <a:endParaRPr lang="en-GB" b="1" dirty="0">
              <a:solidFill>
                <a:srgbClr val="FF66FF"/>
              </a:solidFill>
            </a:endParaRPr>
          </a:p>
        </p:txBody>
      </p:sp>
      <p:pic>
        <p:nvPicPr>
          <p:cNvPr id="8" name="Image 7" descr="Une image contenant symbole, logo, Emblème, Marque&#10;&#10;Description générée automatiquement">
            <a:extLst>
              <a:ext uri="{FF2B5EF4-FFF2-40B4-BE49-F238E27FC236}">
                <a16:creationId xmlns:a16="http://schemas.microsoft.com/office/drawing/2014/main" id="{C6F5ED68-768D-B00B-1B69-CA34706B7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713" y="143377"/>
            <a:ext cx="1494818" cy="18063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0258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486DE-AFE2-456F-9E3F-5A4204976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F45211-A231-2649-07D3-A68AB46A3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Architectural tip</a:t>
            </a:r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BD57341-8934-612B-DC1B-C154530EBBD4}"/>
              </a:ext>
            </a:extLst>
          </p:cNvPr>
          <p:cNvSpPr txBox="1"/>
          <p:nvPr/>
        </p:nvSpPr>
        <p:spPr>
          <a:xfrm>
            <a:off x="303921" y="1772972"/>
            <a:ext cx="5880222" cy="378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Always </a:t>
            </a:r>
            <a:r>
              <a:rPr lang="fr-FR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keep</a:t>
            </a:r>
            <a:r>
              <a:rPr lang="fr-FR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the </a:t>
            </a:r>
            <a:r>
              <a:rPr lang="fr-FR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database</a:t>
            </a:r>
            <a:r>
              <a:rPr lang="fr-FR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structure simple</a:t>
            </a:r>
            <a:br>
              <a:rPr lang="fr-FR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</a:br>
            <a:endParaRPr lang="fr-FR" i="0" dirty="0">
              <a:solidFill>
                <a:srgbClr val="E6E6E6"/>
              </a:solidFill>
              <a:effectLst/>
              <a:latin typeface="Segoe UI" panose="020B0502040204020203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Try to use standard open source solutions</a:t>
            </a:r>
            <a:b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</a:b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to </a:t>
            </a: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reduce</a:t>
            </a: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fr-FR" u="sng" dirty="0" err="1">
                <a:solidFill>
                  <a:srgbClr val="E6E6E6"/>
                </a:solidFill>
                <a:latin typeface="Segoe UI" panose="020B0502040204020203" pitchFamily="34" charset="0"/>
              </a:rPr>
              <a:t>adherence</a:t>
            </a:r>
            <a:r>
              <a:rPr lang="fr-FR" u="sng" dirty="0">
                <a:solidFill>
                  <a:srgbClr val="E6E6E6"/>
                </a:solidFill>
                <a:latin typeface="Segoe UI" panose="020B0502040204020203" pitchFamily="34" charset="0"/>
              </a:rPr>
              <a:t> / </a:t>
            </a:r>
            <a:r>
              <a:rPr lang="fr-FR" b="1" u="sng" dirty="0" err="1">
                <a:solidFill>
                  <a:schemeClr val="accent6"/>
                </a:solidFill>
                <a:latin typeface="Segoe UI" panose="020B0502040204020203" pitchFamily="34" charset="0"/>
              </a:rPr>
              <a:t>vendor</a:t>
            </a:r>
            <a:r>
              <a:rPr lang="fr-FR" b="1" u="sng" dirty="0">
                <a:solidFill>
                  <a:schemeClr val="accent6"/>
                </a:solidFill>
                <a:latin typeface="Segoe UI" panose="020B0502040204020203" pitchFamily="34" charset="0"/>
              </a:rPr>
              <a:t> </a:t>
            </a:r>
            <a:r>
              <a:rPr lang="fr-FR" b="1" u="sng" dirty="0" err="1">
                <a:solidFill>
                  <a:schemeClr val="accent6"/>
                </a:solidFill>
                <a:latin typeface="Segoe UI" panose="020B0502040204020203" pitchFamily="34" charset="0"/>
              </a:rPr>
              <a:t>locking</a:t>
            </a:r>
            <a:br>
              <a:rPr lang="fr-FR" u="sng" dirty="0">
                <a:solidFill>
                  <a:srgbClr val="E6E6E6"/>
                </a:solidFill>
                <a:latin typeface="Segoe UI" panose="020B0502040204020203" pitchFamily="34" charset="0"/>
              </a:rPr>
            </a:br>
            <a:endParaRPr lang="fr-FR" i="0" u="sng" dirty="0">
              <a:solidFill>
                <a:srgbClr val="E6E6E6"/>
              </a:solidFill>
              <a:effectLst/>
              <a:latin typeface="Segoe UI" panose="020B0502040204020203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Avoid</a:t>
            </a: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overly</a:t>
            </a: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complex</a:t>
            </a: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queries</a:t>
            </a:r>
            <a:b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</a:br>
            <a:endParaRPr lang="fr-FR" i="0" dirty="0">
              <a:solidFill>
                <a:srgbClr val="E6E6E6"/>
              </a:solidFill>
              <a:effectLst/>
              <a:latin typeface="Segoe UI" panose="020B0502040204020203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Do not use the </a:t>
            </a:r>
            <a:r>
              <a:rPr lang="fr-FR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database</a:t>
            </a:r>
            <a:r>
              <a:rPr lang="fr-FR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as a </a:t>
            </a:r>
            <a:r>
              <a:rPr lang="fr-FR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way</a:t>
            </a:r>
            <a:r>
              <a:rPr lang="fr-FR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to </a:t>
            </a:r>
            <a:r>
              <a:rPr lang="fr-FR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share</a:t>
            </a:r>
            <a:r>
              <a:rPr lang="fr-FR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data</a:t>
            </a:r>
            <a:br>
              <a:rPr lang="fr-FR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</a:br>
            <a:r>
              <a:rPr lang="fr-FR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r</a:t>
            </a: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ather</a:t>
            </a: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rely</a:t>
            </a: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fr-FR">
                <a:solidFill>
                  <a:srgbClr val="E6E6E6"/>
                </a:solidFill>
                <a:latin typeface="Segoe UI" panose="020B0502040204020203" pitchFamily="34" charset="0"/>
              </a:rPr>
              <a:t>on services APIs</a:t>
            </a:r>
            <a:endParaRPr lang="fr-F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DE16ECB-77BB-8E99-D170-DA458FA057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74" t="27439" r="2466" b="3571"/>
          <a:stretch/>
        </p:blipFill>
        <p:spPr bwMode="auto">
          <a:xfrm>
            <a:off x="6184143" y="1797268"/>
            <a:ext cx="5493729" cy="3762703"/>
          </a:xfrm>
          <a:prstGeom prst="roundRect">
            <a:avLst>
              <a:gd name="adj" fmla="val 2656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0ACDF16-1DA2-EB5E-841B-4AB8BB64B030}"/>
              </a:ext>
            </a:extLst>
          </p:cNvPr>
          <p:cNvSpPr txBox="1"/>
          <p:nvPr/>
        </p:nvSpPr>
        <p:spPr>
          <a:xfrm>
            <a:off x="6096000" y="57139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source: https://www.youtube.com/watch?v=a_XMsSNdUQA</a:t>
            </a:r>
          </a:p>
        </p:txBody>
      </p:sp>
      <p:pic>
        <p:nvPicPr>
          <p:cNvPr id="6" name="Image 5" descr="Une image contenant Graphique, Police, clipart, texte&#10;&#10;Description générée automatiquement">
            <a:extLst>
              <a:ext uri="{FF2B5EF4-FFF2-40B4-BE49-F238E27FC236}">
                <a16:creationId xmlns:a16="http://schemas.microsoft.com/office/drawing/2014/main" id="{53D643FE-72F6-1EA5-CF11-16995134F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8014" y="2646680"/>
            <a:ext cx="492417" cy="492417"/>
          </a:xfrm>
          <a:prstGeom prst="rect">
            <a:avLst/>
          </a:prstGeom>
          <a:effectLst/>
        </p:spPr>
      </p:pic>
      <p:pic>
        <p:nvPicPr>
          <p:cNvPr id="7" name="Image 6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74FEB858-C34C-0B95-6FAE-B51FE197A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7179" y="5249931"/>
            <a:ext cx="973139" cy="264572"/>
          </a:xfrm>
          <a:prstGeom prst="rect">
            <a:avLst/>
          </a:prstGeom>
          <a:effectLst/>
        </p:spPr>
      </p:pic>
      <p:pic>
        <p:nvPicPr>
          <p:cNvPr id="8" name="Picture 2" descr="Official MariaDB Logos | MariaDB">
            <a:extLst>
              <a:ext uri="{FF2B5EF4-FFF2-40B4-BE49-F238E27FC236}">
                <a16:creationId xmlns:a16="http://schemas.microsoft.com/office/drawing/2014/main" id="{C0F37B43-C962-4F92-9205-AAA2ECCC3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0667" y="3940685"/>
            <a:ext cx="604124" cy="492418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A blue letters on a black background&#10;&#10;Description automatically generated">
            <a:extLst>
              <a:ext uri="{FF2B5EF4-FFF2-40B4-BE49-F238E27FC236}">
                <a16:creationId xmlns:a16="http://schemas.microsoft.com/office/drawing/2014/main" id="{2B8A11DF-830F-7C87-C9FA-6C724169145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62680"/>
          <a:stretch/>
        </p:blipFill>
        <p:spPr>
          <a:xfrm>
            <a:off x="9743779" y="2692388"/>
            <a:ext cx="450651" cy="310940"/>
          </a:xfrm>
          <a:prstGeom prst="rect">
            <a:avLst/>
          </a:prstGeom>
        </p:spPr>
      </p:pic>
      <p:pic>
        <p:nvPicPr>
          <p:cNvPr id="11" name="Picture 10" descr="A blue letters on a black background&#10;&#10;Description automatically generated">
            <a:extLst>
              <a:ext uri="{FF2B5EF4-FFF2-40B4-BE49-F238E27FC236}">
                <a16:creationId xmlns:a16="http://schemas.microsoft.com/office/drawing/2014/main" id="{0CD0FD92-73EC-E5A5-E19E-4D8CEF42A13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62680"/>
          <a:stretch/>
        </p:blipFill>
        <p:spPr>
          <a:xfrm>
            <a:off x="9814897" y="5291366"/>
            <a:ext cx="450651" cy="310940"/>
          </a:xfrm>
          <a:prstGeom prst="rect">
            <a:avLst/>
          </a:prstGeom>
        </p:spPr>
      </p:pic>
      <p:pic>
        <p:nvPicPr>
          <p:cNvPr id="4" name="Picture 4" descr="Fn (@fnproject) / X">
            <a:extLst>
              <a:ext uri="{FF2B5EF4-FFF2-40B4-BE49-F238E27FC236}">
                <a16:creationId xmlns:a16="http://schemas.microsoft.com/office/drawing/2014/main" id="{4B41AF0F-D0DB-7EA6-0E1C-042AF06AC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3779" y="3983763"/>
            <a:ext cx="450651" cy="450651"/>
          </a:xfrm>
          <a:prstGeom prst="roundRect">
            <a:avLst>
              <a:gd name="adj" fmla="val 42194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05719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37B3D09BE24CA6704E1731033FD6" ma:contentTypeVersion="3" ma:contentTypeDescription="Crée un document." ma:contentTypeScope="" ma:versionID="b5c46fb8abb7cd7b45c605fc29fc369a">
  <xsd:schema xmlns:xsd="http://www.w3.org/2001/XMLSchema" xmlns:xs="http://www.w3.org/2001/XMLSchema" xmlns:p="http://schemas.microsoft.com/office/2006/metadata/properties" xmlns:ns2="859ef32d-54dd-4f3d-88f4-5252b60136fa" targetNamespace="http://schemas.microsoft.com/office/2006/metadata/properties" ma:root="true" ma:fieldsID="f8ae823866e9695407dc4c2ef66278e2" ns2:_="">
    <xsd:import namespace="859ef32d-54dd-4f3d-88f4-5252b60136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ef32d-54dd-4f3d-88f4-5252b6013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712DCCE-3E49-4233-A17D-698880E0FE2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CDB0B2-2764-4033-B3C3-B675F45D8E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9ef32d-54dd-4f3d-88f4-5252b60136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CABE38-29FB-4F79-9C60-5DFC98D6F98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1443</TotalTime>
  <Words>286</Words>
  <Application>Microsoft Office PowerPoint</Application>
  <PresentationFormat>Grand écran</PresentationFormat>
  <Paragraphs>51</Paragraphs>
  <Slides>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Segoe UI</vt:lpstr>
      <vt:lpstr>Wingdings</vt:lpstr>
      <vt:lpstr>Celestial</vt:lpstr>
      <vt:lpstr>Cloud Engineering</vt:lpstr>
      <vt:lpstr>Overview</vt:lpstr>
      <vt:lpstr>Traditional SQL databases</vt:lpstr>
      <vt:lpstr>NoSQL databases</vt:lpstr>
      <vt:lpstr>DB specificities by Cloud providerS</vt:lpstr>
      <vt:lpstr>connection strings</vt:lpstr>
      <vt:lpstr>Architectural tip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</dc:title>
  <dc:creator>Georges MATHIO</dc:creator>
  <cp:lastModifiedBy>Georges MATHIO</cp:lastModifiedBy>
  <cp:revision>28</cp:revision>
  <dcterms:created xsi:type="dcterms:W3CDTF">2023-10-26T12:54:23Z</dcterms:created>
  <dcterms:modified xsi:type="dcterms:W3CDTF">2024-12-05T16:59:48Z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0x010100752737B3D09BE24CA6704E1731033FD6</vt:lpwstr>
  </property>
  <property fmtid="{D5CDD505-2E9C-101B-9397-08002B2CF9AE}" pid="3" name="Order">
    <vt:r8>26200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