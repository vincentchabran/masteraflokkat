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3DC565-985F-4AA5-887C-C605BF9A3A75}" v="13" dt="2024-12-03T13:18:21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  <pc:grpChg chg="add mod">
          <ac:chgData name="Georges MATHIO" userId="1057b68d-d9cf-4cd5-bc4c-3fe68ec33e97" providerId="ADAL" clId="{82B82AAD-A176-4F9A-88D1-A56861D01535}" dt="2023-11-13T15:48:14.552" v="447" actId="1076"/>
          <ac:grpSpMkLst>
            <pc:docMk/>
            <pc:sldMk cId="3870140485" sldId="265"/>
            <ac:grpSpMk id="4" creationId="{899778FC-AAC1-FD58-AAC2-EC50C861657E}"/>
          </ac:grpSpMkLst>
        </pc:grp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3" creationId="{06F4C4D2-9F1C-CD6B-4B73-EE49A7D3B1D3}"/>
          </ac:picMkLst>
        </pc:picChg>
        <pc:picChg chg="mod">
          <ac:chgData name="Georges MATHIO" userId="1057b68d-d9cf-4cd5-bc4c-3fe68ec33e97" providerId="ADAL" clId="{82B82AAD-A176-4F9A-88D1-A56861D01535}" dt="2023-11-20T12:28:06.621" v="585" actId="14861"/>
          <ac:picMkLst>
            <pc:docMk/>
            <pc:sldMk cId="3870140485" sldId="265"/>
            <ac:picMk id="5" creationId="{6E7B4CB7-1ACC-3B8D-A2AC-67121D2D1D54}"/>
          </ac:picMkLst>
        </pc:picChg>
        <pc:picChg chg="mod">
          <ac:chgData name="Georges MATHIO" userId="1057b68d-d9cf-4cd5-bc4c-3fe68ec33e97" providerId="ADAL" clId="{82B82AAD-A176-4F9A-88D1-A56861D01535}" dt="2023-11-20T12:28:16.900" v="609" actId="14861"/>
          <ac:picMkLst>
            <pc:docMk/>
            <pc:sldMk cId="3870140485" sldId="265"/>
            <ac:picMk id="6" creationId="{AFD1BC7B-0643-7730-87DF-0B267565DBD2}"/>
          </ac:picMkLst>
        </pc:pic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7" creationId="{ECAA39C2-0BEB-1809-1D54-D866FF0A02B9}"/>
          </ac:picMkLst>
        </pc:picChg>
        <pc:picChg chg="mod">
          <ac:chgData name="Georges MATHIO" userId="1057b68d-d9cf-4cd5-bc4c-3fe68ec33e97" providerId="ADAL" clId="{82B82AAD-A176-4F9A-88D1-A56861D01535}" dt="2023-11-13T15:50:27.134" v="499" actId="1076"/>
          <ac:picMkLst>
            <pc:docMk/>
            <pc:sldMk cId="3870140485" sldId="265"/>
            <ac:picMk id="8" creationId="{9C7D0E36-32F1-F957-95DA-9343A920E6F0}"/>
          </ac:picMkLst>
        </pc:picChg>
        <pc:picChg chg="mod">
          <ac:chgData name="Georges MATHIO" userId="1057b68d-d9cf-4cd5-bc4c-3fe68ec33e97" providerId="ADAL" clId="{82B82AAD-A176-4F9A-88D1-A56861D01535}" dt="2023-11-27T16:09:30.504" v="795" actId="14861"/>
          <ac:picMkLst>
            <pc:docMk/>
            <pc:sldMk cId="3870140485" sldId="265"/>
            <ac:picMk id="9" creationId="{658CB9B6-DEB4-E9E0-5341-E2CDB7731147}"/>
          </ac:picMkLst>
        </pc:picChg>
        <pc:picChg chg="mod">
          <ac:chgData name="Georges MATHIO" userId="1057b68d-d9cf-4cd5-bc4c-3fe68ec33e97" providerId="ADAL" clId="{82B82AAD-A176-4F9A-88D1-A56861D01535}" dt="2023-11-13T15:50:16.549" v="495" actId="1076"/>
          <ac:picMkLst>
            <pc:docMk/>
            <pc:sldMk cId="3870140485" sldId="265"/>
            <ac:picMk id="10" creationId="{1D0F61AE-DBDD-6F2E-B2C2-F6D92DB5AFF5}"/>
          </ac:picMkLst>
        </pc:picChg>
        <pc:picChg chg="mod">
          <ac:chgData name="Georges MATHIO" userId="1057b68d-d9cf-4cd5-bc4c-3fe68ec33e97" providerId="ADAL" clId="{82B82AAD-A176-4F9A-88D1-A56861D01535}" dt="2023-11-13T15:45:01.004" v="398" actId="1440"/>
          <ac:picMkLst>
            <pc:docMk/>
            <pc:sldMk cId="3870140485" sldId="265"/>
            <ac:picMk id="11" creationId="{3E316FDB-D3A3-36F9-21BC-7A3D45C8C097}"/>
          </ac:picMkLst>
        </pc:picChg>
        <pc:picChg chg="add del mod">
          <ac:chgData name="Georges MATHIO" userId="1057b68d-d9cf-4cd5-bc4c-3fe68ec33e97" providerId="ADAL" clId="{82B82AAD-A176-4F9A-88D1-A56861D01535}" dt="2023-11-13T15:46:27.408" v="431"/>
          <ac:picMkLst>
            <pc:docMk/>
            <pc:sldMk cId="3870140485" sldId="265"/>
            <ac:picMk id="12" creationId="{720EEAD9-416F-2F55-286F-394FA280AC9C}"/>
          </ac:picMkLst>
        </pc:picChg>
        <pc:picChg chg="add mod">
          <ac:chgData name="Georges MATHIO" userId="1057b68d-d9cf-4cd5-bc4c-3fe68ec33e97" providerId="ADAL" clId="{82B82AAD-A176-4F9A-88D1-A56861D01535}" dt="2023-11-13T15:50:05.580" v="491" actId="1076"/>
          <ac:picMkLst>
            <pc:docMk/>
            <pc:sldMk cId="3870140485" sldId="265"/>
            <ac:picMk id="14" creationId="{FB23B469-3A5C-FB39-6A03-2461C6CC9EA3}"/>
          </ac:picMkLst>
        </pc:picChg>
        <pc:picChg chg="add mod">
          <ac:chgData name="Georges MATHIO" userId="1057b68d-d9cf-4cd5-bc4c-3fe68ec33e97" providerId="ADAL" clId="{82B82AAD-A176-4F9A-88D1-A56861D01535}" dt="2023-11-13T15:50:29.818" v="500" actId="1076"/>
          <ac:picMkLst>
            <pc:docMk/>
            <pc:sldMk cId="3870140485" sldId="265"/>
            <ac:picMk id="16" creationId="{7A31B893-5213-8984-13B7-F1DA243904C8}"/>
          </ac:picMkLst>
        </pc:picChg>
        <pc:picChg chg="add del mod">
          <ac:chgData name="Georges MATHIO" userId="1057b68d-d9cf-4cd5-bc4c-3fe68ec33e97" providerId="ADAL" clId="{82B82AAD-A176-4F9A-88D1-A56861D01535}" dt="2023-11-13T15:49:51.633" v="483"/>
          <ac:picMkLst>
            <pc:docMk/>
            <pc:sldMk cId="3870140485" sldId="265"/>
            <ac:picMk id="18" creationId="{50A60511-D9C2-DAF0-E96D-6DBD6373C7B7}"/>
          </ac:picMkLst>
        </pc:picChg>
        <pc:picChg chg="add mod">
          <ac:chgData name="Georges MATHIO" userId="1057b68d-d9cf-4cd5-bc4c-3fe68ec33e97" providerId="ADAL" clId="{82B82AAD-A176-4F9A-88D1-A56861D01535}" dt="2023-11-13T15:50:37.357" v="501" actId="1076"/>
          <ac:picMkLst>
            <pc:docMk/>
            <pc:sldMk cId="3870140485" sldId="265"/>
            <ac:picMk id="20" creationId="{37E546AF-B41D-4472-1647-46B7FAC2932A}"/>
          </ac:picMkLst>
        </pc:picChg>
        <pc:picChg chg="add mod">
          <ac:chgData name="Georges MATHIO" userId="1057b68d-d9cf-4cd5-bc4c-3fe68ec33e97" providerId="ADAL" clId="{82B82AAD-A176-4F9A-88D1-A56861D01535}" dt="2023-11-20T12:27:54.868" v="567" actId="14861"/>
          <ac:picMkLst>
            <pc:docMk/>
            <pc:sldMk cId="3870140485" sldId="265"/>
            <ac:picMk id="1026" creationId="{410E1A72-1BF0-FBAC-7E2C-D3E17A67B227}"/>
          </ac:picMkLst>
        </pc:picChg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36ED8768-8026-1B55-FA1B-B63F3BAF7377}" dt="2023-11-27T16:15:30.705" v="2" actId="20577"/>
          <ac:spMkLst>
            <pc:docMk/>
            <pc:sldMk cId="2482283123" sldId="259"/>
            <ac:spMk id="3" creationId="{B5620FEA-FA3C-B3F6-C2FC-F9D51C3D46CB}"/>
          </ac:spMkLst>
        </pc:spChg>
      </pc:sldChg>
    </pc:docChg>
  </pc:docChgLst>
  <pc:docChgLst>
    <pc:chgData name="Georges MATHIO" userId="1057b68d-d9cf-4cd5-bc4c-3fe68ec33e97" providerId="ADAL" clId="{C7549606-A5F3-423B-AD39-8A4C31AD62F0}"/>
    <pc:docChg chg="undo redo custSel addSld delSld modSld sldOrd">
      <pc:chgData name="Georges MATHIO" userId="1057b68d-d9cf-4cd5-bc4c-3fe68ec33e97" providerId="ADAL" clId="{C7549606-A5F3-423B-AD39-8A4C31AD62F0}" dt="2024-11-13T10:54:37.734" v="2926" actId="20577"/>
      <pc:docMkLst>
        <pc:docMk/>
      </pc:docMkLst>
      <pc:sldChg chg="addSp delSp modSp mod setBg addAnim delAnim">
        <pc:chgData name="Georges MATHIO" userId="1057b68d-d9cf-4cd5-bc4c-3fe68ec33e97" providerId="ADAL" clId="{C7549606-A5F3-423B-AD39-8A4C31AD62F0}" dt="2024-11-05T16:09:33.622" v="2702" actId="1076"/>
        <pc:sldMkLst>
          <pc:docMk/>
          <pc:sldMk cId="2526593619" sldId="256"/>
        </pc:sldMkLst>
        <pc:spChg chg="mod">
          <ac:chgData name="Georges MATHIO" userId="1057b68d-d9cf-4cd5-bc4c-3fe68ec33e97" providerId="ADAL" clId="{C7549606-A5F3-423B-AD39-8A4C31AD62F0}" dt="2024-10-15T13:44:01.120" v="130" actId="2660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C7549606-A5F3-423B-AD39-8A4C31AD62F0}" dt="2024-10-15T13:44:01.120" v="130" actId="26606"/>
          <ac:spMkLst>
            <pc:docMk/>
            <pc:sldMk cId="2526593619" sldId="256"/>
            <ac:spMk id="3" creationId="{00000000-0000-0000-0000-000000000000}"/>
          </ac:spMkLst>
        </pc:spChg>
        <pc:spChg chg="add del">
          <ac:chgData name="Georges MATHIO" userId="1057b68d-d9cf-4cd5-bc4c-3fe68ec33e97" providerId="ADAL" clId="{C7549606-A5F3-423B-AD39-8A4C31AD62F0}" dt="2024-10-15T13:41:57.546" v="13" actId="26606"/>
          <ac:spMkLst>
            <pc:docMk/>
            <pc:sldMk cId="2526593619" sldId="256"/>
            <ac:spMk id="14" creationId="{DE6F2CF7-0423-4CC7-90FD-1FEBA0CA5B4D}"/>
          </ac:spMkLst>
        </pc:spChg>
        <pc:spChg chg="add del">
          <ac:chgData name="Georges MATHIO" userId="1057b68d-d9cf-4cd5-bc4c-3fe68ec33e97" providerId="ADAL" clId="{C7549606-A5F3-423B-AD39-8A4C31AD62F0}" dt="2024-10-15T13:42:07.068" v="15" actId="26606"/>
          <ac:spMkLst>
            <pc:docMk/>
            <pc:sldMk cId="2526593619" sldId="256"/>
            <ac:spMk id="17" creationId="{0DC895F7-4E59-40FB-87DD-ACE47F94C143}"/>
          </ac:spMkLst>
        </pc:spChg>
        <pc:spChg chg="add del">
          <ac:chgData name="Georges MATHIO" userId="1057b68d-d9cf-4cd5-bc4c-3fe68ec33e97" providerId="ADAL" clId="{C7549606-A5F3-423B-AD39-8A4C31AD62F0}" dt="2024-10-15T13:44:01.120" v="130" actId="26606"/>
          <ac:spMkLst>
            <pc:docMk/>
            <pc:sldMk cId="2526593619" sldId="256"/>
            <ac:spMk id="22" creationId="{DE6F2CF7-0423-4CC7-90FD-1FEBA0CA5B4D}"/>
          </ac:spMkLst>
        </pc:spChg>
        <pc:picChg chg="add del mod ord">
          <ac:chgData name="Georges MATHIO" userId="1057b68d-d9cf-4cd5-bc4c-3fe68ec33e97" providerId="ADAL" clId="{C7549606-A5F3-423B-AD39-8A4C31AD62F0}" dt="2024-11-05T16:09:33.622" v="2702" actId="1076"/>
          <ac:picMkLst>
            <pc:docMk/>
            <pc:sldMk cId="2526593619" sldId="256"/>
            <ac:picMk id="5" creationId="{F73F8FC2-5B6F-E10C-9677-54E44621F570}"/>
          </ac:picMkLst>
        </pc:picChg>
        <pc:picChg chg="add mod ord">
          <ac:chgData name="Georges MATHIO" userId="1057b68d-d9cf-4cd5-bc4c-3fe68ec33e97" providerId="ADAL" clId="{C7549606-A5F3-423B-AD39-8A4C31AD62F0}" dt="2024-10-15T13:43:58.106" v="127"/>
          <ac:picMkLst>
            <pc:docMk/>
            <pc:sldMk cId="2526593619" sldId="256"/>
            <ac:picMk id="7" creationId="{87133CE7-77B7-F5E2-A33F-819AE42BE67E}"/>
          </ac:picMkLst>
        </pc:picChg>
        <pc:picChg chg="add del">
          <ac:chgData name="Georges MATHIO" userId="1057b68d-d9cf-4cd5-bc4c-3fe68ec33e97" providerId="ADAL" clId="{C7549606-A5F3-423B-AD39-8A4C31AD62F0}" dt="2024-10-15T13:41:57.546" v="13" actId="26606"/>
          <ac:picMkLst>
            <pc:docMk/>
            <pc:sldMk cId="2526593619" sldId="256"/>
            <ac:picMk id="10" creationId="{CBECFFDC-94DB-4DA3-94FE-22FEDDA8FA30}"/>
          </ac:picMkLst>
        </pc:picChg>
        <pc:picChg chg="add del">
          <ac:chgData name="Georges MATHIO" userId="1057b68d-d9cf-4cd5-bc4c-3fe68ec33e97" providerId="ADAL" clId="{C7549606-A5F3-423B-AD39-8A4C31AD62F0}" dt="2024-10-15T13:41:57.546" v="13" actId="26606"/>
          <ac:picMkLst>
            <pc:docMk/>
            <pc:sldMk cId="2526593619" sldId="256"/>
            <ac:picMk id="12" creationId="{F28C5E77-0080-4457-B42A-3E5420A7C8DC}"/>
          </ac:picMkLst>
        </pc:picChg>
        <pc:picChg chg="add del">
          <ac:chgData name="Georges MATHIO" userId="1057b68d-d9cf-4cd5-bc4c-3fe68ec33e97" providerId="ADAL" clId="{C7549606-A5F3-423B-AD39-8A4C31AD62F0}" dt="2024-10-15T13:42:07.068" v="15" actId="26606"/>
          <ac:picMkLst>
            <pc:docMk/>
            <pc:sldMk cId="2526593619" sldId="256"/>
            <ac:picMk id="16" creationId="{CBECFFDC-94DB-4DA3-94FE-22FEDDA8FA30}"/>
          </ac:picMkLst>
        </pc:picChg>
        <pc:picChg chg="add del">
          <ac:chgData name="Georges MATHIO" userId="1057b68d-d9cf-4cd5-bc4c-3fe68ec33e97" providerId="ADAL" clId="{C7549606-A5F3-423B-AD39-8A4C31AD62F0}" dt="2024-10-15T13:42:07.068" v="15" actId="26606"/>
          <ac:picMkLst>
            <pc:docMk/>
            <pc:sldMk cId="2526593619" sldId="256"/>
            <ac:picMk id="18" creationId="{1A4C720E-710D-44F8-A8D7-2BAA61E1814B}"/>
          </ac:picMkLst>
        </pc:picChg>
        <pc:picChg chg="add del">
          <ac:chgData name="Georges MATHIO" userId="1057b68d-d9cf-4cd5-bc4c-3fe68ec33e97" providerId="ADAL" clId="{C7549606-A5F3-423B-AD39-8A4C31AD62F0}" dt="2024-10-15T13:44:01.120" v="130" actId="26606"/>
          <ac:picMkLst>
            <pc:docMk/>
            <pc:sldMk cId="2526593619" sldId="256"/>
            <ac:picMk id="20" creationId="{CBECFFDC-94DB-4DA3-94FE-22FEDDA8FA30}"/>
          </ac:picMkLst>
        </pc:picChg>
        <pc:picChg chg="add del">
          <ac:chgData name="Georges MATHIO" userId="1057b68d-d9cf-4cd5-bc4c-3fe68ec33e97" providerId="ADAL" clId="{C7549606-A5F3-423B-AD39-8A4C31AD62F0}" dt="2024-10-15T13:44:01.120" v="130" actId="26606"/>
          <ac:picMkLst>
            <pc:docMk/>
            <pc:sldMk cId="2526593619" sldId="256"/>
            <ac:picMk id="21" creationId="{F28C5E77-0080-4457-B42A-3E5420A7C8DC}"/>
          </ac:picMkLst>
        </pc:picChg>
      </pc:sldChg>
      <pc:sldChg chg="addSp delSp modSp mod">
        <pc:chgData name="Georges MATHIO" userId="1057b68d-d9cf-4cd5-bc4c-3fe68ec33e97" providerId="ADAL" clId="{C7549606-A5F3-423B-AD39-8A4C31AD62F0}" dt="2024-11-13T08:49:05.857" v="2913" actId="478"/>
        <pc:sldMkLst>
          <pc:docMk/>
          <pc:sldMk cId="1824297136" sldId="257"/>
        </pc:sldMkLst>
        <pc:spChg chg="mod">
          <ac:chgData name="Georges MATHIO" userId="1057b68d-d9cf-4cd5-bc4c-3fe68ec33e97" providerId="ADAL" clId="{C7549606-A5F3-423B-AD39-8A4C31AD62F0}" dt="2024-11-05T16:26:20.907" v="2900" actId="2710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C7549606-A5F3-423B-AD39-8A4C31AD62F0}" dt="2024-11-08T12:48:39.013" v="2909" actId="1076"/>
          <ac:spMkLst>
            <pc:docMk/>
            <pc:sldMk cId="1824297136" sldId="257"/>
            <ac:spMk id="7" creationId="{4B5DD85E-1457-49FA-9F18-CA17878D5EC4}"/>
          </ac:spMkLst>
        </pc:spChg>
        <pc:picChg chg="add del mod ord">
          <ac:chgData name="Georges MATHIO" userId="1057b68d-d9cf-4cd5-bc4c-3fe68ec33e97" providerId="ADAL" clId="{C7549606-A5F3-423B-AD39-8A4C31AD62F0}" dt="2024-11-13T08:49:05.857" v="2913" actId="478"/>
          <ac:picMkLst>
            <pc:docMk/>
            <pc:sldMk cId="1824297136" sldId="257"/>
            <ac:picMk id="6" creationId="{437EF4D4-DC79-41FE-F9D6-94D42BF233CD}"/>
          </ac:picMkLst>
        </pc:picChg>
        <pc:picChg chg="add mod ord">
          <ac:chgData name="Georges MATHIO" userId="1057b68d-d9cf-4cd5-bc4c-3fe68ec33e97" providerId="ADAL" clId="{C7549606-A5F3-423B-AD39-8A4C31AD62F0}" dt="2024-11-13T08:49:03.589" v="2912" actId="167"/>
          <ac:picMkLst>
            <pc:docMk/>
            <pc:sldMk cId="1824297136" sldId="257"/>
            <ac:picMk id="8" creationId="{C27A55DA-082D-1494-4B75-D8416BCDC7FA}"/>
          </ac:picMkLst>
        </pc:picChg>
        <pc:picChg chg="del">
          <ac:chgData name="Georges MATHIO" userId="1057b68d-d9cf-4cd5-bc4c-3fe68ec33e97" providerId="ADAL" clId="{C7549606-A5F3-423B-AD39-8A4C31AD62F0}" dt="2024-11-08T12:48:12.130" v="2901" actId="478"/>
          <ac:picMkLst>
            <pc:docMk/>
            <pc:sldMk cId="1824297136" sldId="257"/>
            <ac:picMk id="9" creationId="{59CADDEB-7579-FE28-281D-0238BE80DCD4}"/>
          </ac:picMkLst>
        </pc:picChg>
      </pc:sldChg>
      <pc:sldChg chg="addSp delSp modSp mod">
        <pc:chgData name="Georges MATHIO" userId="1057b68d-d9cf-4cd5-bc4c-3fe68ec33e97" providerId="ADAL" clId="{C7549606-A5F3-423B-AD39-8A4C31AD62F0}" dt="2024-11-05T16:25:20.382" v="2897" actId="113"/>
        <pc:sldMkLst>
          <pc:docMk/>
          <pc:sldMk cId="2592200161" sldId="264"/>
        </pc:sldMkLst>
        <pc:spChg chg="mod">
          <ac:chgData name="Georges MATHIO" userId="1057b68d-d9cf-4cd5-bc4c-3fe68ec33e97" providerId="ADAL" clId="{C7549606-A5F3-423B-AD39-8A4C31AD62F0}" dt="2024-11-05T16:25:20.382" v="2897" actId="113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C7549606-A5F3-423B-AD39-8A4C31AD62F0}" dt="2024-11-05T16:18:35.304" v="2795" actId="20577"/>
          <ac:spMkLst>
            <pc:docMk/>
            <pc:sldMk cId="2592200161" sldId="264"/>
            <ac:spMk id="6" creationId="{37E68E50-1F8D-C6EF-3F0A-17CAC14C946D}"/>
          </ac:spMkLst>
        </pc:spChg>
        <pc:spChg chg="add mod">
          <ac:chgData name="Georges MATHIO" userId="1057b68d-d9cf-4cd5-bc4c-3fe68ec33e97" providerId="ADAL" clId="{C7549606-A5F3-423B-AD39-8A4C31AD62F0}" dt="2024-10-17T10:00:10.217" v="2565"/>
          <ac:spMkLst>
            <pc:docMk/>
            <pc:sldMk cId="2592200161" sldId="264"/>
            <ac:spMk id="7" creationId="{ECC6D8AB-1EA1-2CCD-35A5-3B771CA7B22E}"/>
          </ac:spMkLst>
        </pc:spChg>
        <pc:graphicFrameChg chg="add mod">
          <ac:chgData name="Georges MATHIO" userId="1057b68d-d9cf-4cd5-bc4c-3fe68ec33e97" providerId="ADAL" clId="{C7549606-A5F3-423B-AD39-8A4C31AD62F0}" dt="2024-10-17T09:41:45.917" v="2204"/>
          <ac:graphicFrameMkLst>
            <pc:docMk/>
            <pc:sldMk cId="2592200161" sldId="264"/>
            <ac:graphicFrameMk id="3" creationId="{04E922AE-BAB8-8C75-733F-012787D16EEB}"/>
          </ac:graphicFrameMkLst>
        </pc:graphicFrameChg>
        <pc:graphicFrameChg chg="add mod">
          <ac:chgData name="Georges MATHIO" userId="1057b68d-d9cf-4cd5-bc4c-3fe68ec33e97" providerId="ADAL" clId="{C7549606-A5F3-423B-AD39-8A4C31AD62F0}" dt="2024-10-17T09:41:45.917" v="2204"/>
          <ac:graphicFrameMkLst>
            <pc:docMk/>
            <pc:sldMk cId="2592200161" sldId="264"/>
            <ac:graphicFrameMk id="5" creationId="{E916F29B-89DC-641F-21B2-41219A35A012}"/>
          </ac:graphicFrameMkLst>
        </pc:graphicFrameChg>
        <pc:picChg chg="add del">
          <ac:chgData name="Georges MATHIO" userId="1057b68d-d9cf-4cd5-bc4c-3fe68ec33e97" providerId="ADAL" clId="{C7549606-A5F3-423B-AD39-8A4C31AD62F0}" dt="2024-10-17T09:38:46.857" v="2064" actId="478"/>
          <ac:picMkLst>
            <pc:docMk/>
            <pc:sldMk cId="2592200161" sldId="264"/>
            <ac:picMk id="4" creationId="{5EE02515-351D-DD2F-53B3-98765C2605D9}"/>
          </ac:picMkLst>
        </pc:picChg>
        <pc:picChg chg="add mod">
          <ac:chgData name="Georges MATHIO" userId="1057b68d-d9cf-4cd5-bc4c-3fe68ec33e97" providerId="ADAL" clId="{C7549606-A5F3-423B-AD39-8A4C31AD62F0}" dt="2024-11-05T16:17:15.718" v="2767" actId="1076"/>
          <ac:picMkLst>
            <pc:docMk/>
            <pc:sldMk cId="2592200161" sldId="264"/>
            <ac:picMk id="3074" creationId="{D7FC9109-CF4F-ED48-0278-2C6A64E9791D}"/>
          </ac:picMkLst>
        </pc:picChg>
      </pc:sldChg>
      <pc:sldChg chg="addSp delSp modSp mod">
        <pc:chgData name="Georges MATHIO" userId="1057b68d-d9cf-4cd5-bc4c-3fe68ec33e97" providerId="ADAL" clId="{C7549606-A5F3-423B-AD39-8A4C31AD62F0}" dt="2024-11-13T10:54:37.734" v="2926" actId="20577"/>
        <pc:sldMkLst>
          <pc:docMk/>
          <pc:sldMk cId="2843119897" sldId="265"/>
        </pc:sldMkLst>
        <pc:spChg chg="del mod">
          <ac:chgData name="Georges MATHIO" userId="1057b68d-d9cf-4cd5-bc4c-3fe68ec33e97" providerId="ADAL" clId="{C7549606-A5F3-423B-AD39-8A4C31AD62F0}" dt="2024-11-13T10:54:15.516" v="2918" actId="478"/>
          <ac:spMkLst>
            <pc:docMk/>
            <pc:sldMk cId="2843119897" sldId="265"/>
            <ac:spMk id="2" creationId="{CB737089-8812-04A5-7B93-1AB5EDC6C0EC}"/>
          </ac:spMkLst>
        </pc:spChg>
        <pc:spChg chg="add mod">
          <ac:chgData name="Georges MATHIO" userId="1057b68d-d9cf-4cd5-bc4c-3fe68ec33e97" providerId="ADAL" clId="{C7549606-A5F3-423B-AD39-8A4C31AD62F0}" dt="2024-11-13T10:54:37.734" v="2926" actId="20577"/>
          <ac:spMkLst>
            <pc:docMk/>
            <pc:sldMk cId="2843119897" sldId="265"/>
            <ac:spMk id="4" creationId="{F8ADE284-37CA-AE06-1C8C-C14DC95A4292}"/>
          </ac:spMkLst>
        </pc:spChg>
        <pc:spChg chg="del">
          <ac:chgData name="Georges MATHIO" userId="1057b68d-d9cf-4cd5-bc4c-3fe68ec33e97" providerId="ADAL" clId="{C7549606-A5F3-423B-AD39-8A4C31AD62F0}" dt="2024-11-13T10:54:15.516" v="2918" actId="478"/>
          <ac:spMkLst>
            <pc:docMk/>
            <pc:sldMk cId="2843119897" sldId="265"/>
            <ac:spMk id="14" creationId="{18A743E6-2E5B-7BB2-938A-EADF43D9DA53}"/>
          </ac:spMkLst>
        </pc:spChg>
        <pc:spChg chg="del">
          <ac:chgData name="Georges MATHIO" userId="1057b68d-d9cf-4cd5-bc4c-3fe68ec33e97" providerId="ADAL" clId="{C7549606-A5F3-423B-AD39-8A4C31AD62F0}" dt="2024-11-13T10:54:15.516" v="2918" actId="478"/>
          <ac:spMkLst>
            <pc:docMk/>
            <pc:sldMk cId="2843119897" sldId="265"/>
            <ac:spMk id="17" creationId="{08FBC12F-337E-E89E-55FA-399221144F12}"/>
          </ac:spMkLst>
        </pc:spChg>
        <pc:spChg chg="del">
          <ac:chgData name="Georges MATHIO" userId="1057b68d-d9cf-4cd5-bc4c-3fe68ec33e97" providerId="ADAL" clId="{C7549606-A5F3-423B-AD39-8A4C31AD62F0}" dt="2024-11-13T10:54:15.516" v="2918" actId="478"/>
          <ac:spMkLst>
            <pc:docMk/>
            <pc:sldMk cId="2843119897" sldId="265"/>
            <ac:spMk id="18" creationId="{776D6E20-3491-2DBC-081A-F6F4AA18D872}"/>
          </ac:spMkLst>
        </pc:spChg>
        <pc:spChg chg="mod">
          <ac:chgData name="Georges MATHIO" userId="1057b68d-d9cf-4cd5-bc4c-3fe68ec33e97" providerId="ADAL" clId="{C7549606-A5F3-423B-AD39-8A4C31AD62F0}" dt="2024-11-13T10:54:33.611" v="2923" actId="1076"/>
          <ac:spMkLst>
            <pc:docMk/>
            <pc:sldMk cId="2843119897" sldId="265"/>
            <ac:spMk id="19" creationId="{FC05DE6C-0B46-E626-BF36-F3DE11496887}"/>
          </ac:spMkLst>
        </pc:spChg>
        <pc:spChg chg="del">
          <ac:chgData name="Georges MATHIO" userId="1057b68d-d9cf-4cd5-bc4c-3fe68ec33e97" providerId="ADAL" clId="{C7549606-A5F3-423B-AD39-8A4C31AD62F0}" dt="2024-11-13T10:54:29.064" v="2922" actId="478"/>
          <ac:spMkLst>
            <pc:docMk/>
            <pc:sldMk cId="2843119897" sldId="265"/>
            <ac:spMk id="20" creationId="{364FFAB6-3B2B-94EE-7B53-08EA73C3479C}"/>
          </ac:spMkLst>
        </pc:spChg>
        <pc:spChg chg="del mod">
          <ac:chgData name="Georges MATHIO" userId="1057b68d-d9cf-4cd5-bc4c-3fe68ec33e97" providerId="ADAL" clId="{C7549606-A5F3-423B-AD39-8A4C31AD62F0}" dt="2024-11-13T10:54:26.562" v="2921" actId="478"/>
          <ac:spMkLst>
            <pc:docMk/>
            <pc:sldMk cId="2843119897" sldId="265"/>
            <ac:spMk id="21" creationId="{0B1D064C-D614-8D39-D338-FF3DA04CEC49}"/>
          </ac:spMkLst>
        </pc:spChg>
        <pc:picChg chg="del">
          <ac:chgData name="Georges MATHIO" userId="1057b68d-d9cf-4cd5-bc4c-3fe68ec33e97" providerId="ADAL" clId="{C7549606-A5F3-423B-AD39-8A4C31AD62F0}" dt="2024-11-13T10:54:20.962" v="2919" actId="478"/>
          <ac:picMkLst>
            <pc:docMk/>
            <pc:sldMk cId="2843119897" sldId="265"/>
            <ac:picMk id="11" creationId="{4C6F3A78-E144-15DD-B7FD-4BB3C5912799}"/>
          </ac:picMkLst>
        </pc:picChg>
        <pc:picChg chg="del">
          <ac:chgData name="Georges MATHIO" userId="1057b68d-d9cf-4cd5-bc4c-3fe68ec33e97" providerId="ADAL" clId="{C7549606-A5F3-423B-AD39-8A4C31AD62F0}" dt="2024-11-13T10:54:20.962" v="2919" actId="478"/>
          <ac:picMkLst>
            <pc:docMk/>
            <pc:sldMk cId="2843119897" sldId="265"/>
            <ac:picMk id="13" creationId="{5DCACF9F-D521-647F-F91C-5CDCBB6CE316}"/>
          </ac:picMkLst>
        </pc:picChg>
        <pc:picChg chg="del">
          <ac:chgData name="Georges MATHIO" userId="1057b68d-d9cf-4cd5-bc4c-3fe68ec33e97" providerId="ADAL" clId="{C7549606-A5F3-423B-AD39-8A4C31AD62F0}" dt="2024-11-13T10:54:20.962" v="2919" actId="478"/>
          <ac:picMkLst>
            <pc:docMk/>
            <pc:sldMk cId="2843119897" sldId="265"/>
            <ac:picMk id="16" creationId="{DCF59688-78C3-4A9D-07BC-80A8491DDC70}"/>
          </ac:picMkLst>
        </pc:picChg>
      </pc:sldChg>
      <pc:sldChg chg="addSp delSp modSp add mod">
        <pc:chgData name="Georges MATHIO" userId="1057b68d-d9cf-4cd5-bc4c-3fe68ec33e97" providerId="ADAL" clId="{C7549606-A5F3-423B-AD39-8A4C31AD62F0}" dt="2024-11-05T16:15:56.687" v="2759" actId="1076"/>
        <pc:sldMkLst>
          <pc:docMk/>
          <pc:sldMk cId="2373733268" sldId="266"/>
        </pc:sldMkLst>
        <pc:spChg chg="mod">
          <ac:chgData name="Georges MATHIO" userId="1057b68d-d9cf-4cd5-bc4c-3fe68ec33e97" providerId="ADAL" clId="{C7549606-A5F3-423B-AD39-8A4C31AD62F0}" dt="2024-10-15T14:40:37.655" v="614" actId="2711"/>
          <ac:spMkLst>
            <pc:docMk/>
            <pc:sldMk cId="2373733268" sldId="266"/>
            <ac:spMk id="2" creationId="{8AE1D70E-C040-1542-B36E-7DDF82084F61}"/>
          </ac:spMkLst>
        </pc:spChg>
        <pc:spChg chg="add mod">
          <ac:chgData name="Georges MATHIO" userId="1057b68d-d9cf-4cd5-bc4c-3fe68ec33e97" providerId="ADAL" clId="{C7549606-A5F3-423B-AD39-8A4C31AD62F0}" dt="2024-10-15T14:25:22.547" v="550"/>
          <ac:spMkLst>
            <pc:docMk/>
            <pc:sldMk cId="2373733268" sldId="266"/>
            <ac:spMk id="3" creationId="{76E50288-DF52-CAE0-528A-E1CAAE0AB61C}"/>
          </ac:spMkLst>
        </pc:spChg>
        <pc:spChg chg="mod">
          <ac:chgData name="Georges MATHIO" userId="1057b68d-d9cf-4cd5-bc4c-3fe68ec33e97" providerId="ADAL" clId="{C7549606-A5F3-423B-AD39-8A4C31AD62F0}" dt="2024-11-05T16:15:48.165" v="2756" actId="1076"/>
          <ac:spMkLst>
            <pc:docMk/>
            <pc:sldMk cId="2373733268" sldId="266"/>
            <ac:spMk id="14" creationId="{7E30C4D4-D051-74FE-764D-C642BFBB0D1E}"/>
          </ac:spMkLst>
        </pc:spChg>
        <pc:picChg chg="add mod">
          <ac:chgData name="Georges MATHIO" userId="1057b68d-d9cf-4cd5-bc4c-3fe68ec33e97" providerId="ADAL" clId="{C7549606-A5F3-423B-AD39-8A4C31AD62F0}" dt="2024-11-05T16:15:56.687" v="2759" actId="1076"/>
          <ac:picMkLst>
            <pc:docMk/>
            <pc:sldMk cId="2373733268" sldId="266"/>
            <ac:picMk id="4" creationId="{F4FA5112-2506-C317-1FD7-60692D8D1144}"/>
          </ac:picMkLst>
        </pc:picChg>
        <pc:picChg chg="del">
          <ac:chgData name="Georges MATHIO" userId="1057b68d-d9cf-4cd5-bc4c-3fe68ec33e97" providerId="ADAL" clId="{C7549606-A5F3-423B-AD39-8A4C31AD62F0}" dt="2024-10-15T14:38:34.257" v="581" actId="478"/>
          <ac:picMkLst>
            <pc:docMk/>
            <pc:sldMk cId="2373733268" sldId="266"/>
            <ac:picMk id="1026" creationId="{6AB5E897-9C77-3A7E-A193-131F290D5E86}"/>
          </ac:picMkLst>
        </pc:picChg>
      </pc:sldChg>
      <pc:sldChg chg="del">
        <pc:chgData name="Georges MATHIO" userId="1057b68d-d9cf-4cd5-bc4c-3fe68ec33e97" providerId="ADAL" clId="{C7549606-A5F3-423B-AD39-8A4C31AD62F0}" dt="2024-10-10T12:31:29.647" v="0" actId="47"/>
        <pc:sldMkLst>
          <pc:docMk/>
          <pc:sldMk cId="2592076184" sldId="266"/>
        </pc:sldMkLst>
      </pc:sldChg>
      <pc:sldChg chg="del">
        <pc:chgData name="Georges MATHIO" userId="1057b68d-d9cf-4cd5-bc4c-3fe68ec33e97" providerId="ADAL" clId="{C7549606-A5F3-423B-AD39-8A4C31AD62F0}" dt="2024-10-15T16:19:40.222" v="1519" actId="47"/>
        <pc:sldMkLst>
          <pc:docMk/>
          <pc:sldMk cId="821531331" sldId="267"/>
        </pc:sldMkLst>
      </pc:sldChg>
      <pc:sldChg chg="addSp delSp modSp add mod ord">
        <pc:chgData name="Georges MATHIO" userId="1057b68d-d9cf-4cd5-bc4c-3fe68ec33e97" providerId="ADAL" clId="{C7549606-A5F3-423B-AD39-8A4C31AD62F0}" dt="2024-10-25T08:13:23.184" v="2700" actId="20577"/>
        <pc:sldMkLst>
          <pc:docMk/>
          <pc:sldMk cId="2720580075" sldId="268"/>
        </pc:sldMkLst>
        <pc:spChg chg="mod">
          <ac:chgData name="Georges MATHIO" userId="1057b68d-d9cf-4cd5-bc4c-3fe68ec33e97" providerId="ADAL" clId="{C7549606-A5F3-423B-AD39-8A4C31AD62F0}" dt="2024-10-17T09:46:38.292" v="2311" actId="20577"/>
          <ac:spMkLst>
            <pc:docMk/>
            <pc:sldMk cId="2720580075" sldId="268"/>
            <ac:spMk id="2" creationId="{521691BE-6EC8-BF75-3914-D98606A66AD8}"/>
          </ac:spMkLst>
        </pc:spChg>
        <pc:spChg chg="mod">
          <ac:chgData name="Georges MATHIO" userId="1057b68d-d9cf-4cd5-bc4c-3fe68ec33e97" providerId="ADAL" clId="{C7549606-A5F3-423B-AD39-8A4C31AD62F0}" dt="2024-10-25T08:13:23.184" v="2700" actId="20577"/>
          <ac:spMkLst>
            <pc:docMk/>
            <pc:sldMk cId="2720580075" sldId="268"/>
            <ac:spMk id="3" creationId="{358B5B4E-FECE-91B9-16D2-BE0574206569}"/>
          </ac:spMkLst>
        </pc:spChg>
        <pc:spChg chg="add mod">
          <ac:chgData name="Georges MATHIO" userId="1057b68d-d9cf-4cd5-bc4c-3fe68ec33e97" providerId="ADAL" clId="{C7549606-A5F3-423B-AD39-8A4C31AD62F0}" dt="2024-10-17T09:46:26.912" v="2303" actId="242"/>
          <ac:spMkLst>
            <pc:docMk/>
            <pc:sldMk cId="2720580075" sldId="268"/>
            <ac:spMk id="4" creationId="{F8D7975F-067E-DAD7-CFBE-AE54CF7B2478}"/>
          </ac:spMkLst>
        </pc:spChg>
        <pc:spChg chg="add del mod">
          <ac:chgData name="Georges MATHIO" userId="1057b68d-d9cf-4cd5-bc4c-3fe68ec33e97" providerId="ADAL" clId="{C7549606-A5F3-423B-AD39-8A4C31AD62F0}" dt="2024-10-17T09:44:19.685" v="2266" actId="478"/>
          <ac:spMkLst>
            <pc:docMk/>
            <pc:sldMk cId="2720580075" sldId="268"/>
            <ac:spMk id="5" creationId="{E7E0732E-674A-E322-0778-07E1DD306125}"/>
          </ac:spMkLst>
        </pc:spChg>
        <pc:spChg chg="add del mod">
          <ac:chgData name="Georges MATHIO" userId="1057b68d-d9cf-4cd5-bc4c-3fe68ec33e97" providerId="ADAL" clId="{C7549606-A5F3-423B-AD39-8A4C31AD62F0}" dt="2024-10-17T09:44:20.937" v="2267" actId="478"/>
          <ac:spMkLst>
            <pc:docMk/>
            <pc:sldMk cId="2720580075" sldId="268"/>
            <ac:spMk id="6" creationId="{76F079CD-6575-C3D6-22BC-53D372B93226}"/>
          </ac:spMkLst>
        </pc:spChg>
        <pc:spChg chg="add mod">
          <ac:chgData name="Georges MATHIO" userId="1057b68d-d9cf-4cd5-bc4c-3fe68ec33e97" providerId="ADAL" clId="{C7549606-A5F3-423B-AD39-8A4C31AD62F0}" dt="2024-10-17T09:45:12.522" v="2286" actId="20577"/>
          <ac:spMkLst>
            <pc:docMk/>
            <pc:sldMk cId="2720580075" sldId="268"/>
            <ac:spMk id="7" creationId="{641679F8-DC1B-5F1C-A344-36EE6DC5D0F3}"/>
          </ac:spMkLst>
        </pc:spChg>
        <pc:spChg chg="add mod">
          <ac:chgData name="Georges MATHIO" userId="1057b68d-d9cf-4cd5-bc4c-3fe68ec33e97" providerId="ADAL" clId="{C7549606-A5F3-423B-AD39-8A4C31AD62F0}" dt="2024-10-17T09:46:06.937" v="2302" actId="13822"/>
          <ac:spMkLst>
            <pc:docMk/>
            <pc:sldMk cId="2720580075" sldId="268"/>
            <ac:spMk id="8" creationId="{99562559-E1B8-30FC-05E9-1F23EE2FA604}"/>
          </ac:spMkLst>
        </pc:spChg>
        <pc:spChg chg="add mod">
          <ac:chgData name="Georges MATHIO" userId="1057b68d-d9cf-4cd5-bc4c-3fe68ec33e97" providerId="ADAL" clId="{C7549606-A5F3-423B-AD39-8A4C31AD62F0}" dt="2024-10-17T10:03:32.242" v="2681" actId="1076"/>
          <ac:spMkLst>
            <pc:docMk/>
            <pc:sldMk cId="2720580075" sldId="268"/>
            <ac:spMk id="9" creationId="{381C9A3E-D497-E23A-F69B-8349791DD7EB}"/>
          </ac:spMkLst>
        </pc:spChg>
        <pc:spChg chg="add mod">
          <ac:chgData name="Georges MATHIO" userId="1057b68d-d9cf-4cd5-bc4c-3fe68ec33e97" providerId="ADAL" clId="{C7549606-A5F3-423B-AD39-8A4C31AD62F0}" dt="2024-10-17T09:48:07.263" v="2331" actId="1076"/>
          <ac:spMkLst>
            <pc:docMk/>
            <pc:sldMk cId="2720580075" sldId="268"/>
            <ac:spMk id="13" creationId="{BF53908F-289E-5D7D-F307-B07D08730C89}"/>
          </ac:spMkLst>
        </pc:spChg>
        <pc:spChg chg="add mod">
          <ac:chgData name="Georges MATHIO" userId="1057b68d-d9cf-4cd5-bc4c-3fe68ec33e97" providerId="ADAL" clId="{C7549606-A5F3-423B-AD39-8A4C31AD62F0}" dt="2024-10-17T09:48:27.888" v="2353" actId="1076"/>
          <ac:spMkLst>
            <pc:docMk/>
            <pc:sldMk cId="2720580075" sldId="268"/>
            <ac:spMk id="14" creationId="{6923E2D9-92EB-3EDE-1916-FD6EDDC668D5}"/>
          </ac:spMkLst>
        </pc:spChg>
        <pc:spChg chg="add mod">
          <ac:chgData name="Georges MATHIO" userId="1057b68d-d9cf-4cd5-bc4c-3fe68ec33e97" providerId="ADAL" clId="{C7549606-A5F3-423B-AD39-8A4C31AD62F0}" dt="2024-10-17T09:49:16.068" v="2363" actId="1076"/>
          <ac:spMkLst>
            <pc:docMk/>
            <pc:sldMk cId="2720580075" sldId="268"/>
            <ac:spMk id="17" creationId="{CB74BBA3-E596-628A-CAB6-3D1312B09F47}"/>
          </ac:spMkLst>
        </pc:spChg>
        <pc:spChg chg="add mod">
          <ac:chgData name="Georges MATHIO" userId="1057b68d-d9cf-4cd5-bc4c-3fe68ec33e97" providerId="ADAL" clId="{C7549606-A5F3-423B-AD39-8A4C31AD62F0}" dt="2024-10-17T09:49:23.223" v="2365" actId="1076"/>
          <ac:spMkLst>
            <pc:docMk/>
            <pc:sldMk cId="2720580075" sldId="268"/>
            <ac:spMk id="18" creationId="{2F2B86F0-0DB9-1A2F-9E00-1E563A3E85A2}"/>
          </ac:spMkLst>
        </pc:spChg>
        <pc:cxnChg chg="add mod">
          <ac:chgData name="Georges MATHIO" userId="1057b68d-d9cf-4cd5-bc4c-3fe68ec33e97" providerId="ADAL" clId="{C7549606-A5F3-423B-AD39-8A4C31AD62F0}" dt="2024-10-17T09:47:10.812" v="2315" actId="1582"/>
          <ac:cxnSpMkLst>
            <pc:docMk/>
            <pc:sldMk cId="2720580075" sldId="268"/>
            <ac:cxnSpMk id="11" creationId="{7FB373A0-4FEE-29DC-A82B-E6121CC2A121}"/>
          </ac:cxnSpMkLst>
        </pc:cxnChg>
        <pc:cxnChg chg="add mod">
          <ac:chgData name="Georges MATHIO" userId="1057b68d-d9cf-4cd5-bc4c-3fe68ec33e97" providerId="ADAL" clId="{C7549606-A5F3-423B-AD39-8A4C31AD62F0}" dt="2024-10-17T09:48:39.479" v="2356" actId="1076"/>
          <ac:cxnSpMkLst>
            <pc:docMk/>
            <pc:sldMk cId="2720580075" sldId="268"/>
            <ac:cxnSpMk id="15" creationId="{A24A0DE3-C987-9E56-EF4B-E09602BE50C5}"/>
          </ac:cxnSpMkLst>
        </pc:cxnChg>
      </pc:sldChg>
      <pc:sldChg chg="add del">
        <pc:chgData name="Georges MATHIO" userId="1057b68d-d9cf-4cd5-bc4c-3fe68ec33e97" providerId="ADAL" clId="{C7549606-A5F3-423B-AD39-8A4C31AD62F0}" dt="2024-10-15T13:52:01.046" v="182"/>
        <pc:sldMkLst>
          <pc:docMk/>
          <pc:sldMk cId="711435609" sldId="269"/>
        </pc:sldMkLst>
      </pc:sldChg>
      <pc:sldChg chg="addSp modSp add mod">
        <pc:chgData name="Georges MATHIO" userId="1057b68d-d9cf-4cd5-bc4c-3fe68ec33e97" providerId="ADAL" clId="{C7549606-A5F3-423B-AD39-8A4C31AD62F0}" dt="2024-11-05T16:14:03.853" v="2739" actId="732"/>
        <pc:sldMkLst>
          <pc:docMk/>
          <pc:sldMk cId="4167943880" sldId="269"/>
        </pc:sldMkLst>
        <pc:spChg chg="add mod">
          <ac:chgData name="Georges MATHIO" userId="1057b68d-d9cf-4cd5-bc4c-3fe68ec33e97" providerId="ADAL" clId="{C7549606-A5F3-423B-AD39-8A4C31AD62F0}" dt="2024-10-15T14:25:19.435" v="549" actId="1076"/>
          <ac:spMkLst>
            <pc:docMk/>
            <pc:sldMk cId="4167943880" sldId="269"/>
            <ac:spMk id="3" creationId="{98952CC7-9AEA-C25B-B92F-1832EAF3091B}"/>
          </ac:spMkLst>
        </pc:spChg>
        <pc:spChg chg="add mod">
          <ac:chgData name="Georges MATHIO" userId="1057b68d-d9cf-4cd5-bc4c-3fe68ec33e97" providerId="ADAL" clId="{C7549606-A5F3-423B-AD39-8A4C31AD62F0}" dt="2024-10-15T15:44:18.379" v="867" actId="114"/>
          <ac:spMkLst>
            <pc:docMk/>
            <pc:sldMk cId="4167943880" sldId="269"/>
            <ac:spMk id="4" creationId="{557515A8-67B1-65E7-3AF9-B54876C4D9AC}"/>
          </ac:spMkLst>
        </pc:spChg>
        <pc:spChg chg="mod">
          <ac:chgData name="Georges MATHIO" userId="1057b68d-d9cf-4cd5-bc4c-3fe68ec33e97" providerId="ADAL" clId="{C7549606-A5F3-423B-AD39-8A4C31AD62F0}" dt="2024-10-15T15:43:24.171" v="796" actId="20577"/>
          <ac:spMkLst>
            <pc:docMk/>
            <pc:sldMk cId="4167943880" sldId="269"/>
            <ac:spMk id="14" creationId="{7E30C4D4-D051-74FE-764D-C642BFBB0D1E}"/>
          </ac:spMkLst>
        </pc:spChg>
        <pc:picChg chg="mod">
          <ac:chgData name="Georges MATHIO" userId="1057b68d-d9cf-4cd5-bc4c-3fe68ec33e97" providerId="ADAL" clId="{C7549606-A5F3-423B-AD39-8A4C31AD62F0}" dt="2024-11-05T16:14:03.853" v="2739" actId="732"/>
          <ac:picMkLst>
            <pc:docMk/>
            <pc:sldMk cId="4167943880" sldId="269"/>
            <ac:picMk id="2050" creationId="{A3AD40DE-A3C2-7659-7357-CE3758AC60EB}"/>
          </ac:picMkLst>
        </pc:picChg>
      </pc:sldChg>
      <pc:sldChg chg="addSp delSp modSp add mod">
        <pc:chgData name="Georges MATHIO" userId="1057b68d-d9cf-4cd5-bc4c-3fe68ec33e97" providerId="ADAL" clId="{C7549606-A5F3-423B-AD39-8A4C31AD62F0}" dt="2024-11-05T16:15:31.144" v="2755" actId="1076"/>
        <pc:sldMkLst>
          <pc:docMk/>
          <pc:sldMk cId="4025307010" sldId="270"/>
        </pc:sldMkLst>
        <pc:spChg chg="mod">
          <ac:chgData name="Georges MATHIO" userId="1057b68d-d9cf-4cd5-bc4c-3fe68ec33e97" providerId="ADAL" clId="{C7549606-A5F3-423B-AD39-8A4C31AD62F0}" dt="2024-10-15T15:46:40.068" v="901" actId="113"/>
          <ac:spMkLst>
            <pc:docMk/>
            <pc:sldMk cId="4025307010" sldId="270"/>
            <ac:spMk id="2" creationId="{D8121574-D0F8-5A27-BA45-99294A5796B9}"/>
          </ac:spMkLst>
        </pc:spChg>
        <pc:spChg chg="add mod">
          <ac:chgData name="Georges MATHIO" userId="1057b68d-d9cf-4cd5-bc4c-3fe68ec33e97" providerId="ADAL" clId="{C7549606-A5F3-423B-AD39-8A4C31AD62F0}" dt="2024-10-15T16:10:28.579" v="1447" actId="207"/>
          <ac:spMkLst>
            <pc:docMk/>
            <pc:sldMk cId="4025307010" sldId="270"/>
            <ac:spMk id="4" creationId="{DFFAB3A0-22F2-484F-F5DC-C9FD72F11918}"/>
          </ac:spMkLst>
        </pc:spChg>
        <pc:spChg chg="mod">
          <ac:chgData name="Georges MATHIO" userId="1057b68d-d9cf-4cd5-bc4c-3fe68ec33e97" providerId="ADAL" clId="{C7549606-A5F3-423B-AD39-8A4C31AD62F0}" dt="2024-10-15T16:20:57.830" v="1564" actId="14100"/>
          <ac:spMkLst>
            <pc:docMk/>
            <pc:sldMk cId="4025307010" sldId="270"/>
            <ac:spMk id="14" creationId="{ECD67E23-521B-D7B5-FAE4-D9C3BE6CECC5}"/>
          </ac:spMkLst>
        </pc:spChg>
        <pc:picChg chg="add mod">
          <ac:chgData name="Georges MATHIO" userId="1057b68d-d9cf-4cd5-bc4c-3fe68ec33e97" providerId="ADAL" clId="{C7549606-A5F3-423B-AD39-8A4C31AD62F0}" dt="2024-11-05T16:15:31.144" v="2755" actId="1076"/>
          <ac:picMkLst>
            <pc:docMk/>
            <pc:sldMk cId="4025307010" sldId="270"/>
            <ac:picMk id="6" creationId="{1768D7AB-1D0F-5941-D24F-2239B9CD4F0B}"/>
          </ac:picMkLst>
        </pc:picChg>
        <pc:picChg chg="del mod">
          <ac:chgData name="Georges MATHIO" userId="1057b68d-d9cf-4cd5-bc4c-3fe68ec33e97" providerId="ADAL" clId="{C7549606-A5F3-423B-AD39-8A4C31AD62F0}" dt="2024-11-05T16:15:13.239" v="2748" actId="478"/>
          <ac:picMkLst>
            <pc:docMk/>
            <pc:sldMk cId="4025307010" sldId="270"/>
            <ac:picMk id="1026" creationId="{3385CA2C-1260-A3B0-2F22-0C2D4FC2592A}"/>
          </ac:picMkLst>
        </pc:picChg>
      </pc:sldChg>
      <pc:sldChg chg="addSp delSp modSp new mod">
        <pc:chgData name="Georges MATHIO" userId="1057b68d-d9cf-4cd5-bc4c-3fe68ec33e97" providerId="ADAL" clId="{C7549606-A5F3-423B-AD39-8A4C31AD62F0}" dt="2024-10-17T09:23:38.875" v="2034" actId="20577"/>
        <pc:sldMkLst>
          <pc:docMk/>
          <pc:sldMk cId="2112080799" sldId="271"/>
        </pc:sldMkLst>
        <pc:spChg chg="mod">
          <ac:chgData name="Georges MATHIO" userId="1057b68d-d9cf-4cd5-bc4c-3fe68ec33e97" providerId="ADAL" clId="{C7549606-A5F3-423B-AD39-8A4C31AD62F0}" dt="2024-10-15T16:24:15.611" v="1637" actId="20577"/>
          <ac:spMkLst>
            <pc:docMk/>
            <pc:sldMk cId="2112080799" sldId="271"/>
            <ac:spMk id="2" creationId="{DDC7BD23-C594-C51E-D2C2-4043BC85DA32}"/>
          </ac:spMkLst>
        </pc:spChg>
        <pc:spChg chg="del">
          <ac:chgData name="Georges MATHIO" userId="1057b68d-d9cf-4cd5-bc4c-3fe68ec33e97" providerId="ADAL" clId="{C7549606-A5F3-423B-AD39-8A4C31AD62F0}" dt="2024-10-15T16:23:57.871" v="1598"/>
          <ac:spMkLst>
            <pc:docMk/>
            <pc:sldMk cId="2112080799" sldId="271"/>
            <ac:spMk id="3" creationId="{96F885BE-E1C5-EE6F-1F1F-4CCD230960DE}"/>
          </ac:spMkLst>
        </pc:spChg>
        <pc:spChg chg="add mod">
          <ac:chgData name="Georges MATHIO" userId="1057b68d-d9cf-4cd5-bc4c-3fe68ec33e97" providerId="ADAL" clId="{C7549606-A5F3-423B-AD39-8A4C31AD62F0}" dt="2024-10-17T09:23:38.875" v="2034" actId="20577"/>
          <ac:spMkLst>
            <pc:docMk/>
            <pc:sldMk cId="2112080799" sldId="271"/>
            <ac:spMk id="3" creationId="{BFEEE7BA-2124-797F-B4B7-9A3B83022C6C}"/>
          </ac:spMkLst>
        </pc:spChg>
        <pc:picChg chg="add mod">
          <ac:chgData name="Georges MATHIO" userId="1057b68d-d9cf-4cd5-bc4c-3fe68ec33e97" providerId="ADAL" clId="{C7549606-A5F3-423B-AD39-8A4C31AD62F0}" dt="2024-10-17T08:44:41.640" v="1640" actId="14100"/>
          <ac:picMkLst>
            <pc:docMk/>
            <pc:sldMk cId="2112080799" sldId="271"/>
            <ac:picMk id="2050" creationId="{F656ABB5-F56C-44F3-94DD-E7FA5CBBD1FF}"/>
          </ac:picMkLst>
        </pc:picChg>
      </pc:sldChg>
      <pc:sldChg chg="addSp modSp new mod">
        <pc:chgData name="Georges MATHIO" userId="1057b68d-d9cf-4cd5-bc4c-3fe68ec33e97" providerId="ADAL" clId="{C7549606-A5F3-423B-AD39-8A4C31AD62F0}" dt="2024-11-05T16:25:36.810" v="2898" actId="1076"/>
        <pc:sldMkLst>
          <pc:docMk/>
          <pc:sldMk cId="3063286718" sldId="272"/>
        </pc:sldMkLst>
        <pc:spChg chg="mod">
          <ac:chgData name="Georges MATHIO" userId="1057b68d-d9cf-4cd5-bc4c-3fe68ec33e97" providerId="ADAL" clId="{C7549606-A5F3-423B-AD39-8A4C31AD62F0}" dt="2024-10-17T08:45:35.268" v="1684" actId="20577"/>
          <ac:spMkLst>
            <pc:docMk/>
            <pc:sldMk cId="3063286718" sldId="272"/>
            <ac:spMk id="2" creationId="{3D93CB8B-21C0-0EA1-B26C-795BF302F63E}"/>
          </ac:spMkLst>
        </pc:spChg>
        <pc:spChg chg="mod">
          <ac:chgData name="Georges MATHIO" userId="1057b68d-d9cf-4cd5-bc4c-3fe68ec33e97" providerId="ADAL" clId="{C7549606-A5F3-423B-AD39-8A4C31AD62F0}" dt="2024-11-05T16:24:54.870" v="2893" actId="20577"/>
          <ac:spMkLst>
            <pc:docMk/>
            <pc:sldMk cId="3063286718" sldId="272"/>
            <ac:spMk id="3" creationId="{EB371C06-42AB-6EA6-D7A9-7F3B9B8BB65B}"/>
          </ac:spMkLst>
        </pc:spChg>
        <pc:spChg chg="add mod">
          <ac:chgData name="Georges MATHIO" userId="1057b68d-d9cf-4cd5-bc4c-3fe68ec33e97" providerId="ADAL" clId="{C7549606-A5F3-423B-AD39-8A4C31AD62F0}" dt="2024-11-05T16:25:36.810" v="2898" actId="1076"/>
          <ac:spMkLst>
            <pc:docMk/>
            <pc:sldMk cId="3063286718" sldId="272"/>
            <ac:spMk id="4" creationId="{9F38A074-B924-41E0-1419-81059EE81009}"/>
          </ac:spMkLst>
        </pc:spChg>
        <pc:spChg chg="add mod">
          <ac:chgData name="Georges MATHIO" userId="1057b68d-d9cf-4cd5-bc4c-3fe68ec33e97" providerId="ADAL" clId="{C7549606-A5F3-423B-AD39-8A4C31AD62F0}" dt="2024-10-17T08:54:33.912" v="1802" actId="114"/>
          <ac:spMkLst>
            <pc:docMk/>
            <pc:sldMk cId="3063286718" sldId="272"/>
            <ac:spMk id="5" creationId="{193D5D1F-80C2-ED35-EF1E-BA0BB3216ED2}"/>
          </ac:spMkLst>
        </pc:spChg>
        <pc:picChg chg="add mod">
          <ac:chgData name="Georges MATHIO" userId="1057b68d-d9cf-4cd5-bc4c-3fe68ec33e97" providerId="ADAL" clId="{C7549606-A5F3-423B-AD39-8A4C31AD62F0}" dt="2024-11-05T16:16:17.290" v="2760" actId="1076"/>
          <ac:picMkLst>
            <pc:docMk/>
            <pc:sldMk cId="3063286718" sldId="272"/>
            <ac:picMk id="1026" creationId="{73BB3368-2331-91BE-1DA1-11A9306A4AFA}"/>
          </ac:picMkLst>
        </pc:picChg>
      </pc:sldChg>
      <pc:sldChg chg="addSp delSp modSp add mod">
        <pc:chgData name="Georges MATHIO" userId="1057b68d-d9cf-4cd5-bc4c-3fe68ec33e97" providerId="ADAL" clId="{C7549606-A5F3-423B-AD39-8A4C31AD62F0}" dt="2024-11-05T16:25:43.517" v="2899" actId="1076"/>
        <pc:sldMkLst>
          <pc:docMk/>
          <pc:sldMk cId="3113290312" sldId="273"/>
        </pc:sldMkLst>
        <pc:spChg chg="mod">
          <ac:chgData name="Georges MATHIO" userId="1057b68d-d9cf-4cd5-bc4c-3fe68ec33e97" providerId="ADAL" clId="{C7549606-A5F3-423B-AD39-8A4C31AD62F0}" dt="2024-10-17T09:38:29.980" v="2062" actId="20577"/>
          <ac:spMkLst>
            <pc:docMk/>
            <pc:sldMk cId="3113290312" sldId="273"/>
            <ac:spMk id="2" creationId="{2C5802AC-DDF9-7FF2-534B-35B397D59642}"/>
          </ac:spMkLst>
        </pc:spChg>
        <pc:spChg chg="mod">
          <ac:chgData name="Georges MATHIO" userId="1057b68d-d9cf-4cd5-bc4c-3fe68ec33e97" providerId="ADAL" clId="{C7549606-A5F3-423B-AD39-8A4C31AD62F0}" dt="2024-11-05T16:25:43.517" v="2899" actId="1076"/>
          <ac:spMkLst>
            <pc:docMk/>
            <pc:sldMk cId="3113290312" sldId="273"/>
            <ac:spMk id="3" creationId="{275D7284-F27E-90E9-C228-D591CFAC23BE}"/>
          </ac:spMkLst>
        </pc:spChg>
        <pc:spChg chg="add">
          <ac:chgData name="Georges MATHIO" userId="1057b68d-d9cf-4cd5-bc4c-3fe68ec33e97" providerId="ADAL" clId="{C7549606-A5F3-423B-AD39-8A4C31AD62F0}" dt="2024-10-17T09:31:56.100" v="2037"/>
          <ac:spMkLst>
            <pc:docMk/>
            <pc:sldMk cId="3113290312" sldId="273"/>
            <ac:spMk id="6" creationId="{CFA73DA3-E8A0-8449-1CB3-22F6897721D5}"/>
          </ac:spMkLst>
        </pc:spChg>
        <pc:spChg chg="add">
          <ac:chgData name="Georges MATHIO" userId="1057b68d-d9cf-4cd5-bc4c-3fe68ec33e97" providerId="ADAL" clId="{C7549606-A5F3-423B-AD39-8A4C31AD62F0}" dt="2024-10-17T09:31:59.412" v="2038"/>
          <ac:spMkLst>
            <pc:docMk/>
            <pc:sldMk cId="3113290312" sldId="273"/>
            <ac:spMk id="7" creationId="{478B2698-010B-DF2C-D231-69D56E8F9797}"/>
          </ac:spMkLst>
        </pc:spChg>
        <pc:picChg chg="add mod">
          <ac:chgData name="Georges MATHIO" userId="1057b68d-d9cf-4cd5-bc4c-3fe68ec33e97" providerId="ADAL" clId="{C7549606-A5F3-423B-AD39-8A4C31AD62F0}" dt="2024-10-17T09:38:17.633" v="2045"/>
          <ac:picMkLst>
            <pc:docMk/>
            <pc:sldMk cId="3113290312" sldId="273"/>
            <ac:picMk id="8" creationId="{4BCB3F97-489C-FB88-6737-AEAC5729FE5C}"/>
          </ac:picMkLst>
        </pc:picChg>
        <pc:picChg chg="del">
          <ac:chgData name="Georges MATHIO" userId="1057b68d-d9cf-4cd5-bc4c-3fe68ec33e97" providerId="ADAL" clId="{C7549606-A5F3-423B-AD39-8A4C31AD62F0}" dt="2024-10-17T09:06:48.011" v="1917" actId="478"/>
          <ac:picMkLst>
            <pc:docMk/>
            <pc:sldMk cId="3113290312" sldId="273"/>
            <ac:picMk id="1026" creationId="{21A41028-DAF6-CDEC-B654-58DCC4EE5FA0}"/>
          </ac:picMkLst>
        </pc:picChg>
      </pc:sldChg>
      <pc:sldChg chg="modSp add mod">
        <pc:chgData name="Georges MATHIO" userId="1057b68d-d9cf-4cd5-bc4c-3fe68ec33e97" providerId="ADAL" clId="{C7549606-A5F3-423B-AD39-8A4C31AD62F0}" dt="2024-11-05T16:22:27.786" v="2890" actId="20577"/>
        <pc:sldMkLst>
          <pc:docMk/>
          <pc:sldMk cId="1244614476" sldId="276"/>
        </pc:sldMkLst>
        <pc:spChg chg="mod">
          <ac:chgData name="Georges MATHIO" userId="1057b68d-d9cf-4cd5-bc4c-3fe68ec33e97" providerId="ADAL" clId="{C7549606-A5F3-423B-AD39-8A4C31AD62F0}" dt="2024-11-05T16:21:56.362" v="2834" actId="20577"/>
          <ac:spMkLst>
            <pc:docMk/>
            <pc:sldMk cId="1244614476" sldId="276"/>
            <ac:spMk id="2" creationId="{3A83B63E-8695-A261-2D66-4BFE1CECFE25}"/>
          </ac:spMkLst>
        </pc:spChg>
        <pc:spChg chg="mod">
          <ac:chgData name="Georges MATHIO" userId="1057b68d-d9cf-4cd5-bc4c-3fe68ec33e97" providerId="ADAL" clId="{C7549606-A5F3-423B-AD39-8A4C31AD62F0}" dt="2024-11-05T16:22:27.786" v="2890" actId="20577"/>
          <ac:spMkLst>
            <pc:docMk/>
            <pc:sldMk cId="1244614476" sldId="276"/>
            <ac:spMk id="3" creationId="{E7B1851B-891E-7219-903C-44C4234BD6E6}"/>
          </ac:spMkLst>
        </pc:spChg>
        <pc:spChg chg="mod">
          <ac:chgData name="Georges MATHIO" userId="1057b68d-d9cf-4cd5-bc4c-3fe68ec33e97" providerId="ADAL" clId="{C7549606-A5F3-423B-AD39-8A4C31AD62F0}" dt="2024-11-05T16:22:14.100" v="2873" actId="20577"/>
          <ac:spMkLst>
            <pc:docMk/>
            <pc:sldMk cId="1244614476" sldId="276"/>
            <ac:spMk id="5" creationId="{FE12536D-6ED0-DC03-08CC-8D761524D1FF}"/>
          </ac:spMkLst>
        </pc:spChg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7AAA15A0-340B-49C7-AFBC-B0ACA4018A2F}"/>
    <pc:docChg chg="undo redo custSel addSld delSld modSld">
      <pc:chgData name="Georges MATHIO" userId="1057b68d-d9cf-4cd5-bc4c-3fe68ec33e97" providerId="ADAL" clId="{7AAA15A0-340B-49C7-AFBC-B0ACA4018A2F}" dt="2024-09-26T09:55:16.647" v="312" actId="6549"/>
      <pc:docMkLst>
        <pc:docMk/>
      </pc:docMkLst>
      <pc:sldChg chg="delSp modSp mod">
        <pc:chgData name="Georges MATHIO" userId="1057b68d-d9cf-4cd5-bc4c-3fe68ec33e97" providerId="ADAL" clId="{7AAA15A0-340B-49C7-AFBC-B0ACA4018A2F}" dt="2024-09-26T08:46:12.897" v="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7AAA15A0-340B-49C7-AFBC-B0ACA4018A2F}" dt="2024-09-26T08:46:12.897" v="8" actId="20577"/>
          <ac:spMkLst>
            <pc:docMk/>
            <pc:sldMk cId="2526593619" sldId="256"/>
            <ac:spMk id="3" creationId="{00000000-0000-0000-0000-000000000000}"/>
          </ac:spMkLst>
        </pc:spChg>
        <pc:picChg chg="del">
          <ac:chgData name="Georges MATHIO" userId="1057b68d-d9cf-4cd5-bc4c-3fe68ec33e97" providerId="ADAL" clId="{7AAA15A0-340B-49C7-AFBC-B0ACA4018A2F}" dt="2024-09-26T08:46:09.138" v="1" actId="478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delSp modSp new mod">
        <pc:chgData name="Georges MATHIO" userId="1057b68d-d9cf-4cd5-bc4c-3fe68ec33e97" providerId="ADAL" clId="{7AAA15A0-340B-49C7-AFBC-B0ACA4018A2F}" dt="2024-09-26T09:55:16.647" v="312" actId="6549"/>
        <pc:sldMkLst>
          <pc:docMk/>
          <pc:sldMk cId="1824297136" sldId="257"/>
        </pc:sldMkLst>
        <pc:spChg chg="mod">
          <ac:chgData name="Georges MATHIO" userId="1057b68d-d9cf-4cd5-bc4c-3fe68ec33e97" providerId="ADAL" clId="{7AAA15A0-340B-49C7-AFBC-B0ACA4018A2F}" dt="2024-09-26T09:55:09.401" v="308" actId="20577"/>
          <ac:spMkLst>
            <pc:docMk/>
            <pc:sldMk cId="1824297136" sldId="257"/>
            <ac:spMk id="2" creationId="{33E5B4A0-32B4-A6AE-6210-CF9464C80564}"/>
          </ac:spMkLst>
        </pc:spChg>
        <pc:spChg chg="add mod">
          <ac:chgData name="Georges MATHIO" userId="1057b68d-d9cf-4cd5-bc4c-3fe68ec33e97" providerId="ADAL" clId="{7AAA15A0-340B-49C7-AFBC-B0ACA4018A2F}" dt="2024-09-26T09:55:16.647" v="312" actId="6549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7AAA15A0-340B-49C7-AFBC-B0ACA4018A2F}" dt="2024-09-26T09:06:28.512" v="65" actId="14100"/>
          <ac:spMkLst>
            <pc:docMk/>
            <pc:sldMk cId="1824297136" sldId="257"/>
            <ac:spMk id="10" creationId="{9743D097-CC0D-F6F7-BA08-3BDBD61FA7C8}"/>
          </ac:spMkLst>
        </pc:spChg>
        <pc:picChg chg="add del mod">
          <ac:chgData name="Georges MATHIO" userId="1057b68d-d9cf-4cd5-bc4c-3fe68ec33e97" providerId="ADAL" clId="{7AAA15A0-340B-49C7-AFBC-B0ACA4018A2F}" dt="2024-09-26T08:55:23.641" v="55" actId="478"/>
          <ac:picMkLst>
            <pc:docMk/>
            <pc:sldMk cId="1824297136" sldId="257"/>
            <ac:picMk id="5" creationId="{FE735D51-E85C-E8FD-9627-31C6C8AA9A28}"/>
          </ac:picMkLst>
        </pc:picChg>
        <pc:picChg chg="add mod">
          <ac:chgData name="Georges MATHIO" userId="1057b68d-d9cf-4cd5-bc4c-3fe68ec33e97" providerId="ADAL" clId="{7AAA15A0-340B-49C7-AFBC-B0ACA4018A2F}" dt="2024-09-26T08:55:47.487" v="58" actId="1076"/>
          <ac:picMkLst>
            <pc:docMk/>
            <pc:sldMk cId="1824297136" sldId="257"/>
            <ac:picMk id="7" creationId="{C7D81A7E-7B33-5937-6838-D7CC8AD6CA2B}"/>
          </ac:picMkLst>
        </pc:picChg>
        <pc:picChg chg="add mod">
          <ac:chgData name="Georges MATHIO" userId="1057b68d-d9cf-4cd5-bc4c-3fe68ec33e97" providerId="ADAL" clId="{7AAA15A0-340B-49C7-AFBC-B0ACA4018A2F}" dt="2024-09-26T09:04:00.448" v="62" actId="1076"/>
          <ac:picMkLst>
            <pc:docMk/>
            <pc:sldMk cId="1824297136" sldId="257"/>
            <ac:picMk id="9" creationId="{59CADDEB-7579-FE28-281D-0238BE80DCD4}"/>
          </ac:picMkLst>
        </pc:pic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554076419" sldId="258"/>
        </pc:sldMkLst>
      </pc:sldChg>
      <pc:sldChg chg="addSp modSp new mod">
        <pc:chgData name="Georges MATHIO" userId="1057b68d-d9cf-4cd5-bc4c-3fe68ec33e97" providerId="ADAL" clId="{7AAA15A0-340B-49C7-AFBC-B0ACA4018A2F}" dt="2024-09-26T09:19:47.289" v="128"/>
        <pc:sldMkLst>
          <pc:docMk/>
          <pc:sldMk cId="2846849086" sldId="258"/>
        </pc:sldMkLst>
        <pc:spChg chg="add mod">
          <ac:chgData name="Georges MATHIO" userId="1057b68d-d9cf-4cd5-bc4c-3fe68ec33e97" providerId="ADAL" clId="{7AAA15A0-340B-49C7-AFBC-B0ACA4018A2F}" dt="2024-09-26T09:19:47.289" v="128"/>
          <ac:spMkLst>
            <pc:docMk/>
            <pc:sldMk cId="2846849086" sldId="258"/>
            <ac:spMk id="3" creationId="{589CD09B-464B-F46A-E68B-6D148F6FC0F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6811849" sldId="259"/>
        </pc:sldMkLst>
      </pc:sldChg>
      <pc:sldChg chg="addSp modSp new mod">
        <pc:chgData name="Georges MATHIO" userId="1057b68d-d9cf-4cd5-bc4c-3fe68ec33e97" providerId="ADAL" clId="{7AAA15A0-340B-49C7-AFBC-B0ACA4018A2F}" dt="2024-09-26T09:24:06.340" v="158"/>
        <pc:sldMkLst>
          <pc:docMk/>
          <pc:sldMk cId="283063719" sldId="259"/>
        </pc:sldMkLst>
        <pc:spChg chg="mod">
          <ac:chgData name="Georges MATHIO" userId="1057b68d-d9cf-4cd5-bc4c-3fe68ec33e97" providerId="ADAL" clId="{7AAA15A0-340B-49C7-AFBC-B0ACA4018A2F}" dt="2024-09-26T09:23:56.549" v="156" actId="20577"/>
          <ac:spMkLst>
            <pc:docMk/>
            <pc:sldMk cId="283063719" sldId="259"/>
            <ac:spMk id="2" creationId="{152FE92A-A634-DACF-7636-D1B81B10EC73}"/>
          </ac:spMkLst>
        </pc:spChg>
        <pc:spChg chg="add mod">
          <ac:chgData name="Georges MATHIO" userId="1057b68d-d9cf-4cd5-bc4c-3fe68ec33e97" providerId="ADAL" clId="{7AAA15A0-340B-49C7-AFBC-B0ACA4018A2F}" dt="2024-09-26T09:24:06.340" v="158"/>
          <ac:spMkLst>
            <pc:docMk/>
            <pc:sldMk cId="283063719" sldId="259"/>
            <ac:spMk id="3" creationId="{19A65D58-BFCF-E801-1825-C2357BBE48AE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59389067" sldId="260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390649631" sldId="26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462972198" sldId="263"/>
        </pc:sldMkLst>
      </pc:sldChg>
      <pc:sldChg chg="modSp add mod">
        <pc:chgData name="Georges MATHIO" userId="1057b68d-d9cf-4cd5-bc4c-3fe68ec33e97" providerId="ADAL" clId="{7AAA15A0-340B-49C7-AFBC-B0ACA4018A2F}" dt="2024-09-26T09:27:15.774" v="271" actId="20577"/>
        <pc:sldMkLst>
          <pc:docMk/>
          <pc:sldMk cId="2592200161" sldId="264"/>
        </pc:sldMkLst>
        <pc:spChg chg="mod">
          <ac:chgData name="Georges MATHIO" userId="1057b68d-d9cf-4cd5-bc4c-3fe68ec33e97" providerId="ADAL" clId="{7AAA15A0-340B-49C7-AFBC-B0ACA4018A2F}" dt="2024-09-26T09:26:36.686" v="181" actId="20577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7AAA15A0-340B-49C7-AFBC-B0ACA4018A2F}" dt="2024-09-26T09:27:15.774" v="271" actId="20577"/>
          <ac:spMkLst>
            <pc:docMk/>
            <pc:sldMk cId="2592200161" sldId="264"/>
            <ac:spMk id="6" creationId="{37E68E50-1F8D-C6EF-3F0A-17CAC14C946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35624482" sldId="264"/>
        </pc:sldMkLst>
      </pc:sldChg>
      <pc:sldChg chg="modSp add del mod">
        <pc:chgData name="Georges MATHIO" userId="1057b68d-d9cf-4cd5-bc4c-3fe68ec33e97" providerId="ADAL" clId="{7AAA15A0-340B-49C7-AFBC-B0ACA4018A2F}" dt="2024-09-26T09:20:40.644" v="134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7AAA15A0-340B-49C7-AFBC-B0ACA4018A2F}" dt="2024-09-26T09:20:27.625" v="132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7AAA15A0-340B-49C7-AFBC-B0ACA4018A2F}" dt="2024-09-26T09:20:40.644" v="134" actId="20577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7AAA15A0-340B-49C7-AFBC-B0ACA4018A2F}" dt="2024-09-26T09:20:38.286" v="133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add del">
        <pc:chgData name="Georges MATHIO" userId="1057b68d-d9cf-4cd5-bc4c-3fe68ec33e97" providerId="ADAL" clId="{7AAA15A0-340B-49C7-AFBC-B0ACA4018A2F}" dt="2024-09-26T09:20:21.491" v="131"/>
        <pc:sldMkLst>
          <pc:docMk/>
          <pc:sldMk cId="1583129312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84228860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104381753" sldId="26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13480732" sldId="271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84553537" sldId="27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300471138" sldId="273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4205069961" sldId="274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36964428" sldId="275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44614476" sldId="27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793604676" sldId="27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11482636" sldId="278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744596131" sldId="280"/>
        </pc:sldMkLst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modMainMaster">
      <pc:chgData name="Georges MATHIO" userId="1057b68d-d9cf-4cd5-bc4c-3fe68ec33e97" providerId="ADAL" clId="{424CC4A3-94C0-43E4-A801-8F92997663E9}" dt="2024-08-27T07:03:38.654" v="2504" actId="20577"/>
      <pc:docMkLst>
        <pc:docMk/>
      </pc:docMkLst>
      <pc:sldChg chg="modSp mod">
        <pc:chgData name="Georges MATHIO" userId="1057b68d-d9cf-4cd5-bc4c-3fe68ec33e97" providerId="ADAL" clId="{424CC4A3-94C0-43E4-A801-8F92997663E9}" dt="2024-08-23T08:57:08.107" v="241" actId="14100"/>
        <pc:sldMkLst>
          <pc:docMk/>
          <pc:sldMk cId="2526593619" sldId="256"/>
        </pc:sldMkLst>
        <pc:spChg chg="mod">
          <ac:chgData name="Georges MATHIO" userId="1057b68d-d9cf-4cd5-bc4c-3fe68ec33e97" providerId="ADAL" clId="{424CC4A3-94C0-43E4-A801-8F92997663E9}" dt="2024-08-23T08:46:41.980" v="40" actId="20577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7:08.107" v="241" actId="14100"/>
          <ac:spMkLst>
            <pc:docMk/>
            <pc:sldMk cId="2526593619" sldId="256"/>
            <ac:spMk id="3" creationId="{00000000-0000-0000-0000-000000000000}"/>
          </ac:spMkLst>
        </pc:spChg>
      </pc:sldChg>
      <pc:sldChg chg="addSp delSp modSp mod">
        <pc:chgData name="Georges MATHIO" userId="1057b68d-d9cf-4cd5-bc4c-3fe68ec33e97" providerId="ADAL" clId="{424CC4A3-94C0-43E4-A801-8F92997663E9}" dt="2024-08-26T14:55:14.249" v="1701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424CC4A3-94C0-43E4-A801-8F92997663E9}" dt="2024-08-26T13:27:37.973" v="256" actId="20577"/>
          <ac:spMkLst>
            <pc:docMk/>
            <pc:sldMk cId="1554076419" sldId="258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54:46.291" v="1629"/>
          <ac:spMkLst>
            <pc:docMk/>
            <pc:sldMk cId="1554076419" sldId="258"/>
            <ac:spMk id="3" creationId="{28C0A9F3-C74E-8D4C-12C9-FC5B0E07D0F8}"/>
          </ac:spMkLst>
        </pc:spChg>
        <pc:spChg chg="del">
          <ac:chgData name="Georges MATHIO" userId="1057b68d-d9cf-4cd5-bc4c-3fe68ec33e97" providerId="ADAL" clId="{424CC4A3-94C0-43E4-A801-8F92997663E9}" dt="2024-08-23T08:45:57.784" v="1" actId="478"/>
          <ac:spMkLst>
            <pc:docMk/>
            <pc:sldMk cId="1554076419" sldId="258"/>
            <ac:spMk id="4" creationId="{5185E7B7-BF77-8FA5-F450-22EF6CADB3AF}"/>
          </ac:spMkLst>
        </pc:spChg>
        <pc:spChg chg="del">
          <ac:chgData name="Georges MATHIO" userId="1057b68d-d9cf-4cd5-bc4c-3fe68ec33e97" providerId="ADAL" clId="{424CC4A3-94C0-43E4-A801-8F92997663E9}" dt="2024-08-23T08:46:06.806" v="8" actId="478"/>
          <ac:spMkLst>
            <pc:docMk/>
            <pc:sldMk cId="1554076419" sldId="258"/>
            <ac:spMk id="5" creationId="{EBC66D41-2824-5251-9360-B8C227F88DA6}"/>
          </ac:spMkLst>
        </pc:spChg>
        <pc:spChg chg="del">
          <ac:chgData name="Georges MATHIO" userId="1057b68d-d9cf-4cd5-bc4c-3fe68ec33e97" providerId="ADAL" clId="{424CC4A3-94C0-43E4-A801-8F92997663E9}" dt="2024-08-23T08:46:03.881" v="6" actId="478"/>
          <ac:spMkLst>
            <pc:docMk/>
            <pc:sldMk cId="1554076419" sldId="258"/>
            <ac:spMk id="6" creationId="{35FC96DA-A44D-A097-BC28-168510AB2271}"/>
          </ac:spMkLst>
        </pc:spChg>
        <pc:spChg chg="del">
          <ac:chgData name="Georges MATHIO" userId="1057b68d-d9cf-4cd5-bc4c-3fe68ec33e97" providerId="ADAL" clId="{424CC4A3-94C0-43E4-A801-8F92997663E9}" dt="2024-08-23T08:46:05.568" v="7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424CC4A3-94C0-43E4-A801-8F92997663E9}" dt="2024-08-26T14:55:14.249" v="1701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424CC4A3-94C0-43E4-A801-8F92997663E9}" dt="2024-08-23T08:46:13.219" v="10" actId="478"/>
          <ac:spMkLst>
            <pc:docMk/>
            <pc:sldMk cId="1554076419" sldId="258"/>
            <ac:spMk id="11" creationId="{3538C984-96B3-4E9A-E4F7-3FC99AFA0885}"/>
          </ac:spMkLst>
        </pc:spChg>
        <pc:spChg chg="del mod">
          <ac:chgData name="Georges MATHIO" userId="1057b68d-d9cf-4cd5-bc4c-3fe68ec33e97" providerId="ADAL" clId="{424CC4A3-94C0-43E4-A801-8F92997663E9}" dt="2024-08-23T08:46:02.352" v="5" actId="478"/>
          <ac:spMkLst>
            <pc:docMk/>
            <pc:sldMk cId="1554076419" sldId="258"/>
            <ac:spMk id="15" creationId="{1685C597-34CB-D272-A180-F815DAC2AE2C}"/>
          </ac:spMkLst>
        </pc:spChg>
        <pc:spChg chg="del">
          <ac:chgData name="Georges MATHIO" userId="1057b68d-d9cf-4cd5-bc4c-3fe68ec33e97" providerId="ADAL" clId="{424CC4A3-94C0-43E4-A801-8F92997663E9}" dt="2024-08-23T08:46:11.891" v="9" actId="478"/>
          <ac:spMkLst>
            <pc:docMk/>
            <pc:sldMk cId="1554076419" sldId="258"/>
            <ac:spMk id="20" creationId="{39F9D3FD-D936-8011-4FE9-236D6D545DC8}"/>
          </ac:spMkLst>
        </pc:spChg>
        <pc:picChg chg="del">
          <ac:chgData name="Georges MATHIO" userId="1057b68d-d9cf-4cd5-bc4c-3fe68ec33e97" providerId="ADAL" clId="{424CC4A3-94C0-43E4-A801-8F92997663E9}" dt="2024-08-23T08:46:00.910" v="3" actId="478"/>
          <ac:picMkLst>
            <pc:docMk/>
            <pc:sldMk cId="1554076419" sldId="258"/>
            <ac:picMk id="14" creationId="{DCF32F33-6E31-C54F-B79D-7B935267ADE7}"/>
          </ac:picMkLst>
        </pc:picChg>
        <pc:picChg chg="del">
          <ac:chgData name="Georges MATHIO" userId="1057b68d-d9cf-4cd5-bc4c-3fe68ec33e97" providerId="ADAL" clId="{424CC4A3-94C0-43E4-A801-8F92997663E9}" dt="2024-08-23T08:45:58.392" v="2" actId="478"/>
          <ac:picMkLst>
            <pc:docMk/>
            <pc:sldMk cId="1554076419" sldId="258"/>
            <ac:picMk id="19" creationId="{532C8E65-911C-75A2-6761-FDED691BB28F}"/>
          </ac:picMkLst>
        </pc:picChg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  <pc:spChg chg="mod">
          <ac:chgData name="Georges MATHIO" userId="1057b68d-d9cf-4cd5-bc4c-3fe68ec33e97" providerId="ADAL" clId="{424CC4A3-94C0-43E4-A801-8F92997663E9}" dt="2024-08-26T13:28:11.160" v="288" actId="20577"/>
          <ac:spMkLst>
            <pc:docMk/>
            <pc:sldMk cId="698645210" sldId="259"/>
            <ac:spMk id="2" creationId="{8AE1D70E-C040-1542-B36E-7DDF82084F61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  <pc:spChg chg="mod">
          <ac:chgData name="Georges MATHIO" userId="1057b68d-d9cf-4cd5-bc4c-3fe68ec33e97" providerId="ADAL" clId="{424CC4A3-94C0-43E4-A801-8F92997663E9}" dt="2024-08-26T13:28:38.706" v="305" actId="20577"/>
          <ac:spMkLst>
            <pc:docMk/>
            <pc:sldMk cId="2019018920" sldId="260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43:27.977" v="1001" actId="404"/>
          <ac:spMkLst>
            <pc:docMk/>
            <pc:sldMk cId="2019018920" sldId="260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3:47:33.411" v="513" actId="20577"/>
          <ac:spMkLst>
            <pc:docMk/>
            <pc:sldMk cId="2019018920" sldId="260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  <pc:spChg chg="mod">
          <ac:chgData name="Georges MATHIO" userId="1057b68d-d9cf-4cd5-bc4c-3fe68ec33e97" providerId="ADAL" clId="{424CC4A3-94C0-43E4-A801-8F92997663E9}" dt="2024-08-26T13:48:18.155" v="552" actId="14100"/>
          <ac:spMkLst>
            <pc:docMk/>
            <pc:sldMk cId="4161449416" sldId="261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3:20.246" v="1000" actId="404"/>
          <ac:spMkLst>
            <pc:docMk/>
            <pc:sldMk cId="4161449416" sldId="261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4:45:53.593" v="1249" actId="20577"/>
          <ac:spMkLst>
            <pc:docMk/>
            <pc:sldMk cId="4161449416" sldId="261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  <pc:spChg chg="mod">
          <ac:chgData name="Georges MATHIO" userId="1057b68d-d9cf-4cd5-bc4c-3fe68ec33e97" providerId="ADAL" clId="{424CC4A3-94C0-43E4-A801-8F92997663E9}" dt="2024-08-26T14:46:57.592" v="1300" actId="20577"/>
          <ac:spMkLst>
            <pc:docMk/>
            <pc:sldMk cId="3587356529" sldId="262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9:38.158" v="1525" actId="20577"/>
          <ac:spMkLst>
            <pc:docMk/>
            <pc:sldMk cId="3587356529" sldId="262"/>
            <ac:spMk id="8" creationId="{8C1BBF7E-EA70-9FE6-C90F-A1284432D1C6}"/>
          </ac:spMkLst>
        </pc:spChg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  <pc:spChg chg="mod">
          <ac:chgData name="Georges MATHIO" userId="1057b68d-d9cf-4cd5-bc4c-3fe68ec33e97" providerId="ADAL" clId="{424CC4A3-94C0-43E4-A801-8F92997663E9}" dt="2024-08-26T14:53:57.023" v="1552" actId="20577"/>
          <ac:spMkLst>
            <pc:docMk/>
            <pc:sldMk cId="631768457" sldId="263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57:04.050" v="1875" actId="20577"/>
          <ac:spMkLst>
            <pc:docMk/>
            <pc:sldMk cId="631768457" sldId="263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  <pc:spChg chg="mod">
          <ac:chgData name="Georges MATHIO" userId="1057b68d-d9cf-4cd5-bc4c-3fe68ec33e97" providerId="ADAL" clId="{424CC4A3-94C0-43E4-A801-8F92997663E9}" dt="2024-08-26T15:02:42.067" v="1900" actId="20577"/>
          <ac:spMkLst>
            <pc:docMk/>
            <pc:sldMk cId="3585669407" sldId="264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03:26.142" v="1990" actId="20577"/>
          <ac:spMkLst>
            <pc:docMk/>
            <pc:sldMk cId="3585669407" sldId="264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  <pc:spChg chg="mod">
          <ac:chgData name="Georges MATHIO" userId="1057b68d-d9cf-4cd5-bc4c-3fe68ec33e97" providerId="ADAL" clId="{424CC4A3-94C0-43E4-A801-8F92997663E9}" dt="2024-08-26T15:03:48.845" v="2009" actId="20577"/>
          <ac:spMkLst>
            <pc:docMk/>
            <pc:sldMk cId="2440634833" sldId="265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11:40.995" v="2295" actId="5793"/>
          <ac:spMkLst>
            <pc:docMk/>
            <pc:sldMk cId="2440634833" sldId="265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  <pc:spChg chg="mod">
          <ac:chgData name="Georges MATHIO" userId="1057b68d-d9cf-4cd5-bc4c-3fe68ec33e97" providerId="ADAL" clId="{424CC4A3-94C0-43E4-A801-8F92997663E9}" dt="2024-08-26T15:11:55.873" v="2319" actId="20577"/>
          <ac:spMkLst>
            <pc:docMk/>
            <pc:sldMk cId="1447089258" sldId="266"/>
            <ac:spMk id="2" creationId="{682D4D2C-FCC1-E2D0-433D-C04CA78A746B}"/>
          </ac:spMkLst>
        </pc:spChg>
        <pc:spChg chg="mod">
          <ac:chgData name="Georges MATHIO" userId="1057b68d-d9cf-4cd5-bc4c-3fe68ec33e97" providerId="ADAL" clId="{424CC4A3-94C0-43E4-A801-8F92997663E9}" dt="2024-08-26T15:12:55.657" v="2414" actId="20577"/>
          <ac:spMkLst>
            <pc:docMk/>
            <pc:sldMk cId="1447089258" sldId="266"/>
            <ac:spMk id="3" creationId="{5545E4FC-79EF-1577-7D6D-21CFB511159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  <pc:spChg chg="mod">
          <ac:chgData name="Georges MATHIO" userId="1057b68d-d9cf-4cd5-bc4c-3fe68ec33e97" providerId="ADAL" clId="{424CC4A3-94C0-43E4-A801-8F92997663E9}" dt="2024-08-26T15:13:46.344" v="2494" actId="20577"/>
          <ac:spMkLst>
            <pc:docMk/>
            <pc:sldMk cId="3988114519" sldId="267"/>
            <ac:spMk id="2" creationId="{B51FBBAB-DC1E-B2C0-C211-2F7122862320}"/>
          </ac:spMkLst>
        </pc:spChg>
        <pc:spChg chg="mod">
          <ac:chgData name="Georges MATHIO" userId="1057b68d-d9cf-4cd5-bc4c-3fe68ec33e97" providerId="ADAL" clId="{424CC4A3-94C0-43E4-A801-8F92997663E9}" dt="2024-08-27T07:03:38.654" v="2504" actId="20577"/>
          <ac:spMkLst>
            <pc:docMk/>
            <pc:sldMk cId="3988114519" sldId="267"/>
            <ac:spMk id="3" creationId="{EE484CE1-CF8F-90DE-E23F-C3FC92DA6BE9}"/>
          </ac:spMkLst>
        </pc:spChg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424CC4A3-94C0-43E4-A801-8F92997663E9}" dt="2024-08-23T08:48:36.644" v="89" actId="1410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2:49.362" v="111" actId="242"/>
          <ac:spMkLst>
            <pc:docMk/>
            <pc:sldMasterMk cId="0" sldId="2147483648"/>
            <ac:spMk id="3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4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5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6" creationId="{00000000-0000-0000-0000-000000000000}"/>
          </ac:spMkLst>
        </pc:spChg>
        <pc:picChg chg="add del mod">
          <ac:chgData name="Georges MATHIO" userId="1057b68d-d9cf-4cd5-bc4c-3fe68ec33e97" providerId="ADAL" clId="{424CC4A3-94C0-43E4-A801-8F92997663E9}" dt="2024-08-23T08:53:53.387" v="168" actId="478"/>
          <ac:picMkLst>
            <pc:docMk/>
            <pc:sldMasterMk cId="0" sldId="2147483648"/>
            <ac:picMk id="8" creationId="{0F51C33F-AA97-9554-C008-370ACF36E71F}"/>
          </ac:picMkLst>
        </pc:picChg>
        <pc:picChg chg="add del mod">
          <ac:chgData name="Georges MATHIO" userId="1057b68d-d9cf-4cd5-bc4c-3fe68ec33e97" providerId="ADAL" clId="{424CC4A3-94C0-43E4-A801-8F92997663E9}" dt="2024-08-23T08:53:52.669" v="167" actId="478"/>
          <ac:picMkLst>
            <pc:docMk/>
            <pc:sldMasterMk cId="0" sldId="2147483648"/>
            <ac:picMk id="10" creationId="{E064BDF9-A4F4-E395-C863-B08AC5761598}"/>
          </ac:picMkLst>
        </pc:picChg>
        <pc:picChg chg="add del mod">
          <ac:chgData name="Georges MATHIO" userId="1057b68d-d9cf-4cd5-bc4c-3fe68ec33e97" providerId="ADAL" clId="{424CC4A3-94C0-43E4-A801-8F92997663E9}" dt="2024-08-23T08:53:54.062" v="169" actId="478"/>
          <ac:picMkLst>
            <pc:docMk/>
            <pc:sldMasterMk cId="0" sldId="2147483648"/>
            <ac:picMk id="11" creationId="{154E8207-70F1-A47D-4832-0363BB96D820}"/>
          </ac:picMkLst>
        </pc:picChg>
        <pc:picChg chg="add del mod">
          <ac:chgData name="Georges MATHIO" userId="1057b68d-d9cf-4cd5-bc4c-3fe68ec33e97" providerId="ADAL" clId="{424CC4A3-94C0-43E4-A801-8F92997663E9}" dt="2024-08-23T08:54:00.618" v="185" actId="478"/>
          <ac:picMkLst>
            <pc:docMk/>
            <pc:sldMasterMk cId="0" sldId="2147483648"/>
            <ac:picMk id="12" creationId="{6BEE9CDA-72BD-2F9C-5B70-1E0E9D709902}"/>
          </ac:picMkLst>
        </pc:picChg>
        <pc:picChg chg="add del mod">
          <ac:chgData name="Georges MATHIO" userId="1057b68d-d9cf-4cd5-bc4c-3fe68ec33e97" providerId="ADAL" clId="{424CC4A3-94C0-43E4-A801-8F92997663E9}" dt="2024-08-23T08:54:00.367" v="184" actId="478"/>
          <ac:picMkLst>
            <pc:docMk/>
            <pc:sldMasterMk cId="0" sldId="2147483648"/>
            <ac:picMk id="13" creationId="{C4F116F8-1C5F-2478-CF28-0D3810A2C0BF}"/>
          </ac:picMkLst>
        </pc:picChg>
        <pc:picChg chg="add del mod">
          <ac:chgData name="Georges MATHIO" userId="1057b68d-d9cf-4cd5-bc4c-3fe68ec33e97" providerId="ADAL" clId="{424CC4A3-94C0-43E4-A801-8F92997663E9}" dt="2024-08-23T08:54:00.115" v="183" actId="478"/>
          <ac:picMkLst>
            <pc:docMk/>
            <pc:sldMasterMk cId="0" sldId="2147483648"/>
            <ac:picMk id="14" creationId="{3B315E94-0EE6-264A-0C80-15892819303C}"/>
          </ac:picMkLst>
        </pc:picChg>
        <pc:picChg chg="add del mod">
          <ac:chgData name="Georges MATHIO" userId="1057b68d-d9cf-4cd5-bc4c-3fe68ec33e97" providerId="ADAL" clId="{424CC4A3-94C0-43E4-A801-8F92997663E9}" dt="2024-08-23T08:53:59.872" v="182" actId="478"/>
          <ac:picMkLst>
            <pc:docMk/>
            <pc:sldMasterMk cId="0" sldId="2147483648"/>
            <ac:picMk id="15" creationId="{C7BE079D-D6E8-D758-B4D8-609C8926028F}"/>
          </ac:picMkLst>
        </pc:picChg>
        <pc:picChg chg="add del mod">
          <ac:chgData name="Georges MATHIO" userId="1057b68d-d9cf-4cd5-bc4c-3fe68ec33e97" providerId="ADAL" clId="{424CC4A3-94C0-43E4-A801-8F92997663E9}" dt="2024-08-23T08:53:59.620" v="181" actId="478"/>
          <ac:picMkLst>
            <pc:docMk/>
            <pc:sldMasterMk cId="0" sldId="2147483648"/>
            <ac:picMk id="16" creationId="{9D10609D-E47A-E211-4A44-1BD9C19420F3}"/>
          </ac:picMkLst>
        </pc:picChg>
        <pc:picChg chg="add del mod">
          <ac:chgData name="Georges MATHIO" userId="1057b68d-d9cf-4cd5-bc4c-3fe68ec33e97" providerId="ADAL" clId="{424CC4A3-94C0-43E4-A801-8F92997663E9}" dt="2024-08-23T08:53:59.361" v="180" actId="478"/>
          <ac:picMkLst>
            <pc:docMk/>
            <pc:sldMasterMk cId="0" sldId="2147483648"/>
            <ac:picMk id="17" creationId="{9848AACD-3448-AA2C-D3B6-D19CD662C1C5}"/>
          </ac:picMkLst>
        </pc:picChg>
        <pc:picChg chg="add del mod">
          <ac:chgData name="Georges MATHIO" userId="1057b68d-d9cf-4cd5-bc4c-3fe68ec33e97" providerId="ADAL" clId="{424CC4A3-94C0-43E4-A801-8F92997663E9}" dt="2024-08-23T08:53:59.086" v="179" actId="478"/>
          <ac:picMkLst>
            <pc:docMk/>
            <pc:sldMasterMk cId="0" sldId="2147483648"/>
            <ac:picMk id="18" creationId="{CD9274E4-FE25-816F-EF9C-8F159E4B7A06}"/>
          </ac:picMkLst>
        </pc:picChg>
        <pc:picChg chg="add del mod">
          <ac:chgData name="Georges MATHIO" userId="1057b68d-d9cf-4cd5-bc4c-3fe68ec33e97" providerId="ADAL" clId="{424CC4A3-94C0-43E4-A801-8F92997663E9}" dt="2024-08-23T08:53:58.811" v="178" actId="478"/>
          <ac:picMkLst>
            <pc:docMk/>
            <pc:sldMasterMk cId="0" sldId="2147483648"/>
            <ac:picMk id="19" creationId="{211322F9-76E5-3C52-5BBB-06779E1281BA}"/>
          </ac:picMkLst>
        </pc:picChg>
        <pc:picChg chg="add del mod">
          <ac:chgData name="Georges MATHIO" userId="1057b68d-d9cf-4cd5-bc4c-3fe68ec33e97" providerId="ADAL" clId="{424CC4A3-94C0-43E4-A801-8F92997663E9}" dt="2024-08-23T08:53:58.565" v="177" actId="478"/>
          <ac:picMkLst>
            <pc:docMk/>
            <pc:sldMasterMk cId="0" sldId="2147483648"/>
            <ac:picMk id="20" creationId="{67FBDBD6-A2EE-714F-E67B-EBB279EAAB6B}"/>
          </ac:picMkLst>
        </pc:picChg>
        <pc:picChg chg="add del mod">
          <ac:chgData name="Georges MATHIO" userId="1057b68d-d9cf-4cd5-bc4c-3fe68ec33e97" providerId="ADAL" clId="{424CC4A3-94C0-43E4-A801-8F92997663E9}" dt="2024-08-23T08:53:58.270" v="176" actId="478"/>
          <ac:picMkLst>
            <pc:docMk/>
            <pc:sldMasterMk cId="0" sldId="2147483648"/>
            <ac:picMk id="21" creationId="{42AD6290-1316-6813-34FF-E1C9D9077900}"/>
          </ac:picMkLst>
        </pc:picChg>
        <pc:picChg chg="add del mod">
          <ac:chgData name="Georges MATHIO" userId="1057b68d-d9cf-4cd5-bc4c-3fe68ec33e97" providerId="ADAL" clId="{424CC4A3-94C0-43E4-A801-8F92997663E9}" dt="2024-08-23T08:53:58.040" v="175" actId="478"/>
          <ac:picMkLst>
            <pc:docMk/>
            <pc:sldMasterMk cId="0" sldId="2147483648"/>
            <ac:picMk id="22" creationId="{5A50F741-28CB-9C4D-B5EB-773CFF34A906}"/>
          </ac:picMkLst>
        </pc:picChg>
        <pc:picChg chg="add del mod">
          <ac:chgData name="Georges MATHIO" userId="1057b68d-d9cf-4cd5-bc4c-3fe68ec33e97" providerId="ADAL" clId="{424CC4A3-94C0-43E4-A801-8F92997663E9}" dt="2024-08-23T08:53:55.122" v="170" actId="478"/>
          <ac:picMkLst>
            <pc:docMk/>
            <pc:sldMasterMk cId="0" sldId="2147483648"/>
            <ac:picMk id="23" creationId="{46561F19-5383-6157-7D81-19F51E506E53}"/>
          </ac:picMkLst>
        </pc:picChg>
        <pc:picChg chg="add del mod">
          <ac:chgData name="Georges MATHIO" userId="1057b68d-d9cf-4cd5-bc4c-3fe68ec33e97" providerId="ADAL" clId="{424CC4A3-94C0-43E4-A801-8F92997663E9}" dt="2024-08-23T08:53:57.732" v="174" actId="478"/>
          <ac:picMkLst>
            <pc:docMk/>
            <pc:sldMasterMk cId="0" sldId="2147483648"/>
            <ac:picMk id="24" creationId="{CB54F99D-DB95-38D6-F8D7-D3BB9F681E53}"/>
          </ac:picMkLst>
        </pc:picChg>
        <pc:picChg chg="add del mod">
          <ac:chgData name="Georges MATHIO" userId="1057b68d-d9cf-4cd5-bc4c-3fe68ec33e97" providerId="ADAL" clId="{424CC4A3-94C0-43E4-A801-8F92997663E9}" dt="2024-08-23T08:53:57.446" v="173" actId="478"/>
          <ac:picMkLst>
            <pc:docMk/>
            <pc:sldMasterMk cId="0" sldId="2147483648"/>
            <ac:picMk id="25" creationId="{09D11005-3436-9F92-91A1-159495BD09EA}"/>
          </ac:picMkLst>
        </pc:picChg>
        <pc:picChg chg="add del mod">
          <ac:chgData name="Georges MATHIO" userId="1057b68d-d9cf-4cd5-bc4c-3fe68ec33e97" providerId="ADAL" clId="{424CC4A3-94C0-43E4-A801-8F92997663E9}" dt="2024-08-23T08:53:57.076" v="172" actId="478"/>
          <ac:picMkLst>
            <pc:docMk/>
            <pc:sldMasterMk cId="0" sldId="2147483648"/>
            <ac:picMk id="26" creationId="{026A7858-07DF-3C22-305B-D9020CC4D0D0}"/>
          </ac:picMkLst>
        </pc:picChg>
        <pc:picChg chg="add del mod">
          <ac:chgData name="Georges MATHIO" userId="1057b68d-d9cf-4cd5-bc4c-3fe68ec33e97" providerId="ADAL" clId="{424CC4A3-94C0-43E4-A801-8F92997663E9}" dt="2024-08-23T08:53:56.606" v="171" actId="478"/>
          <ac:picMkLst>
            <pc:docMk/>
            <pc:sldMasterMk cId="0" sldId="2147483648"/>
            <ac:picMk id="27" creationId="{67E9D7AA-9F28-70C0-63EF-6A7FA42295F3}"/>
          </ac:picMkLst>
        </pc:picChg>
        <pc:picChg chg="add del mod">
          <ac:chgData name="Georges MATHIO" userId="1057b68d-d9cf-4cd5-bc4c-3fe68ec33e97" providerId="ADAL" clId="{424CC4A3-94C0-43E4-A801-8F92997663E9}" dt="2024-08-23T08:54:07.272" v="201" actId="478"/>
          <ac:picMkLst>
            <pc:docMk/>
            <pc:sldMasterMk cId="0" sldId="2147483648"/>
            <ac:picMk id="28" creationId="{B67C7EC4-0E3D-EE58-E079-688E10495508}"/>
          </ac:picMkLst>
        </pc:picChg>
        <pc:picChg chg="add del mod">
          <ac:chgData name="Georges MATHIO" userId="1057b68d-d9cf-4cd5-bc4c-3fe68ec33e97" providerId="ADAL" clId="{424CC4A3-94C0-43E4-A801-8F92997663E9}" dt="2024-08-23T08:54:06.979" v="200" actId="478"/>
          <ac:picMkLst>
            <pc:docMk/>
            <pc:sldMasterMk cId="0" sldId="2147483648"/>
            <ac:picMk id="29" creationId="{5F051A44-0031-11D9-3A39-7C72B34CDFF0}"/>
          </ac:picMkLst>
        </pc:picChg>
        <pc:picChg chg="add del mod">
          <ac:chgData name="Georges MATHIO" userId="1057b68d-d9cf-4cd5-bc4c-3fe68ec33e97" providerId="ADAL" clId="{424CC4A3-94C0-43E4-A801-8F92997663E9}" dt="2024-08-23T08:54:06.732" v="199" actId="478"/>
          <ac:picMkLst>
            <pc:docMk/>
            <pc:sldMasterMk cId="0" sldId="2147483648"/>
            <ac:picMk id="30" creationId="{4283C224-2784-07AD-3A22-F367ED1D6D28}"/>
          </ac:picMkLst>
        </pc:picChg>
        <pc:picChg chg="add del mod">
          <ac:chgData name="Georges MATHIO" userId="1057b68d-d9cf-4cd5-bc4c-3fe68ec33e97" providerId="ADAL" clId="{424CC4A3-94C0-43E4-A801-8F92997663E9}" dt="2024-08-23T08:54:06.461" v="198" actId="478"/>
          <ac:picMkLst>
            <pc:docMk/>
            <pc:sldMasterMk cId="0" sldId="2147483648"/>
            <ac:picMk id="31" creationId="{274C6931-467F-A9B2-C382-BF8027150F50}"/>
          </ac:picMkLst>
        </pc:picChg>
        <pc:picChg chg="add del mod">
          <ac:chgData name="Georges MATHIO" userId="1057b68d-d9cf-4cd5-bc4c-3fe68ec33e97" providerId="ADAL" clId="{424CC4A3-94C0-43E4-A801-8F92997663E9}" dt="2024-08-23T08:54:06.190" v="197" actId="478"/>
          <ac:picMkLst>
            <pc:docMk/>
            <pc:sldMasterMk cId="0" sldId="2147483648"/>
            <ac:picMk id="32" creationId="{94EA0710-D4C3-1277-8988-5F65B803C00F}"/>
          </ac:picMkLst>
        </pc:picChg>
        <pc:picChg chg="add del mod">
          <ac:chgData name="Georges MATHIO" userId="1057b68d-d9cf-4cd5-bc4c-3fe68ec33e97" providerId="ADAL" clId="{424CC4A3-94C0-43E4-A801-8F92997663E9}" dt="2024-08-23T08:54:05.919" v="196" actId="478"/>
          <ac:picMkLst>
            <pc:docMk/>
            <pc:sldMasterMk cId="0" sldId="2147483648"/>
            <ac:picMk id="33" creationId="{6CA6952E-BA27-529B-B34B-0EF9917416B8}"/>
          </ac:picMkLst>
        </pc:picChg>
        <pc:picChg chg="add del mod">
          <ac:chgData name="Georges MATHIO" userId="1057b68d-d9cf-4cd5-bc4c-3fe68ec33e97" providerId="ADAL" clId="{424CC4A3-94C0-43E4-A801-8F92997663E9}" dt="2024-08-23T08:54:05.648" v="195" actId="478"/>
          <ac:picMkLst>
            <pc:docMk/>
            <pc:sldMasterMk cId="0" sldId="2147483648"/>
            <ac:picMk id="34" creationId="{88F17029-6F81-AAD7-06B7-664D92F0F2CE}"/>
          </ac:picMkLst>
        </pc:picChg>
        <pc:picChg chg="add del mod">
          <ac:chgData name="Georges MATHIO" userId="1057b68d-d9cf-4cd5-bc4c-3fe68ec33e97" providerId="ADAL" clId="{424CC4A3-94C0-43E4-A801-8F92997663E9}" dt="2024-08-23T08:54:05.358" v="194" actId="478"/>
          <ac:picMkLst>
            <pc:docMk/>
            <pc:sldMasterMk cId="0" sldId="2147483648"/>
            <ac:picMk id="35" creationId="{1E1B1913-FF9A-4DA3-A5E0-7F8C663045C5}"/>
          </ac:picMkLst>
        </pc:picChg>
        <pc:picChg chg="add del mod">
          <ac:chgData name="Georges MATHIO" userId="1057b68d-d9cf-4cd5-bc4c-3fe68ec33e97" providerId="ADAL" clId="{424CC4A3-94C0-43E4-A801-8F92997663E9}" dt="2024-08-23T08:54:04.977" v="193" actId="478"/>
          <ac:picMkLst>
            <pc:docMk/>
            <pc:sldMasterMk cId="0" sldId="2147483648"/>
            <ac:picMk id="36" creationId="{2ED2B59A-2077-4BC7-11E2-4C338F5FC8FA}"/>
          </ac:picMkLst>
        </pc:picChg>
        <pc:picChg chg="add del mod">
          <ac:chgData name="Georges MATHIO" userId="1057b68d-d9cf-4cd5-bc4c-3fe68ec33e97" providerId="ADAL" clId="{424CC4A3-94C0-43E4-A801-8F92997663E9}" dt="2024-08-23T08:54:04.164" v="192" actId="478"/>
          <ac:picMkLst>
            <pc:docMk/>
            <pc:sldMasterMk cId="0" sldId="2147483648"/>
            <ac:picMk id="37" creationId="{0E98A1CE-E44A-861C-A80C-F29DBC0824D3}"/>
          </ac:picMkLst>
        </pc:picChg>
        <pc:picChg chg="add del mod">
          <ac:chgData name="Georges MATHIO" userId="1057b68d-d9cf-4cd5-bc4c-3fe68ec33e97" providerId="ADAL" clId="{424CC4A3-94C0-43E4-A801-8F92997663E9}" dt="2024-08-23T08:54:03.828" v="191" actId="478"/>
          <ac:picMkLst>
            <pc:docMk/>
            <pc:sldMasterMk cId="0" sldId="2147483648"/>
            <ac:picMk id="38" creationId="{3CD13574-17EE-A682-2644-0972E83B1515}"/>
          </ac:picMkLst>
        </pc:picChg>
        <pc:picChg chg="add del mod">
          <ac:chgData name="Georges MATHIO" userId="1057b68d-d9cf-4cd5-bc4c-3fe68ec33e97" providerId="ADAL" clId="{424CC4A3-94C0-43E4-A801-8F92997663E9}" dt="2024-08-23T08:54:03.580" v="190" actId="478"/>
          <ac:picMkLst>
            <pc:docMk/>
            <pc:sldMasterMk cId="0" sldId="2147483648"/>
            <ac:picMk id="39" creationId="{7CAABB4E-3A63-6357-C264-2473528BF185}"/>
          </ac:picMkLst>
        </pc:picChg>
        <pc:picChg chg="add del mod">
          <ac:chgData name="Georges MATHIO" userId="1057b68d-d9cf-4cd5-bc4c-3fe68ec33e97" providerId="ADAL" clId="{424CC4A3-94C0-43E4-A801-8F92997663E9}" dt="2024-08-23T08:54:03.332" v="189" actId="478"/>
          <ac:picMkLst>
            <pc:docMk/>
            <pc:sldMasterMk cId="0" sldId="2147483648"/>
            <ac:picMk id="40" creationId="{07ACCEDF-F56D-1F67-B1E4-83ED2BAADE31}"/>
          </ac:picMkLst>
        </pc:picChg>
        <pc:picChg chg="add del mod">
          <ac:chgData name="Georges MATHIO" userId="1057b68d-d9cf-4cd5-bc4c-3fe68ec33e97" providerId="ADAL" clId="{424CC4A3-94C0-43E4-A801-8F92997663E9}" dt="2024-08-23T08:54:03.089" v="188" actId="478"/>
          <ac:picMkLst>
            <pc:docMk/>
            <pc:sldMasterMk cId="0" sldId="2147483648"/>
            <ac:picMk id="41" creationId="{3D50217C-35C2-8309-4957-0EACABFD3767}"/>
          </ac:picMkLst>
        </pc:picChg>
        <pc:picChg chg="add del mod">
          <ac:chgData name="Georges MATHIO" userId="1057b68d-d9cf-4cd5-bc4c-3fe68ec33e97" providerId="ADAL" clId="{424CC4A3-94C0-43E4-A801-8F92997663E9}" dt="2024-08-23T08:54:02.837" v="187" actId="478"/>
          <ac:picMkLst>
            <pc:docMk/>
            <pc:sldMasterMk cId="0" sldId="2147483648"/>
            <ac:picMk id="42" creationId="{AAE4F9C7-009E-C5B0-C595-F669719749D3}"/>
          </ac:picMkLst>
        </pc:picChg>
        <pc:picChg chg="add del mod">
          <ac:chgData name="Georges MATHIO" userId="1057b68d-d9cf-4cd5-bc4c-3fe68ec33e97" providerId="ADAL" clId="{424CC4A3-94C0-43E4-A801-8F92997663E9}" dt="2024-08-23T08:54:02.502" v="186" actId="478"/>
          <ac:picMkLst>
            <pc:docMk/>
            <pc:sldMasterMk cId="0" sldId="2147483648"/>
            <ac:picMk id="43" creationId="{8CA3CD9D-4B55-DFFA-FB64-A225DEFE5AAA}"/>
          </ac:picMkLst>
        </pc:picChg>
        <pc:picChg chg="add del mod">
          <ac:chgData name="Georges MATHIO" userId="1057b68d-d9cf-4cd5-bc4c-3fe68ec33e97" providerId="ADAL" clId="{424CC4A3-94C0-43E4-A801-8F92997663E9}" dt="2024-08-23T08:54:20.481" v="203" actId="478"/>
          <ac:picMkLst>
            <pc:docMk/>
            <pc:sldMasterMk cId="0" sldId="2147483648"/>
            <ac:picMk id="44" creationId="{76F20058-CB51-9BCF-66D8-A69D0CBA05A1}"/>
          </ac:picMkLst>
        </pc:picChg>
        <pc:picChg chg="add del mod">
          <ac:chgData name="Georges MATHIO" userId="1057b68d-d9cf-4cd5-bc4c-3fe68ec33e97" providerId="ADAL" clId="{424CC4A3-94C0-43E4-A801-8F92997663E9}" dt="2024-08-23T08:54:52.855" v="208" actId="478"/>
          <ac:picMkLst>
            <pc:docMk/>
            <pc:sldMasterMk cId="0" sldId="2147483648"/>
            <ac:picMk id="45" creationId="{29CC7BCC-8F9F-1BF5-23DC-3A37AC4A54C0}"/>
          </ac:picMkLst>
        </pc:picChg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  <pc:spChg chg="add del">
            <ac:chgData name="Georges MATHIO" userId="1057b68d-d9cf-4cd5-bc4c-3fe68ec33e97" providerId="ADAL" clId="{424CC4A3-94C0-43E4-A801-8F92997663E9}" dt="2024-08-23T08:52:58.450" v="127" actId="47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2:52.399" v="116" actId="47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793" v="235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589" v="234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add del mod">
            <ac:chgData name="Georges MATHIO" userId="1057b68d-d9cf-4cd5-bc4c-3fe68ec33e97" providerId="ADAL" clId="{424CC4A3-94C0-43E4-A801-8F92997663E9}" dt="2024-08-23T08:56:34.014" v="236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3:44.237" v="166" actId="478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33.184" v="232" actId="167"/>
            <ac:picMkLst>
              <pc:docMk/>
              <pc:sldMasterMk cId="0" sldId="2147483648"/>
              <pc:sldLayoutMk cId="0" sldId="2147483649"/>
              <ac:picMk id="8" creationId="{6E3A0FE5-C39A-1C49-86B6-D92A234AE4B7}"/>
            </ac:picMkLst>
          </pc:picChg>
          <pc:picChg chg="add mod">
            <ac:chgData name="Georges MATHIO" userId="1057b68d-d9cf-4cd5-bc4c-3fe68ec33e97" providerId="ADAL" clId="{424CC4A3-94C0-43E4-A801-8F92997663E9}" dt="2024-08-23T08:54:41.138" v="206"/>
            <ac:picMkLst>
              <pc:docMk/>
              <pc:sldMasterMk cId="0" sldId="2147483648"/>
              <pc:sldLayoutMk cId="0" sldId="2147483649"/>
              <ac:picMk id="9" creationId="{3F729055-8133-87FB-66B4-579C0EA28CF3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4:33.462" v="205" actId="478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add mod">
            <ac:chgData name="Georges MATHIO" userId="1057b68d-d9cf-4cd5-bc4c-3fe68ec33e97" providerId="ADAL" clId="{424CC4A3-94C0-43E4-A801-8F92997663E9}" dt="2024-08-23T08:56:45.269" v="239"/>
            <ac:picMkLst>
              <pc:docMk/>
              <pc:sldMasterMk cId="0" sldId="2147483648"/>
              <pc:sldLayoutMk cId="0" sldId="2147483650"/>
              <ac:picMk id="8" creationId="{C0E4D736-DF0E-6FFB-D4A2-46F677BC3666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  <pc:spChg chg="add del mod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  <pc:picChg chg="add del mod">
            <ac:chgData name="Georges MATHIO" userId="1057b68d-d9cf-4cd5-bc4c-3fe68ec33e97" providerId="ADAL" clId="{424CC4A3-94C0-43E4-A801-8F92997663E9}" dt="2024-08-23T08:56:32.443" v="229" actId="478"/>
            <ac:picMkLst>
              <pc:docMk/>
              <pc:sldMasterMk cId="0" sldId="2147483648"/>
              <pc:sldLayoutMk cId="0" sldId="2147483654"/>
              <ac:picMk id="6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42.345" v="238" actId="167"/>
            <ac:picMkLst>
              <pc:docMk/>
              <pc:sldMasterMk cId="0" sldId="2147483648"/>
              <pc:sldLayoutMk cId="0" sldId="2147483654"/>
              <ac:picMk id="7" creationId="{91C81237-E8B3-96FF-4819-AA9DE4BC9394}"/>
            </ac:picMkLst>
          </pc:picChg>
        </pc:sldLayoutChg>
      </pc:sldMasterChg>
    </pc:docChg>
  </pc:docChgLst>
  <pc:docChgLst>
    <pc:chgData name="Georges MATHIO" userId="1057b68d-d9cf-4cd5-bc4c-3fe68ec33e97" providerId="ADAL" clId="{073DC565-985F-4AA5-887C-C605BF9A3A75}"/>
    <pc:docChg chg="undo custSel addSld delSld modSld">
      <pc:chgData name="Georges MATHIO" userId="1057b68d-d9cf-4cd5-bc4c-3fe68ec33e97" providerId="ADAL" clId="{073DC565-985F-4AA5-887C-C605BF9A3A75}" dt="2024-12-05T17:16:48.865" v="1182" actId="20577"/>
      <pc:docMkLst>
        <pc:docMk/>
      </pc:docMkLst>
      <pc:sldChg chg="delSp modSp mod">
        <pc:chgData name="Georges MATHIO" userId="1057b68d-d9cf-4cd5-bc4c-3fe68ec33e97" providerId="ADAL" clId="{073DC565-985F-4AA5-887C-C605BF9A3A75}" dt="2024-11-15T11:51:36.076" v="19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073DC565-985F-4AA5-887C-C605BF9A3A75}" dt="2024-11-15T11:51:36.076" v="19" actId="20577"/>
          <ac:spMkLst>
            <pc:docMk/>
            <pc:sldMk cId="2526593619" sldId="256"/>
            <ac:spMk id="3" creationId="{00000000-0000-0000-0000-000000000000}"/>
          </ac:spMkLst>
        </pc:spChg>
        <pc:picChg chg="del">
          <ac:chgData name="Georges MATHIO" userId="1057b68d-d9cf-4cd5-bc4c-3fe68ec33e97" providerId="ADAL" clId="{073DC565-985F-4AA5-887C-C605BF9A3A75}" dt="2024-11-15T11:51:28.944" v="0" actId="478"/>
          <ac:picMkLst>
            <pc:docMk/>
            <pc:sldMk cId="2526593619" sldId="256"/>
            <ac:picMk id="5" creationId="{F73F8FC2-5B6F-E10C-9677-54E44621F570}"/>
          </ac:picMkLst>
        </pc:picChg>
      </pc:sldChg>
      <pc:sldChg chg="delSp modSp mod">
        <pc:chgData name="Georges MATHIO" userId="1057b68d-d9cf-4cd5-bc4c-3fe68ec33e97" providerId="ADAL" clId="{073DC565-985F-4AA5-887C-C605BF9A3A75}" dt="2024-12-05T17:14:45.051" v="1153" actId="6549"/>
        <pc:sldMkLst>
          <pc:docMk/>
          <pc:sldMk cId="1824297136" sldId="257"/>
        </pc:sldMkLst>
        <pc:spChg chg="mod">
          <ac:chgData name="Georges MATHIO" userId="1057b68d-d9cf-4cd5-bc4c-3fe68ec33e97" providerId="ADAL" clId="{073DC565-985F-4AA5-887C-C605BF9A3A75}" dt="2024-12-05T17:14:45.051" v="1153" actId="6549"/>
          <ac:spMkLst>
            <pc:docMk/>
            <pc:sldMk cId="1824297136" sldId="257"/>
            <ac:spMk id="3" creationId="{F877468A-C6BD-DFB1-948A-75293497D502}"/>
          </ac:spMkLst>
        </pc:spChg>
        <pc:spChg chg="del">
          <ac:chgData name="Georges MATHIO" userId="1057b68d-d9cf-4cd5-bc4c-3fe68ec33e97" providerId="ADAL" clId="{073DC565-985F-4AA5-887C-C605BF9A3A75}" dt="2024-11-15T12:00:10.783" v="20" actId="478"/>
          <ac:spMkLst>
            <pc:docMk/>
            <pc:sldMk cId="1824297136" sldId="257"/>
            <ac:spMk id="4" creationId="{279A6B06-12BF-FCC1-2101-B0F5F7F2818D}"/>
          </ac:spMkLst>
        </pc:spChg>
        <pc:spChg chg="del">
          <ac:chgData name="Georges MATHIO" userId="1057b68d-d9cf-4cd5-bc4c-3fe68ec33e97" providerId="ADAL" clId="{073DC565-985F-4AA5-887C-C605BF9A3A75}" dt="2024-11-15T12:00:11.707" v="21" actId="478"/>
          <ac:spMkLst>
            <pc:docMk/>
            <pc:sldMk cId="1824297136" sldId="257"/>
            <ac:spMk id="5" creationId="{CE27A112-7FC1-A1B5-6D89-D81AB3205368}"/>
          </ac:spMkLst>
        </pc:spChg>
        <pc:spChg chg="del">
          <ac:chgData name="Georges MATHIO" userId="1057b68d-d9cf-4cd5-bc4c-3fe68ec33e97" providerId="ADAL" clId="{073DC565-985F-4AA5-887C-C605BF9A3A75}" dt="2024-11-15T12:00:14.510" v="23" actId="478"/>
          <ac:spMkLst>
            <pc:docMk/>
            <pc:sldMk cId="1824297136" sldId="257"/>
            <ac:spMk id="7" creationId="{4B5DD85E-1457-49FA-9F18-CA17878D5EC4}"/>
          </ac:spMkLst>
        </pc:spChg>
        <pc:spChg chg="del">
          <ac:chgData name="Georges MATHIO" userId="1057b68d-d9cf-4cd5-bc4c-3fe68ec33e97" providerId="ADAL" clId="{073DC565-985F-4AA5-887C-C605BF9A3A75}" dt="2024-11-15T12:00:12.654" v="22" actId="478"/>
          <ac:spMkLst>
            <pc:docMk/>
            <pc:sldMk cId="1824297136" sldId="257"/>
            <ac:spMk id="10" creationId="{9743D097-CC0D-F6F7-BA08-3BDBD61FA7C8}"/>
          </ac:spMkLst>
        </pc:spChg>
      </pc:sldChg>
      <pc:sldChg chg="addSp modSp new mod">
        <pc:chgData name="Georges MATHIO" userId="1057b68d-d9cf-4cd5-bc4c-3fe68ec33e97" providerId="ADAL" clId="{073DC565-985F-4AA5-887C-C605BF9A3A75}" dt="2024-12-05T17:15:48.950" v="1177" actId="20577"/>
        <pc:sldMkLst>
          <pc:docMk/>
          <pc:sldMk cId="963344891" sldId="258"/>
        </pc:sldMkLst>
        <pc:spChg chg="mod">
          <ac:chgData name="Georges MATHIO" userId="1057b68d-d9cf-4cd5-bc4c-3fe68ec33e97" providerId="ADAL" clId="{073DC565-985F-4AA5-887C-C605BF9A3A75}" dt="2024-11-15T12:26:28.907" v="50" actId="20577"/>
          <ac:spMkLst>
            <pc:docMk/>
            <pc:sldMk cId="963344891" sldId="258"/>
            <ac:spMk id="2" creationId="{E0CB1EFD-F78F-8A9C-9BB5-0FEBDBE5CA1C}"/>
          </ac:spMkLst>
        </pc:spChg>
        <pc:spChg chg="add mod">
          <ac:chgData name="Georges MATHIO" userId="1057b68d-d9cf-4cd5-bc4c-3fe68ec33e97" providerId="ADAL" clId="{073DC565-985F-4AA5-887C-C605BF9A3A75}" dt="2024-11-15T12:45:38.709" v="512" actId="27636"/>
          <ac:spMkLst>
            <pc:docMk/>
            <pc:sldMk cId="963344891" sldId="258"/>
            <ac:spMk id="3" creationId="{2F49636F-D561-D024-52AB-1A56056A61DF}"/>
          </ac:spMkLst>
        </pc:spChg>
        <pc:spChg chg="add mod">
          <ac:chgData name="Georges MATHIO" userId="1057b68d-d9cf-4cd5-bc4c-3fe68ec33e97" providerId="ADAL" clId="{073DC565-985F-4AA5-887C-C605BF9A3A75}" dt="2024-12-05T17:15:48.950" v="1177" actId="20577"/>
          <ac:spMkLst>
            <pc:docMk/>
            <pc:sldMk cId="963344891" sldId="258"/>
            <ac:spMk id="4" creationId="{E87C8C3F-75EB-E31F-F647-D7D9EB809ECF}"/>
          </ac:spMkLst>
        </pc:spChg>
      </pc:sldChg>
      <pc:sldChg chg="addSp delSp modSp new mod">
        <pc:chgData name="Georges MATHIO" userId="1057b68d-d9cf-4cd5-bc4c-3fe68ec33e97" providerId="ADAL" clId="{073DC565-985F-4AA5-887C-C605BF9A3A75}" dt="2024-12-04T13:27:35.758" v="1151" actId="6549"/>
        <pc:sldMkLst>
          <pc:docMk/>
          <pc:sldMk cId="2564173461" sldId="259"/>
        </pc:sldMkLst>
        <pc:spChg chg="mod">
          <ac:chgData name="Georges MATHIO" userId="1057b68d-d9cf-4cd5-bc4c-3fe68ec33e97" providerId="ADAL" clId="{073DC565-985F-4AA5-887C-C605BF9A3A75}" dt="2024-11-15T13:05:23.807" v="702" actId="1076"/>
          <ac:spMkLst>
            <pc:docMk/>
            <pc:sldMk cId="2564173461" sldId="259"/>
            <ac:spMk id="2" creationId="{9575D86A-4694-E82B-8C92-C3521965C09D}"/>
          </ac:spMkLst>
        </pc:sp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3" creationId="{54883C70-52A1-20F5-4414-E9CD1D3748A1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4" creationId="{F233E2E4-D1A5-FA20-0847-CEF110701E01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5" creationId="{D3386F3F-71B9-A90B-3ABA-F869544E7488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6" creationId="{37B8F0A5-7838-27CF-ABBC-32236E27D3FA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7" creationId="{AF7C73D5-0599-C494-9B08-ABF0F55D7B53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8" creationId="{BF0A64F2-2FAD-45F2-6739-BFB9C20EBDAE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9" creationId="{CA4FDB56-5E84-986B-C125-96554D8574E2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10" creationId="{CC18615F-4FBE-3832-5D3E-F002BD5EEBC3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11" creationId="{45AA885D-A348-FB02-5658-E14C539FB38F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12" creationId="{0F8B6B0B-ACDB-C3B2-8D33-AAAACD02ADA0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13" creationId="{39490B40-F471-9BBA-67CB-4990A3E552BB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14" creationId="{D4C12B0D-964C-5819-EFCA-824899163D85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15" creationId="{938F359F-D7DE-A6C6-3A96-7DD8AA3A289A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16" creationId="{AF6B63C0-3727-BC81-2106-2A747E4B04E5}"/>
          </ac:graphicFrameMkLst>
        </pc:graphicFrameChg>
        <pc:graphicFrameChg chg="add mod">
          <ac:chgData name="Georges MATHIO" userId="1057b68d-d9cf-4cd5-bc4c-3fe68ec33e97" providerId="ADAL" clId="{073DC565-985F-4AA5-887C-C605BF9A3A75}" dt="2024-11-15T12:48:49.634" v="690"/>
          <ac:graphicFrameMkLst>
            <pc:docMk/>
            <pc:sldMk cId="2564173461" sldId="259"/>
            <ac:graphicFrameMk id="17" creationId="{5613F033-DE96-FA36-D786-C4E3D7CC3187}"/>
          </ac:graphicFrameMkLst>
        </pc:graphicFrameChg>
        <pc:graphicFrameChg chg="add del mod modGraphic">
          <ac:chgData name="Georges MATHIO" userId="1057b68d-d9cf-4cd5-bc4c-3fe68ec33e97" providerId="ADAL" clId="{073DC565-985F-4AA5-887C-C605BF9A3A75}" dt="2024-11-15T13:04:49.011" v="696" actId="14100"/>
          <ac:graphicFrameMkLst>
            <pc:docMk/>
            <pc:sldMk cId="2564173461" sldId="259"/>
            <ac:graphicFrameMk id="18" creationId="{B183F214-57FC-F30D-CD19-D5889E51DEC0}"/>
          </ac:graphicFrameMkLst>
        </pc:graphicFrameChg>
        <pc:graphicFrameChg chg="add del mod modGraphic">
          <ac:chgData name="Georges MATHIO" userId="1057b68d-d9cf-4cd5-bc4c-3fe68ec33e97" providerId="ADAL" clId="{073DC565-985F-4AA5-887C-C605BF9A3A75}" dt="2024-11-15T15:12:00.391" v="706" actId="478"/>
          <ac:graphicFrameMkLst>
            <pc:docMk/>
            <pc:sldMk cId="2564173461" sldId="259"/>
            <ac:graphicFrameMk id="19" creationId="{A09B33B1-7FC9-2728-9BD5-29C90DAC2808}"/>
          </ac:graphicFrameMkLst>
        </pc:graphicFrameChg>
        <pc:graphicFrameChg chg="add mod ord modGraphic">
          <ac:chgData name="Georges MATHIO" userId="1057b68d-d9cf-4cd5-bc4c-3fe68ec33e97" providerId="ADAL" clId="{073DC565-985F-4AA5-887C-C605BF9A3A75}" dt="2024-12-04T13:27:35.758" v="1151" actId="6549"/>
          <ac:graphicFrameMkLst>
            <pc:docMk/>
            <pc:sldMk cId="2564173461" sldId="259"/>
            <ac:graphicFrameMk id="20" creationId="{3D3EB3B2-61E5-B550-CDF3-DB014AFCB90E}"/>
          </ac:graphicFrameMkLst>
        </pc:graphicFrameChg>
        <pc:picChg chg="add mod">
          <ac:chgData name="Georges MATHIO" userId="1057b68d-d9cf-4cd5-bc4c-3fe68ec33e97" providerId="ADAL" clId="{073DC565-985F-4AA5-887C-C605BF9A3A75}" dt="2024-11-15T15:19:11.482" v="817" actId="1076"/>
          <ac:picMkLst>
            <pc:docMk/>
            <pc:sldMk cId="2564173461" sldId="259"/>
            <ac:picMk id="21" creationId="{3E883D1B-A0FA-2BBE-D407-E48E8532E0EF}"/>
          </ac:picMkLst>
        </pc:picChg>
        <pc:picChg chg="add mod modCrop">
          <ac:chgData name="Georges MATHIO" userId="1057b68d-d9cf-4cd5-bc4c-3fe68ec33e97" providerId="ADAL" clId="{073DC565-985F-4AA5-887C-C605BF9A3A75}" dt="2024-11-15T15:19:02.268" v="815" actId="1076"/>
          <ac:picMkLst>
            <pc:docMk/>
            <pc:sldMk cId="2564173461" sldId="259"/>
            <ac:picMk id="22" creationId="{1ACF9297-CCEF-6BF6-EA2A-6CAC9A56A383}"/>
          </ac:picMkLst>
        </pc:picChg>
        <pc:picChg chg="add mod modCrop">
          <ac:chgData name="Georges MATHIO" userId="1057b68d-d9cf-4cd5-bc4c-3fe68ec33e97" providerId="ADAL" clId="{073DC565-985F-4AA5-887C-C605BF9A3A75}" dt="2024-11-15T15:18:49.019" v="813" actId="1076"/>
          <ac:picMkLst>
            <pc:docMk/>
            <pc:sldMk cId="2564173461" sldId="259"/>
            <ac:picMk id="23" creationId="{581DCD61-357B-0BFE-8994-50E7D0D95865}"/>
          </ac:picMkLst>
        </pc:picChg>
        <pc:picChg chg="add mod modCrop">
          <ac:chgData name="Georges MATHIO" userId="1057b68d-d9cf-4cd5-bc4c-3fe68ec33e97" providerId="ADAL" clId="{073DC565-985F-4AA5-887C-C605BF9A3A75}" dt="2024-11-15T15:19:17.290" v="818" actId="1076"/>
          <ac:picMkLst>
            <pc:docMk/>
            <pc:sldMk cId="2564173461" sldId="259"/>
            <ac:picMk id="24" creationId="{4B3E7C39-F523-5BDD-3031-1BF3ABDA010E}"/>
          </ac:picMkLst>
        </pc:picChg>
      </pc:sldChg>
      <pc:sldChg chg="delSp modSp add mod setBg delDesignElem">
        <pc:chgData name="Georges MATHIO" userId="1057b68d-d9cf-4cd5-bc4c-3fe68ec33e97" providerId="ADAL" clId="{073DC565-985F-4AA5-887C-C605BF9A3A75}" dt="2024-12-05T17:16:48.865" v="1182" actId="20577"/>
        <pc:sldMkLst>
          <pc:docMk/>
          <pc:sldMk cId="90081482" sldId="260"/>
        </pc:sldMkLst>
        <pc:spChg chg="mod">
          <ac:chgData name="Georges MATHIO" userId="1057b68d-d9cf-4cd5-bc4c-3fe68ec33e97" providerId="ADAL" clId="{073DC565-985F-4AA5-887C-C605BF9A3A75}" dt="2024-12-03T13:19:25.210" v="895" actId="6549"/>
          <ac:spMkLst>
            <pc:docMk/>
            <pc:sldMk cId="90081482" sldId="260"/>
            <ac:spMk id="2" creationId="{15710E8F-94EB-537B-CE99-B05913E45DCA}"/>
          </ac:spMkLst>
        </pc:spChg>
        <pc:spChg chg="mod">
          <ac:chgData name="Georges MATHIO" userId="1057b68d-d9cf-4cd5-bc4c-3fe68ec33e97" providerId="ADAL" clId="{073DC565-985F-4AA5-887C-C605BF9A3A75}" dt="2024-12-05T17:16:48.865" v="1182" actId="20577"/>
          <ac:spMkLst>
            <pc:docMk/>
            <pc:sldMk cId="90081482" sldId="260"/>
            <ac:spMk id="3" creationId="{3BF9B853-B9F2-157D-186E-B20861C73209}"/>
          </ac:spMkLst>
        </pc:spChg>
        <pc:picChg chg="del">
          <ac:chgData name="Georges MATHIO" userId="1057b68d-d9cf-4cd5-bc4c-3fe68ec33e97" providerId="ADAL" clId="{073DC565-985F-4AA5-887C-C605BF9A3A75}" dt="2024-12-03T13:18:21.410" v="871"/>
          <ac:picMkLst>
            <pc:docMk/>
            <pc:sldMk cId="90081482" sldId="260"/>
            <ac:picMk id="2052" creationId="{DF6A9299-1D12-47E2-9DD4-03342553C4AA}"/>
          </ac:picMkLst>
        </pc:picChg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2592200161" sldId="264"/>
        </pc:sldMkLst>
      </pc:sldChg>
      <pc:sldChg chg="modSp add del mod">
        <pc:chgData name="Georges MATHIO" userId="1057b68d-d9cf-4cd5-bc4c-3fe68ec33e97" providerId="ADAL" clId="{073DC565-985F-4AA5-887C-C605BF9A3A75}" dt="2024-11-15T15:19:31.488" v="819" actId="47"/>
        <pc:sldMkLst>
          <pc:docMk/>
          <pc:sldMk cId="3235624482" sldId="264"/>
        </pc:sldMkLst>
        <pc:picChg chg="mod">
          <ac:chgData name="Georges MATHIO" userId="1057b68d-d9cf-4cd5-bc4c-3fe68ec33e97" providerId="ADAL" clId="{073DC565-985F-4AA5-887C-C605BF9A3A75}" dt="2024-11-15T15:14:46.817" v="727" actId="1076"/>
          <ac:picMkLst>
            <pc:docMk/>
            <pc:sldMk cId="3235624482" sldId="264"/>
            <ac:picMk id="16" creationId="{DCF59688-78C3-4A9D-07BC-80A8491DDC70}"/>
          </ac:picMkLst>
        </pc:picChg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2843119897" sldId="265"/>
        </pc:sldMkLst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2373733268" sldId="266"/>
        </pc:sldMkLst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2720580075" sldId="268"/>
        </pc:sldMkLst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4167943880" sldId="269"/>
        </pc:sldMkLst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4025307010" sldId="270"/>
        </pc:sldMkLst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2112080799" sldId="271"/>
        </pc:sldMkLst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3063286718" sldId="272"/>
        </pc:sldMkLst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3113290312" sldId="273"/>
        </pc:sldMkLst>
      </pc:sldChg>
      <pc:sldChg chg="del">
        <pc:chgData name="Georges MATHIO" userId="1057b68d-d9cf-4cd5-bc4c-3fe68ec33e97" providerId="ADAL" clId="{073DC565-985F-4AA5-887C-C605BF9A3A75}" dt="2024-11-15T12:00:22.429" v="24" actId="47"/>
        <pc:sldMkLst>
          <pc:docMk/>
          <pc:sldMk cId="1244614476" sldId="276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  <pc:docChgLst>
    <pc:chgData name="Georges MATHIO" userId="1057b68d-d9cf-4cd5-bc4c-3fe68ec33e97" providerId="ADAL" clId="{82C5487D-F4FA-479C-805C-E057908A5989}"/>
    <pc:docChg chg="undo redo custSel addSld delSld modSld sldOrd modMainMaster">
      <pc:chgData name="Georges MATHIO" userId="1057b68d-d9cf-4cd5-bc4c-3fe68ec33e97" providerId="ADAL" clId="{82C5487D-F4FA-479C-805C-E057908A5989}" dt="2024-09-23T15:06:58.848" v="5408" actId="47"/>
      <pc:docMkLst>
        <pc:docMk/>
      </pc:docMkLst>
      <pc:sldChg chg="addSp modSp mod">
        <pc:chgData name="Georges MATHIO" userId="1057b68d-d9cf-4cd5-bc4c-3fe68ec33e97" providerId="ADAL" clId="{82C5487D-F4FA-479C-805C-E057908A5989}" dt="2024-09-17T07:27:32.937" v="159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82C5487D-F4FA-479C-805C-E057908A5989}" dt="2024-09-10T13:19:14.547" v="25" actId="122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82C5487D-F4FA-479C-805C-E057908A5989}" dt="2024-09-17T07:27:32.937" v="1598" actId="20577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1057b68d-d9cf-4cd5-bc4c-3fe68ec33e97" providerId="ADAL" clId="{82C5487D-F4FA-479C-805C-E057908A5989}" dt="2024-09-10T13:19:55.227" v="30" actId="1440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modSp mod">
        <pc:chgData name="Georges MATHIO" userId="1057b68d-d9cf-4cd5-bc4c-3fe68ec33e97" providerId="ADAL" clId="{82C5487D-F4FA-479C-805C-E057908A5989}" dt="2024-09-10T14:37:05.319" v="1026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82C5487D-F4FA-479C-805C-E057908A5989}" dt="2024-09-10T13:22:09.188" v="80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0T14:37:05.319" v="1026" actId="20577"/>
          <ac:spMkLst>
            <pc:docMk/>
            <pc:sldMk cId="1554076419" sldId="258"/>
            <ac:spMk id="3" creationId="{28C0A9F3-C74E-8D4C-12C9-FC5B0E07D0F8}"/>
          </ac:spMkLst>
        </pc:spChg>
        <pc:spChg chg="mod">
          <ac:chgData name="Georges MATHIO" userId="1057b68d-d9cf-4cd5-bc4c-3fe68ec33e97" providerId="ADAL" clId="{82C5487D-F4FA-479C-805C-E057908A5989}" dt="2024-09-10T13:22:23.428" v="103" actId="20577"/>
          <ac:spMkLst>
            <pc:docMk/>
            <pc:sldMk cId="1554076419" sldId="258"/>
            <ac:spMk id="8" creationId="{8C1BBF7E-EA70-9FE6-C90F-A1284432D1C6}"/>
          </ac:spMkLst>
        </pc:spChg>
        <pc:picChg chg="add mod">
          <ac:chgData name="Georges MATHIO" userId="1057b68d-d9cf-4cd5-bc4c-3fe68ec33e97" providerId="ADAL" clId="{82C5487D-F4FA-479C-805C-E057908A5989}" dt="2024-09-10T13:46:15.711" v="422" actId="1076"/>
          <ac:picMkLst>
            <pc:docMk/>
            <pc:sldMk cId="1554076419" sldId="258"/>
            <ac:picMk id="4" creationId="{B07562AD-13F4-78FB-2B87-3E4DA833361A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17T09:08:53.903" v="3065" actId="14100"/>
        <pc:sldMkLst>
          <pc:docMk/>
          <pc:sldMk cId="226811849" sldId="259"/>
        </pc:sldMkLst>
        <pc:spChg chg="mod">
          <ac:chgData name="Georges MATHIO" userId="1057b68d-d9cf-4cd5-bc4c-3fe68ec33e97" providerId="ADAL" clId="{82C5487D-F4FA-479C-805C-E057908A5989}" dt="2024-09-10T13:58:32.585" v="533" actId="20577"/>
          <ac:spMkLst>
            <pc:docMk/>
            <pc:sldMk cId="226811849" sldId="259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0T14:33:27.274" v="986" actId="20577"/>
          <ac:spMkLst>
            <pc:docMk/>
            <pc:sldMk cId="226811849" sldId="259"/>
            <ac:spMk id="3" creationId="{A8A75CFA-E18C-7FAB-3081-C2C903E0054B}"/>
          </ac:spMkLst>
        </pc:spChg>
        <pc:spChg chg="add mod">
          <ac:chgData name="Georges MATHIO" userId="1057b68d-d9cf-4cd5-bc4c-3fe68ec33e97" providerId="ADAL" clId="{82C5487D-F4FA-479C-805C-E057908A5989}" dt="2024-09-17T07:36:06.458" v="1697" actId="1035"/>
          <ac:spMkLst>
            <pc:docMk/>
            <pc:sldMk cId="226811849" sldId="259"/>
            <ac:spMk id="4" creationId="{6E13AE0A-54BA-E302-9610-D35C7B750FA2}"/>
          </ac:spMkLst>
        </pc:spChg>
        <pc:spChg chg="add mod">
          <ac:chgData name="Georges MATHIO" userId="1057b68d-d9cf-4cd5-bc4c-3fe68ec33e97" providerId="ADAL" clId="{82C5487D-F4FA-479C-805C-E057908A5989}" dt="2024-09-10T14:22:23.072" v="668" actId="1076"/>
          <ac:spMkLst>
            <pc:docMk/>
            <pc:sldMk cId="226811849" sldId="259"/>
            <ac:spMk id="9" creationId="{97903BD0-BF05-17E6-D0C7-8221CDD418EE}"/>
          </ac:spMkLst>
        </pc:spChg>
        <pc:spChg chg="add mod">
          <ac:chgData name="Georges MATHIO" userId="1057b68d-d9cf-4cd5-bc4c-3fe68ec33e97" providerId="ADAL" clId="{82C5487D-F4FA-479C-805C-E057908A5989}" dt="2024-09-10T14:22:30.250" v="685" actId="20577"/>
          <ac:spMkLst>
            <pc:docMk/>
            <pc:sldMk cId="226811849" sldId="259"/>
            <ac:spMk id="10" creationId="{D8EF6B02-2186-3F04-D957-BA8BEAA6E313}"/>
          </ac:spMkLst>
        </pc:spChg>
        <pc:spChg chg="add mod">
          <ac:chgData name="Georges MATHIO" userId="1057b68d-d9cf-4cd5-bc4c-3fe68ec33e97" providerId="ADAL" clId="{82C5487D-F4FA-479C-805C-E057908A5989}" dt="2024-09-10T14:23:04.213" v="708" actId="20577"/>
          <ac:spMkLst>
            <pc:docMk/>
            <pc:sldMk cId="226811849" sldId="259"/>
            <ac:spMk id="11" creationId="{C361A9C3-1F52-48C6-593F-CB60D9F92BFB}"/>
          </ac:spMkLst>
        </pc:spChg>
        <pc:picChg chg="add mod">
          <ac:chgData name="Georges MATHIO" userId="1057b68d-d9cf-4cd5-bc4c-3fe68ec33e97" providerId="ADAL" clId="{82C5487D-F4FA-479C-805C-E057908A5989}" dt="2024-09-17T09:08:28.634" v="3062" actId="14100"/>
          <ac:picMkLst>
            <pc:docMk/>
            <pc:sldMk cId="226811849" sldId="259"/>
            <ac:picMk id="6" creationId="{9509DC00-0B6A-7E04-A96C-BBC9B12F765A}"/>
          </ac:picMkLst>
        </pc:picChg>
        <pc:picChg chg="add mod">
          <ac:chgData name="Georges MATHIO" userId="1057b68d-d9cf-4cd5-bc4c-3fe68ec33e97" providerId="ADAL" clId="{82C5487D-F4FA-479C-805C-E057908A5989}" dt="2024-09-17T09:08:53.903" v="3065" actId="14100"/>
          <ac:picMkLst>
            <pc:docMk/>
            <pc:sldMk cId="226811849" sldId="259"/>
            <ac:picMk id="8" creationId="{2E8D30E9-B7F3-7460-5DA6-9678BA5D7DE5}"/>
          </ac:picMkLst>
        </pc:picChg>
        <pc:picChg chg="add del mod">
          <ac:chgData name="Georges MATHIO" userId="1057b68d-d9cf-4cd5-bc4c-3fe68ec33e97" providerId="ADAL" clId="{82C5487D-F4FA-479C-805C-E057908A5989}" dt="2024-09-10T14:11:52.255" v="587" actId="478"/>
          <ac:picMkLst>
            <pc:docMk/>
            <pc:sldMk cId="226811849" sldId="259"/>
            <ac:picMk id="2050" creationId="{36B550A6-6A85-8BD1-21F4-3F3C91CC6D32}"/>
          </ac:picMkLst>
        </pc:picChg>
      </pc:sldChg>
      <pc:sldChg chg="del">
        <pc:chgData name="Georges MATHIO" userId="1057b68d-d9cf-4cd5-bc4c-3fe68ec33e97" providerId="ADAL" clId="{82C5487D-F4FA-479C-805C-E057908A5989}" dt="2024-09-10T13:20:14.903" v="35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82C5487D-F4FA-479C-805C-E057908A5989}" dt="2024-09-10T13:20:16.297" v="36" actId="47"/>
        <pc:sldMkLst>
          <pc:docMk/>
          <pc:sldMk cId="2019018920" sldId="260"/>
        </pc:sldMkLst>
      </pc:sldChg>
      <pc:sldChg chg="addSp delSp modSp new mod ord">
        <pc:chgData name="Georges MATHIO" userId="1057b68d-d9cf-4cd5-bc4c-3fe68ec33e97" providerId="ADAL" clId="{82C5487D-F4FA-479C-805C-E057908A5989}" dt="2024-09-17T08:06:04.235" v="1974"/>
        <pc:sldMkLst>
          <pc:docMk/>
          <pc:sldMk cId="2559389067" sldId="260"/>
        </pc:sldMkLst>
        <pc:spChg chg="mod">
          <ac:chgData name="Georges MATHIO" userId="1057b68d-d9cf-4cd5-bc4c-3fe68ec33e97" providerId="ADAL" clId="{82C5487D-F4FA-479C-805C-E057908A5989}" dt="2024-09-10T14:55:40.397" v="1462" actId="20577"/>
          <ac:spMkLst>
            <pc:docMk/>
            <pc:sldMk cId="2559389067" sldId="260"/>
            <ac:spMk id="2" creationId="{F663B97E-87A1-8668-0A62-7274C06FB89D}"/>
          </ac:spMkLst>
        </pc:spChg>
        <pc:spChg chg="del mod">
          <ac:chgData name="Georges MATHIO" userId="1057b68d-d9cf-4cd5-bc4c-3fe68ec33e97" providerId="ADAL" clId="{82C5487D-F4FA-479C-805C-E057908A5989}" dt="2024-09-10T14:35:02.014" v="1003" actId="1032"/>
          <ac:spMkLst>
            <pc:docMk/>
            <pc:sldMk cId="2559389067" sldId="260"/>
            <ac:spMk id="3" creationId="{32C8C031-605E-FC62-9298-BDD823E9A290}"/>
          </ac:spMkLst>
        </pc:spChg>
        <pc:spChg chg="add del mod">
          <ac:chgData name="Georges MATHIO" userId="1057b68d-d9cf-4cd5-bc4c-3fe68ec33e97" providerId="ADAL" clId="{82C5487D-F4FA-479C-805C-E057908A5989}" dt="2024-09-10T14:46:51.693" v="1139" actId="478"/>
          <ac:spMkLst>
            <pc:docMk/>
            <pc:sldMk cId="2559389067" sldId="260"/>
            <ac:spMk id="6" creationId="{1010D7BC-3C99-3325-1469-523EE6D3D959}"/>
          </ac:spMkLst>
        </pc:spChg>
        <pc:spChg chg="add mod">
          <ac:chgData name="Georges MATHIO" userId="1057b68d-d9cf-4cd5-bc4c-3fe68ec33e97" providerId="ADAL" clId="{82C5487D-F4FA-479C-805C-E057908A5989}" dt="2024-09-10T14:55:25.758" v="1459" actId="20577"/>
          <ac:spMkLst>
            <pc:docMk/>
            <pc:sldMk cId="2559389067" sldId="260"/>
            <ac:spMk id="8" creationId="{ACC75875-167A-31F4-1356-0FFFFD9A7B60}"/>
          </ac:spMkLst>
        </pc:spChg>
        <pc:graphicFrameChg chg="add del mod modGraphic">
          <ac:chgData name="Georges MATHIO" userId="1057b68d-d9cf-4cd5-bc4c-3fe68ec33e97" providerId="ADAL" clId="{82C5487D-F4FA-479C-805C-E057908A5989}" dt="2024-09-10T14:47:12.317" v="1140" actId="478"/>
          <ac:graphicFrameMkLst>
            <pc:docMk/>
            <pc:sldMk cId="2559389067" sldId="260"/>
            <ac:graphicFrameMk id="4" creationId="{A9798C2C-4FD6-3C11-A438-5C619FC6FD87}"/>
          </ac:graphicFrameMkLst>
        </pc:graphicFrameChg>
        <pc:graphicFrameChg chg="add mod modGraphic">
          <ac:chgData name="Georges MATHIO" userId="1057b68d-d9cf-4cd5-bc4c-3fe68ec33e97" providerId="ADAL" clId="{82C5487D-F4FA-479C-805C-E057908A5989}" dt="2024-09-17T08:05:23.720" v="1972" actId="20577"/>
          <ac:graphicFrameMkLst>
            <pc:docMk/>
            <pc:sldMk cId="2559389067" sldId="260"/>
            <ac:graphicFrameMk id="9" creationId="{DDBF71B8-26D9-A5CE-E19A-FD16CFEA8844}"/>
          </ac:graphicFrameMkLst>
        </pc:graphicFrameChg>
      </pc:sldChg>
      <pc:sldChg chg="addSp delSp modSp add del mod ord delAnim modAnim">
        <pc:chgData name="Georges MATHIO" userId="1057b68d-d9cf-4cd5-bc4c-3fe68ec33e97" providerId="ADAL" clId="{82C5487D-F4FA-479C-805C-E057908A5989}" dt="2024-09-17T09:06:02.876" v="3053" actId="47"/>
        <pc:sldMkLst>
          <pc:docMk/>
          <pc:sldMk cId="1438521280" sldId="261"/>
        </pc:sldMkLst>
        <pc:spChg chg="mod">
          <ac:chgData name="Georges MATHIO" userId="1057b68d-d9cf-4cd5-bc4c-3fe68ec33e97" providerId="ADAL" clId="{82C5487D-F4FA-479C-805C-E057908A5989}" dt="2024-09-17T08:58:14.835" v="2728" actId="20577"/>
          <ac:spMkLst>
            <pc:docMk/>
            <pc:sldMk cId="1438521280" sldId="261"/>
            <ac:spMk id="2" creationId="{ADEBCA86-FC88-C76F-F85D-C56FAC8A5DAF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9:01:51.546" v="3039" actId="20577"/>
          <ac:spMkLst>
            <pc:docMk/>
            <pc:sldMk cId="1438521280" sldId="261"/>
            <ac:spMk id="4" creationId="{6E13AE0A-54BA-E302-9610-D35C7B750FA2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5" creationId="{A51CD53D-ED1A-59F5-088F-C27E750B9DF4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9" creationId="{97903BD0-BF05-17E6-D0C7-8221CDD418EE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0" creationId="{D8EF6B02-2186-3F04-D957-BA8BEAA6E313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1" creationId="{C361A9C3-1F52-48C6-593F-CB60D9F92BFB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2" creationId="{09355B55-B4F6-D4B9-0F73-7E2BA3C41B63}"/>
          </ac:spMkLst>
        </pc:spChg>
        <pc:spChg chg="add del mod">
          <ac:chgData name="Georges MATHIO" userId="1057b68d-d9cf-4cd5-bc4c-3fe68ec33e97" providerId="ADAL" clId="{82C5487D-F4FA-479C-805C-E057908A5989}" dt="2024-09-17T09:02:07.557" v="3041" actId="478"/>
          <ac:spMkLst>
            <pc:docMk/>
            <pc:sldMk cId="1438521280" sldId="261"/>
            <ac:spMk id="14" creationId="{2962C1C5-B21F-95A6-841E-5EA140747AF2}"/>
          </ac:spMkLst>
        </pc:spChg>
        <pc:picChg chg="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6" creationId="{9509DC00-0B6A-7E04-A96C-BBC9B12F765A}"/>
          </ac:picMkLst>
        </pc:picChg>
        <pc:picChg chg="add 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7" creationId="{FCB679A2-5E4F-7966-43BD-CF1E51893504}"/>
          </ac:picMkLst>
        </pc:picChg>
        <pc:picChg chg="del">
          <ac:chgData name="Georges MATHIO" userId="1057b68d-d9cf-4cd5-bc4c-3fe68ec33e97" providerId="ADAL" clId="{82C5487D-F4FA-479C-805C-E057908A5989}" dt="2024-09-10T14:56:02.849" v="1486" actId="478"/>
          <ac:picMkLst>
            <pc:docMk/>
            <pc:sldMk cId="1438521280" sldId="261"/>
            <ac:picMk id="8" creationId="{2E8D30E9-B7F3-7460-5DA6-9678BA5D7DE5}"/>
          </ac:picMkLst>
        </pc:picChg>
      </pc:sldChg>
      <pc:sldChg chg="del">
        <pc:chgData name="Georges MATHIO" userId="1057b68d-d9cf-4cd5-bc4c-3fe68ec33e97" providerId="ADAL" clId="{82C5487D-F4FA-479C-805C-E057908A5989}" dt="2024-09-10T13:20:16.647" v="37" actId="47"/>
        <pc:sldMkLst>
          <pc:docMk/>
          <pc:sldMk cId="4161449416" sldId="261"/>
        </pc:sldMkLst>
      </pc:sldChg>
      <pc:sldChg chg="addSp delSp modSp new mod ord">
        <pc:chgData name="Georges MATHIO" userId="1057b68d-d9cf-4cd5-bc4c-3fe68ec33e97" providerId="ADAL" clId="{82C5487D-F4FA-479C-805C-E057908A5989}" dt="2024-09-23T15:02:22.301" v="5275"/>
        <pc:sldMkLst>
          <pc:docMk/>
          <pc:sldMk cId="2390649631" sldId="262"/>
        </pc:sldMkLst>
        <pc:spChg chg="mod">
          <ac:chgData name="Georges MATHIO" userId="1057b68d-d9cf-4cd5-bc4c-3fe68ec33e97" providerId="ADAL" clId="{82C5487D-F4FA-479C-805C-E057908A5989}" dt="2024-09-23T14:41:15.692" v="4748" actId="20577"/>
          <ac:spMkLst>
            <pc:docMk/>
            <pc:sldMk cId="2390649631" sldId="262"/>
            <ac:spMk id="2" creationId="{3A83B63E-8695-A261-2D66-4BFE1CECFE25}"/>
          </ac:spMkLst>
        </pc:spChg>
        <pc:spChg chg="del mod">
          <ac:chgData name="Georges MATHIO" userId="1057b68d-d9cf-4cd5-bc4c-3fe68ec33e97" providerId="ADAL" clId="{82C5487D-F4FA-479C-805C-E057908A5989}" dt="2024-09-23T14:41:42.197" v="4750" actId="478"/>
          <ac:spMkLst>
            <pc:docMk/>
            <pc:sldMk cId="2390649631" sldId="262"/>
            <ac:spMk id="3" creationId="{E7B1851B-891E-7219-903C-44C4234BD6E6}"/>
          </ac:spMkLst>
        </pc:spChg>
        <pc:spChg chg="add del mod">
          <ac:chgData name="Georges MATHIO" userId="1057b68d-d9cf-4cd5-bc4c-3fe68ec33e97" providerId="ADAL" clId="{82C5487D-F4FA-479C-805C-E057908A5989}" dt="2024-09-17T08:04:08.972" v="1911"/>
          <ac:spMkLst>
            <pc:docMk/>
            <pc:sldMk cId="2390649631" sldId="262"/>
            <ac:spMk id="4" creationId="{2849EFA2-3B11-6ECE-14A3-A69D87FD19F4}"/>
          </ac:spMkLst>
        </pc:spChg>
        <pc:spChg chg="add del mod">
          <ac:chgData name="Georges MATHIO" userId="1057b68d-d9cf-4cd5-bc4c-3fe68ec33e97" providerId="ADAL" clId="{82C5487D-F4FA-479C-805C-E057908A5989}" dt="2024-09-23T14:41:19.848" v="4749" actId="478"/>
          <ac:spMkLst>
            <pc:docMk/>
            <pc:sldMk cId="2390649631" sldId="262"/>
            <ac:spMk id="5" creationId="{FE12536D-6ED0-DC03-08CC-8D761524D1FF}"/>
          </ac:spMkLst>
        </pc:spChg>
        <pc:spChg chg="add del mod">
          <ac:chgData name="Georges MATHIO" userId="1057b68d-d9cf-4cd5-bc4c-3fe68ec33e97" providerId="ADAL" clId="{82C5487D-F4FA-479C-805C-E057908A5989}" dt="2024-09-23T14:41:53.678" v="4752" actId="478"/>
          <ac:spMkLst>
            <pc:docMk/>
            <pc:sldMk cId="2390649631" sldId="262"/>
            <ac:spMk id="6" creationId="{153F91A9-730B-CD7A-FE6F-857BC50475EF}"/>
          </ac:spMkLst>
        </pc:spChg>
        <pc:spChg chg="add mod">
          <ac:chgData name="Georges MATHIO" userId="1057b68d-d9cf-4cd5-bc4c-3fe68ec33e97" providerId="ADAL" clId="{82C5487D-F4FA-479C-805C-E057908A5989}" dt="2024-09-23T14:46:38.445" v="5103" actId="403"/>
          <ac:spMkLst>
            <pc:docMk/>
            <pc:sldMk cId="2390649631" sldId="262"/>
            <ac:spMk id="7" creationId="{F730F81E-FE15-036B-799E-4164065F9994}"/>
          </ac:spMkLst>
        </pc:spChg>
      </pc:sldChg>
      <pc:sldChg chg="del">
        <pc:chgData name="Georges MATHIO" userId="1057b68d-d9cf-4cd5-bc4c-3fe68ec33e97" providerId="ADAL" clId="{82C5487D-F4FA-479C-805C-E057908A5989}" dt="2024-09-10T13:20:16.849" v="38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2C5487D-F4FA-479C-805C-E057908A5989}" dt="2024-09-10T13:20:17.030" v="39" actId="47"/>
        <pc:sldMkLst>
          <pc:docMk/>
          <pc:sldMk cId="631768457" sldId="263"/>
        </pc:sldMkLst>
      </pc:sldChg>
      <pc:sldChg chg="delSp modSp add mod delAnim">
        <pc:chgData name="Georges MATHIO" userId="1057b68d-d9cf-4cd5-bc4c-3fe68ec33e97" providerId="ADAL" clId="{82C5487D-F4FA-479C-805C-E057908A5989}" dt="2024-09-17T07:58:35.453" v="1811" actId="20577"/>
        <pc:sldMkLst>
          <pc:docMk/>
          <pc:sldMk cId="2462972198" sldId="263"/>
        </pc:sldMkLst>
        <pc:spChg chg="mod">
          <ac:chgData name="Georges MATHIO" userId="1057b68d-d9cf-4cd5-bc4c-3fe68ec33e97" providerId="ADAL" clId="{82C5487D-F4FA-479C-805C-E057908A5989}" dt="2024-09-17T07:35:29.456" v="1644"/>
          <ac:spMkLst>
            <pc:docMk/>
            <pc:sldMk cId="2462972198" sldId="26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7:58:35.453" v="1811" actId="20577"/>
          <ac:spMkLst>
            <pc:docMk/>
            <pc:sldMk cId="2462972198" sldId="26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7:36:01.280" v="1686" actId="1035"/>
          <ac:spMkLst>
            <pc:docMk/>
            <pc:sldMk cId="2462972198" sldId="26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17T07:46:49.207" v="1725" actId="478"/>
          <ac:spMkLst>
            <pc:docMk/>
            <pc:sldMk cId="2462972198" sldId="26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17T07:35:37.113" v="1646" actId="478"/>
          <ac:spMkLst>
            <pc:docMk/>
            <pc:sldMk cId="2462972198" sldId="26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17T07:46:45.123" v="1724" actId="478"/>
          <ac:spMkLst>
            <pc:docMk/>
            <pc:sldMk cId="2462972198" sldId="263"/>
            <ac:spMk id="11" creationId="{C361A9C3-1F52-48C6-593F-CB60D9F92BFB}"/>
          </ac:spMkLst>
        </pc:sp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8" creationId="{2E8D30E9-B7F3-7460-5DA6-9678BA5D7DE5}"/>
          </ac:picMkLst>
        </pc:picChg>
      </pc:sldChg>
      <pc:sldChg chg="addSp delSp modSp new mod ord">
        <pc:chgData name="Georges MATHIO" userId="1057b68d-d9cf-4cd5-bc4c-3fe68ec33e97" providerId="ADAL" clId="{82C5487D-F4FA-479C-805C-E057908A5989}" dt="2024-09-17T08:56:16.987" v="2709" actId="1076"/>
        <pc:sldMkLst>
          <pc:docMk/>
          <pc:sldMk cId="3235624482" sldId="264"/>
        </pc:sldMkLst>
        <pc:spChg chg="mod">
          <ac:chgData name="Georges MATHIO" userId="1057b68d-d9cf-4cd5-bc4c-3fe68ec33e97" providerId="ADAL" clId="{82C5487D-F4FA-479C-805C-E057908A5989}" dt="2024-09-17T08:20:42.761" v="2031" actId="14100"/>
          <ac:spMkLst>
            <pc:docMk/>
            <pc:sldMk cId="3235624482" sldId="264"/>
            <ac:spMk id="2" creationId="{CB737089-8812-04A5-7B93-1AB5EDC6C0EC}"/>
          </ac:spMkLst>
        </pc:spChg>
        <pc:spChg chg="del mod">
          <ac:chgData name="Georges MATHIO" userId="1057b68d-d9cf-4cd5-bc4c-3fe68ec33e97" providerId="ADAL" clId="{82C5487D-F4FA-479C-805C-E057908A5989}" dt="2024-09-17T08:20:29.883" v="2027"/>
          <ac:spMkLst>
            <pc:docMk/>
            <pc:sldMk cId="3235624482" sldId="264"/>
            <ac:spMk id="3" creationId="{84A9451D-6DCF-61D1-2ADE-A94781D7C8A3}"/>
          </ac:spMkLst>
        </pc:spChg>
        <pc:spChg chg="add del mod">
          <ac:chgData name="Georges MATHIO" userId="1057b68d-d9cf-4cd5-bc4c-3fe68ec33e97" providerId="ADAL" clId="{82C5487D-F4FA-479C-805C-E057908A5989}" dt="2024-09-17T08:21:42.991" v="2036" actId="478"/>
          <ac:spMkLst>
            <pc:docMk/>
            <pc:sldMk cId="3235624482" sldId="264"/>
            <ac:spMk id="9" creationId="{3DAAC72B-75E5-20FF-13A6-CAAC54632501}"/>
          </ac:spMkLst>
        </pc:spChg>
        <pc:spChg chg="add mod ord">
          <ac:chgData name="Georges MATHIO" userId="1057b68d-d9cf-4cd5-bc4c-3fe68ec33e97" providerId="ADAL" clId="{82C5487D-F4FA-479C-805C-E057908A5989}" dt="2024-09-17T08:28:20.554" v="2510" actId="1076"/>
          <ac:spMkLst>
            <pc:docMk/>
            <pc:sldMk cId="3235624482" sldId="264"/>
            <ac:spMk id="14" creationId="{18A743E6-2E5B-7BB2-938A-EADF43D9DA53}"/>
          </ac:spMkLst>
        </pc:spChg>
        <pc:spChg chg="add mod ord">
          <ac:chgData name="Georges MATHIO" userId="1057b68d-d9cf-4cd5-bc4c-3fe68ec33e97" providerId="ADAL" clId="{82C5487D-F4FA-479C-805C-E057908A5989}" dt="2024-09-17T08:29:14.763" v="2524" actId="14861"/>
          <ac:spMkLst>
            <pc:docMk/>
            <pc:sldMk cId="3235624482" sldId="264"/>
            <ac:spMk id="17" creationId="{08FBC12F-337E-E89E-55FA-399221144F12}"/>
          </ac:spMkLst>
        </pc:spChg>
        <pc:spChg chg="add mod ord">
          <ac:chgData name="Georges MATHIO" userId="1057b68d-d9cf-4cd5-bc4c-3fe68ec33e97" providerId="ADAL" clId="{82C5487D-F4FA-479C-805C-E057908A5989}" dt="2024-09-17T08:29:04.608" v="2522" actId="167"/>
          <ac:spMkLst>
            <pc:docMk/>
            <pc:sldMk cId="3235624482" sldId="264"/>
            <ac:spMk id="18" creationId="{776D6E20-3491-2DBC-081A-F6F4AA18D872}"/>
          </ac:spMkLst>
        </pc:spChg>
        <pc:spChg chg="add mod">
          <ac:chgData name="Georges MATHIO" userId="1057b68d-d9cf-4cd5-bc4c-3fe68ec33e97" providerId="ADAL" clId="{82C5487D-F4FA-479C-805C-E057908A5989}" dt="2024-09-17T08:56:16.987" v="2709" actId="1076"/>
          <ac:spMkLst>
            <pc:docMk/>
            <pc:sldMk cId="3235624482" sldId="264"/>
            <ac:spMk id="19" creationId="{FC05DE6C-0B46-E626-BF36-F3DE11496887}"/>
          </ac:spMkLst>
        </pc:spChg>
        <pc:spChg chg="add mod">
          <ac:chgData name="Georges MATHIO" userId="1057b68d-d9cf-4cd5-bc4c-3fe68ec33e97" providerId="ADAL" clId="{82C5487D-F4FA-479C-805C-E057908A5989}" dt="2024-09-17T08:56:09.665" v="2708" actId="20577"/>
          <ac:spMkLst>
            <pc:docMk/>
            <pc:sldMk cId="3235624482" sldId="264"/>
            <ac:spMk id="20" creationId="{364FFAB6-3B2B-94EE-7B53-08EA73C3479C}"/>
          </ac:spMkLst>
        </pc:spChg>
        <pc:spChg chg="add mod">
          <ac:chgData name="Georges MATHIO" userId="1057b68d-d9cf-4cd5-bc4c-3fe68ec33e97" providerId="ADAL" clId="{82C5487D-F4FA-479C-805C-E057908A5989}" dt="2024-09-17T08:56:00.712" v="2692"/>
          <ac:spMkLst>
            <pc:docMk/>
            <pc:sldMk cId="3235624482" sldId="264"/>
            <ac:spMk id="21" creationId="{0B1D064C-D614-8D39-D338-FF3DA04CEC49}"/>
          </ac:spMkLst>
        </pc:spChg>
        <pc:picChg chg="add del mod">
          <ac:chgData name="Georges MATHIO" userId="1057b68d-d9cf-4cd5-bc4c-3fe68ec33e97" providerId="ADAL" clId="{82C5487D-F4FA-479C-805C-E057908A5989}" dt="2024-09-17T08:21:38.026" v="2035" actId="478"/>
          <ac:picMkLst>
            <pc:docMk/>
            <pc:sldMk cId="3235624482" sldId="264"/>
            <ac:picMk id="5" creationId="{B61758AC-C4E4-ACAF-2219-6CF88CC8E397}"/>
          </ac:picMkLst>
        </pc:picChg>
        <pc:picChg chg="add del mod">
          <ac:chgData name="Georges MATHIO" userId="1057b68d-d9cf-4cd5-bc4c-3fe68ec33e97" providerId="ADAL" clId="{82C5487D-F4FA-479C-805C-E057908A5989}" dt="2024-09-17T08:29:35.017" v="2546" actId="478"/>
          <ac:picMkLst>
            <pc:docMk/>
            <pc:sldMk cId="3235624482" sldId="264"/>
            <ac:picMk id="7" creationId="{FF0CB90B-16E0-921F-0B60-2493DB3ABDF1}"/>
          </ac:picMkLst>
        </pc:picChg>
        <pc:picChg chg="add mod">
          <ac:chgData name="Georges MATHIO" userId="1057b68d-d9cf-4cd5-bc4c-3fe68ec33e97" providerId="ADAL" clId="{82C5487D-F4FA-479C-805C-E057908A5989}" dt="2024-09-17T08:49:40.032" v="2593" actId="14861"/>
          <ac:picMkLst>
            <pc:docMk/>
            <pc:sldMk cId="3235624482" sldId="264"/>
            <ac:picMk id="11" creationId="{4C6F3A78-E144-15DD-B7FD-4BB3C5912799}"/>
          </ac:picMkLst>
        </pc:picChg>
        <pc:picChg chg="add mod">
          <ac:chgData name="Georges MATHIO" userId="1057b68d-d9cf-4cd5-bc4c-3fe68ec33e97" providerId="ADAL" clId="{82C5487D-F4FA-479C-805C-E057908A5989}" dt="2024-09-17T08:29:31.399" v="2545" actId="1035"/>
          <ac:picMkLst>
            <pc:docMk/>
            <pc:sldMk cId="3235624482" sldId="264"/>
            <ac:picMk id="13" creationId="{5DCACF9F-D521-647F-F91C-5CDCBB6CE316}"/>
          </ac:picMkLst>
        </pc:picChg>
        <pc:picChg chg="add mod">
          <ac:chgData name="Georges MATHIO" userId="1057b68d-d9cf-4cd5-bc4c-3fe68ec33e97" providerId="ADAL" clId="{82C5487D-F4FA-479C-805C-E057908A5989}" dt="2024-09-17T08:28:51.683" v="2516" actId="14100"/>
          <ac:picMkLst>
            <pc:docMk/>
            <pc:sldMk cId="3235624482" sldId="264"/>
            <ac:picMk id="16" creationId="{DCF59688-78C3-4A9D-07BC-80A8491DDC70}"/>
          </ac:picMkLst>
        </pc:picChg>
      </pc:sldChg>
      <pc:sldChg chg="del">
        <pc:chgData name="Georges MATHIO" userId="1057b68d-d9cf-4cd5-bc4c-3fe68ec33e97" providerId="ADAL" clId="{82C5487D-F4FA-479C-805C-E057908A5989}" dt="2024-09-10T13:20:17.203" v="40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2C5487D-F4FA-479C-805C-E057908A5989}" dt="2024-09-10T13:20:17.382" v="41" actId="47"/>
        <pc:sldMkLst>
          <pc:docMk/>
          <pc:sldMk cId="2440634833" sldId="265"/>
        </pc:sldMkLst>
      </pc:sldChg>
      <pc:sldChg chg="modSp add mod ord">
        <pc:chgData name="Georges MATHIO" userId="1057b68d-d9cf-4cd5-bc4c-3fe68ec33e97" providerId="ADAL" clId="{82C5487D-F4FA-479C-805C-E057908A5989}" dt="2024-09-23T15:04:02.169" v="5362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82C5487D-F4FA-479C-805C-E057908A5989}" dt="2024-09-23T14:13:04.905" v="3988" actId="20577"/>
          <ac:spMkLst>
            <pc:docMk/>
            <pc:sldMk cId="2843119897" sldId="265"/>
            <ac:spMk id="2" creationId="{CB737089-8812-04A5-7B93-1AB5EDC6C0EC}"/>
          </ac:spMkLst>
        </pc:spChg>
        <pc:spChg chg="mod">
          <ac:chgData name="Georges MATHIO" userId="1057b68d-d9cf-4cd5-bc4c-3fe68ec33e97" providerId="ADAL" clId="{82C5487D-F4FA-479C-805C-E057908A5989}" dt="2024-09-23T15:01:45.217" v="5255" actId="6549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82C5487D-F4FA-479C-805C-E057908A5989}" dt="2024-09-23T15:03:58.675" v="5361" actId="6549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82C5487D-F4FA-479C-805C-E057908A5989}" dt="2024-09-23T15:04:02.169" v="5362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del">
        <pc:chgData name="Georges MATHIO" userId="1057b68d-d9cf-4cd5-bc4c-3fe68ec33e97" providerId="ADAL" clId="{82C5487D-F4FA-479C-805C-E057908A5989}" dt="2024-09-10T13:20:17.567" v="42" actId="47"/>
        <pc:sldMkLst>
          <pc:docMk/>
          <pc:sldMk cId="1447089258" sldId="266"/>
        </pc:sldMkLst>
      </pc:sldChg>
      <pc:sldChg chg="modSp add mod">
        <pc:chgData name="Georges MATHIO" userId="1057b68d-d9cf-4cd5-bc4c-3fe68ec33e97" providerId="ADAL" clId="{82C5487D-F4FA-479C-805C-E057908A5989}" dt="2024-09-23T14:15:03.993" v="4013" actId="20577"/>
        <pc:sldMkLst>
          <pc:docMk/>
          <pc:sldMk cId="2284228860" sldId="266"/>
        </pc:sldMkLst>
        <pc:spChg chg="mod">
          <ac:chgData name="Georges MATHIO" userId="1057b68d-d9cf-4cd5-bc4c-3fe68ec33e97" providerId="ADAL" clId="{82C5487D-F4FA-479C-805C-E057908A5989}" dt="2024-09-23T14:15:03.993" v="4013" actId="20577"/>
          <ac:spMkLst>
            <pc:docMk/>
            <pc:sldMk cId="2284228860" sldId="266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9:12:50.368" v="3234" actId="20577"/>
          <ac:spMkLst>
            <pc:docMk/>
            <pc:sldMk cId="2284228860" sldId="266"/>
            <ac:spMk id="3" creationId="{A8A75CFA-E18C-7FAB-3081-C2C903E0054B}"/>
          </ac:spMkLst>
        </pc:spChg>
        <pc:picChg chg="mod">
          <ac:chgData name="Georges MATHIO" userId="1057b68d-d9cf-4cd5-bc4c-3fe68ec33e97" providerId="ADAL" clId="{82C5487D-F4FA-479C-805C-E057908A5989}" dt="2024-09-17T09:09:08.318" v="3068" actId="14100"/>
          <ac:picMkLst>
            <pc:docMk/>
            <pc:sldMk cId="2284228860" sldId="266"/>
            <ac:picMk id="6" creationId="{9509DC00-0B6A-7E04-A96C-BBC9B12F765A}"/>
          </ac:picMkLst>
        </pc:picChg>
        <pc:picChg chg="mod">
          <ac:chgData name="Georges MATHIO" userId="1057b68d-d9cf-4cd5-bc4c-3fe68ec33e97" providerId="ADAL" clId="{82C5487D-F4FA-479C-805C-E057908A5989}" dt="2024-09-17T09:09:18.611" v="3071" actId="14100"/>
          <ac:picMkLst>
            <pc:docMk/>
            <pc:sldMk cId="2284228860" sldId="266"/>
            <ac:picMk id="7" creationId="{FCB679A2-5E4F-7966-43BD-CF1E51893504}"/>
          </ac:picMkLst>
        </pc:picChg>
      </pc:sldChg>
      <pc:sldChg chg="add del">
        <pc:chgData name="Georges MATHIO" userId="1057b68d-d9cf-4cd5-bc4c-3fe68ec33e97" providerId="ADAL" clId="{82C5487D-F4FA-479C-805C-E057908A5989}" dt="2024-09-17T09:01:30.006" v="3007"/>
        <pc:sldMkLst>
          <pc:docMk/>
          <pc:sldMk cId="3457630585" sldId="266"/>
        </pc:sldMkLst>
      </pc:sldChg>
      <pc:sldChg chg="addSp modSp add mod">
        <pc:chgData name="Georges MATHIO" userId="1057b68d-d9cf-4cd5-bc4c-3fe68ec33e97" providerId="ADAL" clId="{82C5487D-F4FA-479C-805C-E057908A5989}" dt="2024-09-17T09:09:57.290" v="3074" actId="1076"/>
        <pc:sldMkLst>
          <pc:docMk/>
          <pc:sldMk cId="1104381753" sldId="267"/>
        </pc:sldMkLst>
        <pc:spChg chg="mod">
          <ac:chgData name="Georges MATHIO" userId="1057b68d-d9cf-4cd5-bc4c-3fe68ec33e97" providerId="ADAL" clId="{82C5487D-F4FA-479C-805C-E057908A5989}" dt="2024-09-17T09:05:53.079" v="3051" actId="14100"/>
          <ac:spMkLst>
            <pc:docMk/>
            <pc:sldMk cId="1104381753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7T09:05:44.812" v="3050" actId="1076"/>
          <ac:spMkLst>
            <pc:docMk/>
            <pc:sldMk cId="1104381753" sldId="267"/>
            <ac:spMk id="3" creationId="{B5620FEA-FA3C-B3F6-C2FC-F9D51C3D46CB}"/>
          </ac:spMkLst>
        </pc:spChg>
        <pc:spChg chg="add mod">
          <ac:chgData name="Georges MATHIO" userId="1057b68d-d9cf-4cd5-bc4c-3fe68ec33e97" providerId="ADAL" clId="{82C5487D-F4FA-479C-805C-E057908A5989}" dt="2024-09-17T09:06:26" v="3056" actId="14100"/>
          <ac:spMkLst>
            <pc:docMk/>
            <pc:sldMk cId="1104381753" sldId="267"/>
            <ac:spMk id="4" creationId="{089C4E9D-634C-9062-D838-8016789FD6FB}"/>
          </ac:spMkLst>
        </pc:spChg>
        <pc:spChg chg="add mod">
          <ac:chgData name="Georges MATHIO" userId="1057b68d-d9cf-4cd5-bc4c-3fe68ec33e97" providerId="ADAL" clId="{82C5487D-F4FA-479C-805C-E057908A5989}" dt="2024-09-17T09:09:57.290" v="3074" actId="1076"/>
          <ac:spMkLst>
            <pc:docMk/>
            <pc:sldMk cId="1104381753" sldId="267"/>
            <ac:spMk id="7" creationId="{D113416F-82CC-2D57-D1DA-0756867D8554}"/>
          </ac:spMkLst>
        </pc:spChg>
        <pc:picChg chg="add mod">
          <ac:chgData name="Georges MATHIO" userId="1057b68d-d9cf-4cd5-bc4c-3fe68ec33e97" providerId="ADAL" clId="{82C5487D-F4FA-479C-805C-E057908A5989}" dt="2024-09-17T09:06:26" v="3056" actId="14100"/>
          <ac:picMkLst>
            <pc:docMk/>
            <pc:sldMk cId="1104381753" sldId="267"/>
            <ac:picMk id="6" creationId="{9A2A43BD-3538-AB7F-38C4-7F5BE6730D99}"/>
          </ac:picMkLst>
        </pc:picChg>
      </pc:sldChg>
      <pc:sldChg chg="del">
        <pc:chgData name="Georges MATHIO" userId="1057b68d-d9cf-4cd5-bc4c-3fe68ec33e97" providerId="ADAL" clId="{82C5487D-F4FA-479C-805C-E057908A5989}" dt="2024-09-10T13:20:18.549" v="43" actId="47"/>
        <pc:sldMkLst>
          <pc:docMk/>
          <pc:sldMk cId="3988114519" sldId="267"/>
        </pc:sldMkLst>
      </pc:sldChg>
      <pc:sldChg chg="addSp modSp add setBg">
        <pc:chgData name="Georges MATHIO" userId="1057b68d-d9cf-4cd5-bc4c-3fe68ec33e97" providerId="ADAL" clId="{82C5487D-F4FA-479C-805C-E057908A5989}" dt="2024-09-17T09:10:00.130" v="3075"/>
        <pc:sldMkLst>
          <pc:docMk/>
          <pc:sldMk cId="313480732" sldId="271"/>
        </pc:sldMkLst>
        <pc:spChg chg="add mod">
          <ac:chgData name="Georges MATHIO" userId="1057b68d-d9cf-4cd5-bc4c-3fe68ec33e97" providerId="ADAL" clId="{82C5487D-F4FA-479C-805C-E057908A5989}" dt="2024-09-17T09:06:30.777" v="3057"/>
          <ac:spMkLst>
            <pc:docMk/>
            <pc:sldMk cId="313480732" sldId="271"/>
            <ac:spMk id="3" creationId="{32D088E4-3A9F-CEFB-969E-F1A6DD238C2F}"/>
          </ac:spMkLst>
        </pc:spChg>
        <pc:spChg chg="add mod">
          <ac:chgData name="Georges MATHIO" userId="1057b68d-d9cf-4cd5-bc4c-3fe68ec33e97" providerId="ADAL" clId="{82C5487D-F4FA-479C-805C-E057908A5989}" dt="2024-09-17T09:10:00.130" v="3075"/>
          <ac:spMkLst>
            <pc:docMk/>
            <pc:sldMk cId="313480732" sldId="271"/>
            <ac:spMk id="6" creationId="{CAF4ADA7-4850-9713-2F8F-F82CE0FD74F0}"/>
          </ac:spMkLst>
        </pc:spChg>
        <pc:picChg chg="add mod">
          <ac:chgData name="Georges MATHIO" userId="1057b68d-d9cf-4cd5-bc4c-3fe68ec33e97" providerId="ADAL" clId="{82C5487D-F4FA-479C-805C-E057908A5989}" dt="2024-09-17T09:06:30.777" v="3057"/>
          <ac:picMkLst>
            <pc:docMk/>
            <pc:sldMk cId="313480732" sldId="271"/>
            <ac:picMk id="5" creationId="{119558D0-27D7-0D84-2FFD-693241084B08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23T14:38:57.835" v="4618" actId="1076"/>
        <pc:sldMkLst>
          <pc:docMk/>
          <pc:sldMk cId="3284553537" sldId="272"/>
        </pc:sldMkLst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2" creationId="{87A7064D-87BA-C620-3428-C9EB78335E3A}"/>
          </ac:spMkLst>
        </pc:spChg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3" creationId="{BA40F325-39D6-AA3C-31C7-8DAC3FEB061A}"/>
          </ac:spMkLst>
        </pc:spChg>
        <pc:spChg chg="add mod">
          <ac:chgData name="Georges MATHIO" userId="1057b68d-d9cf-4cd5-bc4c-3fe68ec33e97" providerId="ADAL" clId="{82C5487D-F4FA-479C-805C-E057908A5989}" dt="2024-09-17T09:13:21.880" v="3275" actId="20577"/>
          <ac:spMkLst>
            <pc:docMk/>
            <pc:sldMk cId="3284553537" sldId="272"/>
            <ac:spMk id="4" creationId="{5CE1FB7D-CCF0-5D12-682D-D7A6712F3ABE}"/>
          </ac:spMkLst>
        </pc:spChg>
        <pc:spChg chg="add mod">
          <ac:chgData name="Georges MATHIO" userId="1057b68d-d9cf-4cd5-bc4c-3fe68ec33e97" providerId="ADAL" clId="{82C5487D-F4FA-479C-805C-E057908A5989}" dt="2024-09-17T09:13:32.240" v="3299" actId="20577"/>
          <ac:spMkLst>
            <pc:docMk/>
            <pc:sldMk cId="3284553537" sldId="272"/>
            <ac:spMk id="5" creationId="{B5C9B273-D4B2-F320-AAAF-495D4135E644}"/>
          </ac:spMkLst>
        </pc:spChg>
        <pc:spChg chg="add mod">
          <ac:chgData name="Georges MATHIO" userId="1057b68d-d9cf-4cd5-bc4c-3fe68ec33e97" providerId="ADAL" clId="{82C5487D-F4FA-479C-805C-E057908A5989}" dt="2024-09-17T13:19:36.155" v="3446" actId="1076"/>
          <ac:spMkLst>
            <pc:docMk/>
            <pc:sldMk cId="3284553537" sldId="272"/>
            <ac:spMk id="6" creationId="{9E6598BB-4486-25BD-8F41-86C880BC6434}"/>
          </ac:spMkLst>
        </pc:spChg>
        <pc:spChg chg="add del">
          <ac:chgData name="Georges MATHIO" userId="1057b68d-d9cf-4cd5-bc4c-3fe68ec33e97" providerId="ADAL" clId="{82C5487D-F4FA-479C-805C-E057908A5989}" dt="2024-09-17T09:25:36.522" v="3382" actId="22"/>
          <ac:spMkLst>
            <pc:docMk/>
            <pc:sldMk cId="3284553537" sldId="272"/>
            <ac:spMk id="11" creationId="{5FFE723E-B215-1280-DA94-58AAC1362076}"/>
          </ac:spMkLst>
        </pc:spChg>
        <pc:spChg chg="add mod ord">
          <ac:chgData name="Georges MATHIO" userId="1057b68d-d9cf-4cd5-bc4c-3fe68ec33e97" providerId="ADAL" clId="{82C5487D-F4FA-479C-805C-E057908A5989}" dt="2024-09-17T13:54:15.495" v="3961" actId="20577"/>
          <ac:spMkLst>
            <pc:docMk/>
            <pc:sldMk cId="3284553537" sldId="272"/>
            <ac:spMk id="12" creationId="{0CC4A2EF-3019-580C-C1F6-3E98C5DC530C}"/>
          </ac:spMkLst>
        </pc:spChg>
        <pc:spChg chg="add mod">
          <ac:chgData name="Georges MATHIO" userId="1057b68d-d9cf-4cd5-bc4c-3fe68ec33e97" providerId="ADAL" clId="{82C5487D-F4FA-479C-805C-E057908A5989}" dt="2024-09-17T13:21:01.318" v="3462" actId="14100"/>
          <ac:spMkLst>
            <pc:docMk/>
            <pc:sldMk cId="3284553537" sldId="272"/>
            <ac:spMk id="14" creationId="{70551459-0A08-6393-3088-B15A31E96FA6}"/>
          </ac:spMkLst>
        </pc:spChg>
        <pc:spChg chg="add">
          <ac:chgData name="Georges MATHIO" userId="1057b68d-d9cf-4cd5-bc4c-3fe68ec33e97" providerId="ADAL" clId="{82C5487D-F4FA-479C-805C-E057908A5989}" dt="2024-09-17T13:21:13.280" v="3463"/>
          <ac:spMkLst>
            <pc:docMk/>
            <pc:sldMk cId="3284553537" sldId="272"/>
            <ac:spMk id="15" creationId="{ABF765E5-382D-CE27-BC4E-4A8F1FEE50E2}"/>
          </ac:spMkLst>
        </pc:spChg>
        <pc:spChg chg="add mod ord">
          <ac:chgData name="Georges MATHIO" userId="1057b68d-d9cf-4cd5-bc4c-3fe68ec33e97" providerId="ADAL" clId="{82C5487D-F4FA-479C-805C-E057908A5989}" dt="2024-09-17T13:54:45.738" v="3972" actId="20577"/>
          <ac:spMkLst>
            <pc:docMk/>
            <pc:sldMk cId="3284553537" sldId="272"/>
            <ac:spMk id="18" creationId="{EBF717F5-AE9A-AFA6-EFAE-EB4B2BE8D2CB}"/>
          </ac:spMkLst>
        </pc:spChg>
        <pc:grpChg chg="add mod">
          <ac:chgData name="Georges MATHIO" userId="1057b68d-d9cf-4cd5-bc4c-3fe68ec33e97" providerId="ADAL" clId="{82C5487D-F4FA-479C-805C-E057908A5989}" dt="2024-09-17T13:26:41.323" v="3749" actId="1076"/>
          <ac:grpSpMkLst>
            <pc:docMk/>
            <pc:sldMk cId="3284553537" sldId="272"/>
            <ac:grpSpMk id="13" creationId="{CE94E23D-2A0A-8CC8-0C81-DFB1ED3F4433}"/>
          </ac:grpSpMkLst>
        </pc:grpChg>
        <pc:picChg chg="add mod">
          <ac:chgData name="Georges MATHIO" userId="1057b68d-d9cf-4cd5-bc4c-3fe68ec33e97" providerId="ADAL" clId="{82C5487D-F4FA-479C-805C-E057908A5989}" dt="2024-09-17T13:19:32.225" v="3445" actId="1076"/>
          <ac:picMkLst>
            <pc:docMk/>
            <pc:sldMk cId="3284553537" sldId="272"/>
            <ac:picMk id="7" creationId="{78826873-F077-2EF4-AF82-061ABC5B9BE5}"/>
          </ac:picMkLst>
        </pc:picChg>
        <pc:picChg chg="add mod modCrop">
          <ac:chgData name="Georges MATHIO" userId="1057b68d-d9cf-4cd5-bc4c-3fe68ec33e97" providerId="ADAL" clId="{82C5487D-F4FA-479C-805C-E057908A5989}" dt="2024-09-17T13:34:39.876" v="3906" actId="688"/>
          <ac:picMkLst>
            <pc:docMk/>
            <pc:sldMk cId="3284553537" sldId="272"/>
            <ac:picMk id="9" creationId="{3D1A6911-B183-BEBB-3B6C-4FCAF59758DD}"/>
          </ac:picMkLst>
        </pc:picChg>
        <pc:picChg chg="add mod modCrop">
          <ac:chgData name="Georges MATHIO" userId="1057b68d-d9cf-4cd5-bc4c-3fe68ec33e97" providerId="ADAL" clId="{82C5487D-F4FA-479C-805C-E057908A5989}" dt="2024-09-17T13:54:00.329" v="3957" actId="1076"/>
          <ac:picMkLst>
            <pc:docMk/>
            <pc:sldMk cId="3284553537" sldId="272"/>
            <ac:picMk id="17" creationId="{6FBA7079-628A-AA51-5E5E-9AE2CCC7EEF3}"/>
          </ac:picMkLst>
        </pc:picChg>
        <pc:picChg chg="add del mod">
          <ac:chgData name="Georges MATHIO" userId="1057b68d-d9cf-4cd5-bc4c-3fe68ec33e97" providerId="ADAL" clId="{82C5487D-F4FA-479C-805C-E057908A5989}" dt="2024-09-17T13:31:58.757" v="3882" actId="478"/>
          <ac:picMkLst>
            <pc:docMk/>
            <pc:sldMk cId="3284553537" sldId="272"/>
            <ac:picMk id="20" creationId="{535C99BF-07CE-0896-51D9-75DCD7A6607A}"/>
          </ac:picMkLst>
        </pc:picChg>
        <pc:picChg chg="add mod">
          <ac:chgData name="Georges MATHIO" userId="1057b68d-d9cf-4cd5-bc4c-3fe68ec33e97" providerId="ADAL" clId="{82C5487D-F4FA-479C-805C-E057908A5989}" dt="2024-09-17T13:53:57.561" v="3956" actId="1076"/>
          <ac:picMkLst>
            <pc:docMk/>
            <pc:sldMk cId="3284553537" sldId="272"/>
            <ac:picMk id="22" creationId="{C0692924-CE60-6F0C-7EAA-293DD9164A46}"/>
          </ac:picMkLst>
        </pc:picChg>
        <pc:picChg chg="add mod">
          <ac:chgData name="Georges MATHIO" userId="1057b68d-d9cf-4cd5-bc4c-3fe68ec33e97" providerId="ADAL" clId="{82C5487D-F4FA-479C-805C-E057908A5989}" dt="2024-09-17T13:50:55.499" v="3918" actId="14100"/>
          <ac:picMkLst>
            <pc:docMk/>
            <pc:sldMk cId="3284553537" sldId="272"/>
            <ac:picMk id="24" creationId="{0F130DEA-14B9-8D96-C66A-A341DF5A873D}"/>
          </ac:picMkLst>
        </pc:picChg>
        <pc:picChg chg="add mod">
          <ac:chgData name="Georges MATHIO" userId="1057b68d-d9cf-4cd5-bc4c-3fe68ec33e97" providerId="ADAL" clId="{82C5487D-F4FA-479C-805C-E057908A5989}" dt="2024-09-17T13:53:39.345" v="3949"/>
          <ac:picMkLst>
            <pc:docMk/>
            <pc:sldMk cId="3284553537" sldId="272"/>
            <ac:picMk id="35" creationId="{7406BF29-3589-7102-136C-E47207408A04}"/>
          </ac:picMkLst>
        </pc:picChg>
        <pc:picChg chg="add mod">
          <ac:chgData name="Georges MATHIO" userId="1057b68d-d9cf-4cd5-bc4c-3fe68ec33e97" providerId="ADAL" clId="{82C5487D-F4FA-479C-805C-E057908A5989}" dt="2024-09-17T13:54:03.149" v="3958" actId="1076"/>
          <ac:picMkLst>
            <pc:docMk/>
            <pc:sldMk cId="3284553537" sldId="272"/>
            <ac:picMk id="37" creationId="{91F05E49-8EA3-E32D-6759-D1B5629AAE7A}"/>
          </ac:picMkLst>
        </pc:picChg>
        <pc:picChg chg="add del mod">
          <ac:chgData name="Georges MATHIO" userId="1057b68d-d9cf-4cd5-bc4c-3fe68ec33e97" providerId="ADAL" clId="{82C5487D-F4FA-479C-805C-E057908A5989}" dt="2024-09-17T12:49:31.237" v="3427" actId="478"/>
          <ac:picMkLst>
            <pc:docMk/>
            <pc:sldMk cId="3284553537" sldId="272"/>
            <ac:picMk id="1026" creationId="{69D53D86-2CD8-CAC1-A89B-D2FA8CB640FD}"/>
          </ac:picMkLst>
        </pc:picChg>
        <pc:picChg chg="add mod">
          <ac:chgData name="Georges MATHIO" userId="1057b68d-d9cf-4cd5-bc4c-3fe68ec33e97" providerId="ADAL" clId="{82C5487D-F4FA-479C-805C-E057908A5989}" dt="2024-09-17T13:28:23.565" v="3845" actId="14100"/>
          <ac:picMkLst>
            <pc:docMk/>
            <pc:sldMk cId="3284553537" sldId="272"/>
            <ac:picMk id="1028" creationId="{19458559-5A03-E6C1-433C-9FF20E1E9E4D}"/>
          </ac:picMkLst>
        </pc:picChg>
        <pc:picChg chg="add mod">
          <ac:chgData name="Georges MATHIO" userId="1057b68d-d9cf-4cd5-bc4c-3fe68ec33e97" providerId="ADAL" clId="{82C5487D-F4FA-479C-805C-E057908A5989}" dt="2024-09-17T13:19:48.943" v="3452" actId="1076"/>
          <ac:picMkLst>
            <pc:docMk/>
            <pc:sldMk cId="3284553537" sldId="272"/>
            <ac:picMk id="1030" creationId="{01BF65AD-E071-E671-A32E-C90BA02BE779}"/>
          </ac:picMkLst>
        </pc:picChg>
        <pc:picChg chg="add mod">
          <ac:chgData name="Georges MATHIO" userId="1057b68d-d9cf-4cd5-bc4c-3fe68ec33e97" providerId="ADAL" clId="{82C5487D-F4FA-479C-805C-E057908A5989}" dt="2024-09-17T13:27:20.133" v="3790" actId="1076"/>
          <ac:picMkLst>
            <pc:docMk/>
            <pc:sldMk cId="3284553537" sldId="272"/>
            <ac:picMk id="1032" creationId="{1D60E3FB-44DB-7EF2-34CE-323EEA95B6D2}"/>
          </ac:picMkLst>
        </pc:picChg>
        <pc:picChg chg="add mod">
          <ac:chgData name="Georges MATHIO" userId="1057b68d-d9cf-4cd5-bc4c-3fe68ec33e97" providerId="ADAL" clId="{82C5487D-F4FA-479C-805C-E057908A5989}" dt="2024-09-23T14:38:57.835" v="4618" actId="1076"/>
          <ac:picMkLst>
            <pc:docMk/>
            <pc:sldMk cId="3284553537" sldId="272"/>
            <ac:picMk id="1038" creationId="{B1E46DD6-FA36-5519-5508-A456DD869862}"/>
          </ac:picMkLst>
        </pc:picChg>
        <pc:cxnChg chg="add mod">
          <ac:chgData name="Georges MATHIO" userId="1057b68d-d9cf-4cd5-bc4c-3fe68ec33e97" providerId="ADAL" clId="{82C5487D-F4FA-479C-805C-E057908A5989}" dt="2024-09-17T13:54:32.648" v="3964" actId="14100"/>
          <ac:cxnSpMkLst>
            <pc:docMk/>
            <pc:sldMk cId="3284553537" sldId="272"/>
            <ac:cxnSpMk id="26" creationId="{D7D211AA-5032-2C21-F4F3-9A6E7896E795}"/>
          </ac:cxnSpMkLst>
        </pc:cxnChg>
        <pc:cxnChg chg="add mod">
          <ac:chgData name="Georges MATHIO" userId="1057b68d-d9cf-4cd5-bc4c-3fe68ec33e97" providerId="ADAL" clId="{82C5487D-F4FA-479C-805C-E057908A5989}" dt="2024-09-17T13:54:26.684" v="3963" actId="14100"/>
          <ac:cxnSpMkLst>
            <pc:docMk/>
            <pc:sldMk cId="3284553537" sldId="272"/>
            <ac:cxnSpMk id="28" creationId="{4FF37A1A-BDE2-5A59-8078-0F0C77E5BC75}"/>
          </ac:cxnSpMkLst>
        </pc:cxnChg>
        <pc:cxnChg chg="add mod">
          <ac:chgData name="Georges MATHIO" userId="1057b68d-d9cf-4cd5-bc4c-3fe68ec33e97" providerId="ADAL" clId="{82C5487D-F4FA-479C-805C-E057908A5989}" dt="2024-09-17T13:54:22.110" v="3962" actId="14100"/>
          <ac:cxnSpMkLst>
            <pc:docMk/>
            <pc:sldMk cId="3284553537" sldId="272"/>
            <ac:cxnSpMk id="30" creationId="{3F97389E-21E8-F9B7-84D3-2260BA650E4C}"/>
          </ac:cxnSpMkLst>
        </pc:cxnChg>
        <pc:cxnChg chg="add mod">
          <ac:chgData name="Georges MATHIO" userId="1057b68d-d9cf-4cd5-bc4c-3fe68ec33e97" providerId="ADAL" clId="{82C5487D-F4FA-479C-805C-E057908A5989}" dt="2024-09-17T13:52:19.777" v="3937" actId="1076"/>
          <ac:cxnSpMkLst>
            <pc:docMk/>
            <pc:sldMk cId="3284553537" sldId="272"/>
            <ac:cxnSpMk id="32" creationId="{9BE58CFE-4A58-1A60-18E5-E7F5D3F4C4F0}"/>
          </ac:cxnSpMkLst>
        </pc:cxnChg>
      </pc:sldChg>
      <pc:sldChg chg="addSp delSp modSp add mod delAnim">
        <pc:chgData name="Georges MATHIO" userId="1057b68d-d9cf-4cd5-bc4c-3fe68ec33e97" providerId="ADAL" clId="{82C5487D-F4FA-479C-805C-E057908A5989}" dt="2024-09-23T14:39:36.284" v="4670" actId="20577"/>
        <pc:sldMkLst>
          <pc:docMk/>
          <pc:sldMk cId="3300471138" sldId="273"/>
        </pc:sldMkLst>
        <pc:spChg chg="mod">
          <ac:chgData name="Georges MATHIO" userId="1057b68d-d9cf-4cd5-bc4c-3fe68ec33e97" providerId="ADAL" clId="{82C5487D-F4FA-479C-805C-E057908A5989}" dt="2024-09-23T14:14:59.310" v="4011" actId="20577"/>
          <ac:spMkLst>
            <pc:docMk/>
            <pc:sldMk cId="3300471138" sldId="27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23T14:39:36.284" v="4670" actId="20577"/>
          <ac:spMkLst>
            <pc:docMk/>
            <pc:sldMk cId="3300471138" sldId="27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23T14:18:50.748" v="4079" actId="20577"/>
          <ac:spMkLst>
            <pc:docMk/>
            <pc:sldMk cId="3300471138" sldId="27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5" creationId="{A51CD53D-ED1A-59F5-088F-C27E750B9DF4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23T14:14:46.034" v="3994" actId="478"/>
          <ac:spMkLst>
            <pc:docMk/>
            <pc:sldMk cId="3300471138" sldId="27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23T14:14:43.808" v="3993" actId="478"/>
          <ac:spMkLst>
            <pc:docMk/>
            <pc:sldMk cId="3300471138" sldId="27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1" creationId="{C361A9C3-1F52-48C6-593F-CB60D9F92BFB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2" creationId="{09355B55-B4F6-D4B9-0F73-7E2BA3C41B63}"/>
          </ac:spMkLst>
        </pc:spChg>
        <pc:spChg chg="add del">
          <ac:chgData name="Georges MATHIO" userId="1057b68d-d9cf-4cd5-bc4c-3fe68ec33e97" providerId="ADAL" clId="{82C5487D-F4FA-479C-805C-E057908A5989}" dt="2024-09-23T14:25:23.452" v="4331" actId="22"/>
          <ac:spMkLst>
            <pc:docMk/>
            <pc:sldMk cId="3300471138" sldId="273"/>
            <ac:spMk id="16" creationId="{B8B06D99-BE6F-5A48-015B-94FB9717F111}"/>
          </ac:spMkLst>
        </pc:spChg>
        <pc:picChg chg="del">
          <ac:chgData name="Georges MATHIO" userId="1057b68d-d9cf-4cd5-bc4c-3fe68ec33e97" providerId="ADAL" clId="{82C5487D-F4FA-479C-805C-E057908A5989}" dt="2024-09-23T14:14:38.108" v="3991" actId="478"/>
          <ac:picMkLst>
            <pc:docMk/>
            <pc:sldMk cId="3300471138" sldId="27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23T14:14:41.671" v="3992" actId="478"/>
          <ac:picMkLst>
            <pc:docMk/>
            <pc:sldMk cId="3300471138" sldId="273"/>
            <ac:picMk id="7" creationId="{FCB679A2-5E4F-7966-43BD-CF1E51893504}"/>
          </ac:picMkLst>
        </pc:picChg>
        <pc:picChg chg="add mod">
          <ac:chgData name="Georges MATHIO" userId="1057b68d-d9cf-4cd5-bc4c-3fe68ec33e97" providerId="ADAL" clId="{82C5487D-F4FA-479C-805C-E057908A5989}" dt="2024-09-23T14:19:34.786" v="4089" actId="1440"/>
          <ac:picMkLst>
            <pc:docMk/>
            <pc:sldMk cId="3300471138" sldId="273"/>
            <ac:picMk id="14" creationId="{A0470E6D-8EAD-B63F-49E9-512A2FBBDC0E}"/>
          </ac:picMkLst>
        </pc:picChg>
      </pc:sldChg>
      <pc:sldChg chg="addSp delSp modSp new mod setBg setClrOvrMap">
        <pc:chgData name="Georges MATHIO" userId="1057b68d-d9cf-4cd5-bc4c-3fe68ec33e97" providerId="ADAL" clId="{82C5487D-F4FA-479C-805C-E057908A5989}" dt="2024-09-23T14:17:41.141" v="4063" actId="403"/>
        <pc:sldMkLst>
          <pc:docMk/>
          <pc:sldMk cId="4205069961" sldId="274"/>
        </pc:sldMkLst>
        <pc:spChg chg="mod">
          <ac:chgData name="Georges MATHIO" userId="1057b68d-d9cf-4cd5-bc4c-3fe68ec33e97" providerId="ADAL" clId="{82C5487D-F4FA-479C-805C-E057908A5989}" dt="2024-09-23T14:17:41.141" v="4063" actId="403"/>
          <ac:spMkLst>
            <pc:docMk/>
            <pc:sldMk cId="4205069961" sldId="274"/>
            <ac:spMk id="2" creationId="{18B86DF7-7DA9-32A0-F92E-11F46962454E}"/>
          </ac:spMkLst>
        </pc:spChg>
        <pc:spChg chg="add del">
          <ac:chgData name="Georges MATHIO" userId="1057b68d-d9cf-4cd5-bc4c-3fe68ec33e97" providerId="ADAL" clId="{82C5487D-F4FA-479C-805C-E057908A5989}" dt="2024-09-23T14:16:02.478" v="4016" actId="26606"/>
          <ac:spMkLst>
            <pc:docMk/>
            <pc:sldMk cId="4205069961" sldId="274"/>
            <ac:spMk id="9" creationId="{9939D5DF-647B-465D-9883-4CF390177B22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6" creationId="{1BE7BD64-C268-4BE6-8D67-F5DD171F0154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7" creationId="{57E6F9A8-1B4B-4FEF-942A-15CA97ECE0BA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5" creationId="{09C946AC-2072-4946-A2B8-39F09D0944EE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9" creationId="{559FD8B5-8CC4-4CFE-BD2A-1216B1F2C3DB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31" creationId="{9ECF13F4-3D2A-4F2E-9BBD-3038670D21ED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4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6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4:16:27.640" v="4022" actId="26606"/>
          <ac:grpSpMkLst>
            <pc:docMk/>
            <pc:sldMk cId="4205069961" sldId="274"/>
            <ac:grpSpMk id="33" creationId="{19660E16-DCC0-4B6C-8E84-4C292580059F}"/>
          </ac:grpSpMkLst>
        </pc:grpChg>
        <pc:grpChg chg="add">
          <ac:chgData name="Georges MATHIO" userId="1057b68d-d9cf-4cd5-bc4c-3fe68ec33e97" providerId="ADAL" clId="{82C5487D-F4FA-479C-805C-E057908A5989}" dt="2024-09-23T14:16:27.704" v="4023" actId="26606"/>
          <ac:grpSpMkLst>
            <pc:docMk/>
            <pc:sldMk cId="4205069961" sldId="274"/>
            <ac:grpSpMk id="118" creationId="{BF07F359-8CA3-4854-91E7-EE6004020511}"/>
          </ac:grpSpMkLst>
        </pc:grpChg>
        <pc:picChg chg="add mo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3" creationId="{D55D7212-76CD-AAF0-0AB7-84B39527D9A6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7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11" creationId="{795511D0-C969-4FB4-9670-3DF7F1B2A7BC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3" creationId="{94164FB2-EFB1-4531-A8F4-DD77A03E2CCB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4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5" creationId="{0E6BC652-4BE1-478A-BFA7-47149E82F2F1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8" creationId="{7D6C6E9A-567D-4054-B920-2E1BAF6D2426}"/>
          </ac:picMkLst>
        </pc:picChg>
        <pc:picChg chg="add del">
          <ac:chgData name="Georges MATHIO" userId="1057b68d-d9cf-4cd5-bc4c-3fe68ec33e97" providerId="ADAL" clId="{82C5487D-F4FA-479C-805C-E057908A5989}" dt="2024-09-23T14:16:25.452" v="4020" actId="26606"/>
          <ac:picMkLst>
            <pc:docMk/>
            <pc:sldMk cId="4205069961" sldId="274"/>
            <ac:picMk id="2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6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7" creationId="{A748C8C8-F348-4D00-852A-26DD9EBCC24C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3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5" creationId="{811383CE-CE86-4E1C-B289-798EB9E6E0E5}"/>
          </ac:picMkLst>
        </pc:picChg>
      </pc:sldChg>
      <pc:sldChg chg="modSp add mod">
        <pc:chgData name="Georges MATHIO" userId="1057b68d-d9cf-4cd5-bc4c-3fe68ec33e97" providerId="ADAL" clId="{82C5487D-F4FA-479C-805C-E057908A5989}" dt="2024-09-23T14:40:29.914" v="4737" actId="20577"/>
        <pc:sldMkLst>
          <pc:docMk/>
          <pc:sldMk cId="1236964428" sldId="275"/>
        </pc:sldMkLst>
        <pc:spChg chg="mod">
          <ac:chgData name="Georges MATHIO" userId="1057b68d-d9cf-4cd5-bc4c-3fe68ec33e97" providerId="ADAL" clId="{82C5487D-F4FA-479C-805C-E057908A5989}" dt="2024-09-23T14:40:29.914" v="4737" actId="20577"/>
          <ac:spMkLst>
            <pc:docMk/>
            <pc:sldMk cId="1236964428" sldId="275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4:40:01.748" v="4696" actId="20577"/>
          <ac:spMkLst>
            <pc:docMk/>
            <pc:sldMk cId="1236964428" sldId="275"/>
            <ac:spMk id="3" creationId="{E7B1851B-891E-7219-903C-44C4234BD6E6}"/>
          </ac:spMkLst>
        </pc:spChg>
        <pc:spChg chg="mod">
          <ac:chgData name="Georges MATHIO" userId="1057b68d-d9cf-4cd5-bc4c-3fe68ec33e97" providerId="ADAL" clId="{82C5487D-F4FA-479C-805C-E057908A5989}" dt="2024-09-23T14:40:14.117" v="4718" actId="20577"/>
          <ac:spMkLst>
            <pc:docMk/>
            <pc:sldMk cId="1236964428" sldId="275"/>
            <ac:spMk id="5" creationId="{FE12536D-6ED0-DC03-08CC-8D761524D1FF}"/>
          </ac:spMkLst>
        </pc:spChg>
      </pc:sldChg>
      <pc:sldChg chg="add ord">
        <pc:chgData name="Georges MATHIO" userId="1057b68d-d9cf-4cd5-bc4c-3fe68ec33e97" providerId="ADAL" clId="{82C5487D-F4FA-479C-805C-E057908A5989}" dt="2024-09-23T14:46:57.866" v="5105"/>
        <pc:sldMkLst>
          <pc:docMk/>
          <pc:sldMk cId="1244614476" sldId="276"/>
        </pc:sldMkLst>
      </pc:sldChg>
      <pc:sldChg chg="modSp add mod">
        <pc:chgData name="Georges MATHIO" userId="1057b68d-d9cf-4cd5-bc4c-3fe68ec33e97" providerId="ADAL" clId="{82C5487D-F4FA-479C-805C-E057908A5989}" dt="2024-09-23T15:03:11.112" v="5352" actId="20577"/>
        <pc:sldMkLst>
          <pc:docMk/>
          <pc:sldMk cId="2793604676" sldId="277"/>
        </pc:sldMkLst>
        <pc:spChg chg="mod">
          <ac:chgData name="Georges MATHIO" userId="1057b68d-d9cf-4cd5-bc4c-3fe68ec33e97" providerId="ADAL" clId="{82C5487D-F4FA-479C-805C-E057908A5989}" dt="2024-09-23T15:02:30.709" v="5291" actId="20577"/>
          <ac:spMkLst>
            <pc:docMk/>
            <pc:sldMk cId="2793604676" sldId="277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5:03:11.112" v="5352" actId="20577"/>
          <ac:spMkLst>
            <pc:docMk/>
            <pc:sldMk cId="2793604676" sldId="277"/>
            <ac:spMk id="7" creationId="{F730F81E-FE15-036B-799E-4164065F9994}"/>
          </ac:spMkLst>
        </pc:spChg>
      </pc:sldChg>
      <pc:sldChg chg="new ord">
        <pc:chgData name="Georges MATHIO" userId="1057b68d-d9cf-4cd5-bc4c-3fe68ec33e97" providerId="ADAL" clId="{82C5487D-F4FA-479C-805C-E057908A5989}" dt="2024-09-23T15:04:49.550" v="5369"/>
        <pc:sldMkLst>
          <pc:docMk/>
          <pc:sldMk cId="2511482636" sldId="278"/>
        </pc:sldMkLst>
      </pc:sldChg>
      <pc:sldChg chg="addSp delSp modSp add del mod ord setBg setClrOvrMap delDesignElem">
        <pc:chgData name="Georges MATHIO" userId="1057b68d-d9cf-4cd5-bc4c-3fe68ec33e97" providerId="ADAL" clId="{82C5487D-F4FA-479C-805C-E057908A5989}" dt="2024-09-23T15:06:58.848" v="5408" actId="47"/>
        <pc:sldMkLst>
          <pc:docMk/>
          <pc:sldMk cId="3189954247" sldId="279"/>
        </pc:sldMkLst>
        <pc:spChg chg="mod">
          <ac:chgData name="Georges MATHIO" userId="1057b68d-d9cf-4cd5-bc4c-3fe68ec33e97" providerId="ADAL" clId="{82C5487D-F4FA-479C-805C-E057908A5989}" dt="2024-09-23T15:05:43.943" v="5388" actId="962"/>
          <ac:spMkLst>
            <pc:docMk/>
            <pc:sldMk cId="3189954247" sldId="279"/>
            <ac:spMk id="2" creationId="{18B86DF7-7DA9-32A0-F92E-11F46962454E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1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5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7" creationId="{24005816-5BCA-4665-8A58-5580F8E9C84A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4" creationId="{1F94DC1C-47D1-41D7-8B1B-9A036D614027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6" creationId="{AC12A592-C02D-46EF-8E1F-9335DB8D71DF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7" creationId="{24005816-5BCA-4665-8A58-5580F8E9C84A}"/>
          </ac:spMkLst>
        </pc:spChg>
        <pc:grpChg chg="add">
          <ac:chgData name="Georges MATHIO" userId="1057b68d-d9cf-4cd5-bc4c-3fe68ec33e97" providerId="ADAL" clId="{82C5487D-F4FA-479C-805C-E057908A5989}" dt="2024-09-23T15:05:35.289" v="5384" actId="26606"/>
          <ac:grpSpMkLst>
            <pc:docMk/>
            <pc:sldMk cId="3189954247" sldId="279"/>
            <ac:grpSpMk id="19" creationId="{BF07F359-8CA3-4854-91E7-EE6004020511}"/>
          </ac:grpSpMkLst>
        </pc:grpChg>
        <pc:grpChg chg="del">
          <ac:chgData name="Georges MATHIO" userId="1057b68d-d9cf-4cd5-bc4c-3fe68ec33e97" providerId="ADAL" clId="{82C5487D-F4FA-479C-805C-E057908A5989}" dt="2024-09-23T15:04:44.543" v="5365"/>
          <ac:grpSpMkLst>
            <pc:docMk/>
            <pc:sldMk cId="3189954247" sldId="279"/>
            <ac:grpSpMk id="118" creationId="{BF07F359-8CA3-4854-91E7-EE6004020511}"/>
          </ac:grpSpMkLst>
        </pc:grpChg>
        <pc:picChg chg="del">
          <ac:chgData name="Georges MATHIO" userId="1057b68d-d9cf-4cd5-bc4c-3fe68ec33e97" providerId="ADAL" clId="{82C5487D-F4FA-479C-805C-E057908A5989}" dt="2024-09-23T15:05:00.862" v="5381" actId="478"/>
          <ac:picMkLst>
            <pc:docMk/>
            <pc:sldMk cId="3189954247" sldId="279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5:45.999" v="5389" actId="1076"/>
          <ac:picMkLst>
            <pc:docMk/>
            <pc:sldMk cId="3189954247" sldId="279"/>
            <ac:picMk id="4" creationId="{F47E0E0C-B8B0-82F6-DC93-2846404F2A97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9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13" creationId="{811383CE-CE86-4E1C-B289-798EB9E6E0E5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3" creationId="{6AF6706C-CF07-43A1-BCC4-CBA5D33820DA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5" creationId="{811383CE-CE86-4E1C-B289-798EB9E6E0E5}"/>
          </ac:picMkLst>
        </pc:picChg>
      </pc:sldChg>
      <pc:sldChg chg="addSp delSp modSp add mod ord">
        <pc:chgData name="Georges MATHIO" userId="1057b68d-d9cf-4cd5-bc4c-3fe68ec33e97" providerId="ADAL" clId="{82C5487D-F4FA-479C-805C-E057908A5989}" dt="2024-09-23T15:06:54.714" v="5407" actId="1440"/>
        <pc:sldMkLst>
          <pc:docMk/>
          <pc:sldMk cId="1744596131" sldId="280"/>
        </pc:sldMkLst>
        <pc:spChg chg="mod">
          <ac:chgData name="Georges MATHIO" userId="1057b68d-d9cf-4cd5-bc4c-3fe68ec33e97" providerId="ADAL" clId="{82C5487D-F4FA-479C-805C-E057908A5989}" dt="2024-09-23T15:06:25.669" v="5404" actId="113"/>
          <ac:spMkLst>
            <pc:docMk/>
            <pc:sldMk cId="1744596131" sldId="280"/>
            <ac:spMk id="2" creationId="{18B86DF7-7DA9-32A0-F92E-11F46962454E}"/>
          </ac:spMkLst>
        </pc:spChg>
        <pc:picChg chg="del">
          <ac:chgData name="Georges MATHIO" userId="1057b68d-d9cf-4cd5-bc4c-3fe68ec33e97" providerId="ADAL" clId="{82C5487D-F4FA-479C-805C-E057908A5989}" dt="2024-09-23T15:06:31.040" v="5405" actId="478"/>
          <ac:picMkLst>
            <pc:docMk/>
            <pc:sldMk cId="1744596131" sldId="280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6:54.714" v="5407" actId="1440"/>
          <ac:picMkLst>
            <pc:docMk/>
            <pc:sldMk cId="1744596131" sldId="280"/>
            <ac:picMk id="4" creationId="{7A3482A5-D921-DF9C-6485-2355D9A50BC9}"/>
          </ac:picMkLst>
        </pc:picChg>
      </pc:sldChg>
      <pc:sldChg chg="addSp delSp add del setBg delDesignElem">
        <pc:chgData name="Georges MATHIO" userId="1057b68d-d9cf-4cd5-bc4c-3fe68ec33e97" providerId="ADAL" clId="{82C5487D-F4FA-479C-805C-E057908A5989}" dt="2024-09-23T15:06:04.794" v="5392"/>
        <pc:sldMkLst>
          <pc:docMk/>
          <pc:sldMk cId="2407784976" sldId="280"/>
        </pc:sldMkLst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4" creationId="{1F94DC1C-47D1-41D7-8B1B-9A036D614027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6" creationId="{AC12A592-C02D-46EF-8E1F-9335DB8D71DF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5:06:04.794" v="5392"/>
          <ac:grpSpMkLst>
            <pc:docMk/>
            <pc:sldMk cId="2407784976" sldId="280"/>
            <ac:grpSpMk id="118" creationId="{BF07F359-8CA3-4854-91E7-EE6004020511}"/>
          </ac:grpSpMkLst>
        </pc:grp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5" creationId="{811383CE-CE86-4E1C-B289-798EB9E6E0E5}"/>
          </ac:picMkLst>
        </pc:picChg>
      </pc:sldChg>
      <pc:sldMasterChg chg="modSp mod">
        <pc:chgData name="Georges MATHIO" userId="1057b68d-d9cf-4cd5-bc4c-3fe68ec33e97" providerId="ADAL" clId="{82C5487D-F4FA-479C-805C-E057908A5989}" dt="2024-09-10T14:00:03.743" v="575" actId="242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82C5487D-F4FA-479C-805C-E057908A5989}" dt="2024-09-10T14:00:03.743" v="575" actId="242"/>
          <ac:spMkLst>
            <pc:docMk/>
            <pc:sldMasterMk cId="0" sldId="2147483648"/>
            <ac:spMk id="3" creationId="{00000000-0000-0000-0000-000000000000}"/>
          </ac:spMkLst>
        </pc:spChg>
      </pc:sldMaster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D188567B-FEA3-3AFD-7A3D-A0834D404585}" dt="2024-07-18T11:43:39.533" v="3" actId="1076"/>
          <ac:spMkLst>
            <pc:docMk/>
            <pc:sldMk cId="2482283123" sldId="259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D188567B-FEA3-3AFD-7A3D-A0834D404585}" dt="2024-07-18T11:45:28.694" v="5" actId="20577"/>
          <ac:spMkLst>
            <pc:docMk/>
            <pc:sldMk cId="1455700223" sldId="263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  <pc:spChg chg="mod">
          <ac:chgData name="Georges MATHIO" userId="1057b68d-d9cf-4cd5-bc4c-3fe68ec33e97" providerId="ADAL" clId="{8BCAAD47-39EC-4A39-A166-8E9777C12AD5}" dt="2024-07-21T21:01:45.889" v="0" actId="6549"/>
          <ac:spMkLst>
            <pc:docMk/>
            <pc:sldMk cId="1554076419" sldId="258"/>
            <ac:spMk id="7" creationId="{D0A8403C-5777-28EF-83D9-19F6822459A6}"/>
          </ac:spMkLst>
        </pc:spChg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  <pc:spChg chg="mod">
          <ac:chgData name="Georges MATHIO" userId="1057b68d-d9cf-4cd5-bc4c-3fe68ec33e97" providerId="ADAL" clId="{8BCAAD47-39EC-4A39-A166-8E9777C12AD5}" dt="2024-07-21T21:01:57.905" v="2" actId="20577"/>
          <ac:spMkLst>
            <pc:docMk/>
            <pc:sldMk cId="319033476" sldId="260"/>
            <ac:spMk id="11" creationId="{3538C984-96B3-4E9A-E4F7-3FC99AFA0885}"/>
          </ac:spMkLst>
        </pc:spChg>
      </pc:sldChg>
    </pc:docChg>
  </pc:docChgLst>
  <pc:docChgLst>
    <pc:chgData name="Georges MATHIO" userId="1057b68d-d9cf-4cd5-bc4c-3fe68ec33e97" providerId="ADAL" clId="{C4F20E0D-2BB1-4FFB-A1E5-62428237D7FB}"/>
    <pc:docChg chg="custSel addSld delSld modSld sldOrd">
      <pc:chgData name="Georges MATHIO" userId="1057b68d-d9cf-4cd5-bc4c-3fe68ec33e97" providerId="ADAL" clId="{C4F20E0D-2BB1-4FFB-A1E5-62428237D7FB}" dt="2024-09-26T10:07:52.778" v="261" actId="20577"/>
      <pc:docMkLst>
        <pc:docMk/>
      </pc:docMkLst>
      <pc:sldChg chg="modSp mod">
        <pc:chgData name="Georges MATHIO" userId="1057b68d-d9cf-4cd5-bc4c-3fe68ec33e97" providerId="ADAL" clId="{C4F20E0D-2BB1-4FFB-A1E5-62428237D7FB}" dt="2024-09-26T09:56:39.587" v="23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C4F20E0D-2BB1-4FFB-A1E5-62428237D7FB}" dt="2024-09-26T09:56:39.587" v="23" actId="20577"/>
          <ac:spMkLst>
            <pc:docMk/>
            <pc:sldMk cId="2526593619" sldId="256"/>
            <ac:spMk id="3" creationId="{00000000-0000-0000-0000-000000000000}"/>
          </ac:spMkLst>
        </pc:spChg>
      </pc:sldChg>
      <pc:sldChg chg="addSp modSp mod">
        <pc:chgData name="Georges MATHIO" userId="1057b68d-d9cf-4cd5-bc4c-3fe68ec33e97" providerId="ADAL" clId="{C4F20E0D-2BB1-4FFB-A1E5-62428237D7FB}" dt="2024-09-26T10:00:17.282" v="203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C4F20E0D-2BB1-4FFB-A1E5-62428237D7FB}" dt="2024-09-26T10:00:17.282" v="203" actId="20577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C4F20E0D-2BB1-4FFB-A1E5-62428237D7FB}" dt="2024-09-26T09:56:49.202" v="25" actId="1076"/>
          <ac:spMkLst>
            <pc:docMk/>
            <pc:sldMk cId="1824297136" sldId="257"/>
            <ac:spMk id="4" creationId="{279A6B06-12BF-FCC1-2101-B0F5F7F2818D}"/>
          </ac:spMkLst>
        </pc:spChg>
        <pc:spChg chg="add mod">
          <ac:chgData name="Georges MATHIO" userId="1057b68d-d9cf-4cd5-bc4c-3fe68ec33e97" providerId="ADAL" clId="{C4F20E0D-2BB1-4FFB-A1E5-62428237D7FB}" dt="2024-09-26T09:57:03.419" v="30" actId="1076"/>
          <ac:spMkLst>
            <pc:docMk/>
            <pc:sldMk cId="1824297136" sldId="257"/>
            <ac:spMk id="5" creationId="{CE27A112-7FC1-A1B5-6D89-D81AB3205368}"/>
          </ac:spMkLst>
        </pc:spChg>
        <pc:spChg chg="mod">
          <ac:chgData name="Georges MATHIO" userId="1057b68d-d9cf-4cd5-bc4c-3fe68ec33e97" providerId="ADAL" clId="{C4F20E0D-2BB1-4FFB-A1E5-62428237D7FB}" dt="2024-09-26T09:56:59.985" v="28" actId="1076"/>
          <ac:spMkLst>
            <pc:docMk/>
            <pc:sldMk cId="1824297136" sldId="257"/>
            <ac:spMk id="10" creationId="{9743D097-CC0D-F6F7-BA08-3BDBD61FA7C8}"/>
          </ac:spMkLst>
        </pc:spChg>
      </pc:sldChg>
      <pc:sldChg chg="del">
        <pc:chgData name="Georges MATHIO" userId="1057b68d-d9cf-4cd5-bc4c-3fe68ec33e97" providerId="ADAL" clId="{C4F20E0D-2BB1-4FFB-A1E5-62428237D7FB}" dt="2024-09-26T09:56:28.519" v="1" actId="47"/>
        <pc:sldMkLst>
          <pc:docMk/>
          <pc:sldMk cId="2846849086" sldId="258"/>
        </pc:sldMkLst>
      </pc:sldChg>
      <pc:sldChg chg="del">
        <pc:chgData name="Georges MATHIO" userId="1057b68d-d9cf-4cd5-bc4c-3fe68ec33e97" providerId="ADAL" clId="{C4F20E0D-2BB1-4FFB-A1E5-62428237D7FB}" dt="2024-09-26T09:56:26.743" v="0" actId="47"/>
        <pc:sldMkLst>
          <pc:docMk/>
          <pc:sldMk cId="283063719" sldId="259"/>
        </pc:sldMkLst>
      </pc:sldChg>
      <pc:sldChg chg="modSp mod">
        <pc:chgData name="Georges MATHIO" userId="1057b68d-d9cf-4cd5-bc4c-3fe68ec33e97" providerId="ADAL" clId="{C4F20E0D-2BB1-4FFB-A1E5-62428237D7FB}" dt="2024-09-26T10:07:21.753" v="246" actId="20577"/>
        <pc:sldMkLst>
          <pc:docMk/>
          <pc:sldMk cId="2592200161" sldId="264"/>
        </pc:sldMkLst>
        <pc:spChg chg="mod">
          <ac:chgData name="Georges MATHIO" userId="1057b68d-d9cf-4cd5-bc4c-3fe68ec33e97" providerId="ADAL" clId="{C4F20E0D-2BB1-4FFB-A1E5-62428237D7FB}" dt="2024-09-26T10:06:41.451" v="204" actId="20577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C4F20E0D-2BB1-4FFB-A1E5-62428237D7FB}" dt="2024-09-26T10:07:21.753" v="246" actId="20577"/>
          <ac:spMkLst>
            <pc:docMk/>
            <pc:sldMk cId="2592200161" sldId="264"/>
            <ac:spMk id="6" creationId="{37E68E50-1F8D-C6EF-3F0A-17CAC14C946D}"/>
          </ac:spMkLst>
        </pc:spChg>
      </pc:sldChg>
      <pc:sldChg chg="modSp mod ord">
        <pc:chgData name="Georges MATHIO" userId="1057b68d-d9cf-4cd5-bc4c-3fe68ec33e97" providerId="ADAL" clId="{C4F20E0D-2BB1-4FFB-A1E5-62428237D7FB}" dt="2024-09-26T10:07:52.778" v="261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C4F20E0D-2BB1-4FFB-A1E5-62428237D7FB}" dt="2024-09-26T10:07:52.778" v="261" actId="20577"/>
          <ac:spMkLst>
            <pc:docMk/>
            <pc:sldMk cId="2843119897" sldId="265"/>
            <ac:spMk id="19" creationId="{FC05DE6C-0B46-E626-BF36-F3DE11496887}"/>
          </ac:spMkLst>
        </pc:spChg>
      </pc:sldChg>
      <pc:sldChg chg="new">
        <pc:chgData name="Georges MATHIO" userId="1057b68d-d9cf-4cd5-bc4c-3fe68ec33e97" providerId="ADAL" clId="{C4F20E0D-2BB1-4FFB-A1E5-62428237D7FB}" dt="2024-09-26T09:57:15.980" v="31" actId="680"/>
        <pc:sldMkLst>
          <pc:docMk/>
          <pc:sldMk cId="2592076184" sldId="266"/>
        </pc:sldMkLst>
      </pc:sldChg>
      <pc:sldChg chg="modSp new mod ord">
        <pc:chgData name="Georges MATHIO" userId="1057b68d-d9cf-4cd5-bc4c-3fe68ec33e97" providerId="ADAL" clId="{C4F20E0D-2BB1-4FFB-A1E5-62428237D7FB}" dt="2024-09-26T09:59:56.892" v="185" actId="20577"/>
        <pc:sldMkLst>
          <pc:docMk/>
          <pc:sldMk cId="821531331" sldId="267"/>
        </pc:sldMkLst>
        <pc:spChg chg="mod">
          <ac:chgData name="Georges MATHIO" userId="1057b68d-d9cf-4cd5-bc4c-3fe68ec33e97" providerId="ADAL" clId="{C4F20E0D-2BB1-4FFB-A1E5-62428237D7FB}" dt="2024-09-26T09:59:38.109" v="146" actId="20577"/>
          <ac:spMkLst>
            <pc:docMk/>
            <pc:sldMk cId="821531331" sldId="267"/>
            <ac:spMk id="2" creationId="{BF6AEF50-33CA-A849-5F4C-03B6819882F7}"/>
          </ac:spMkLst>
        </pc:spChg>
        <pc:spChg chg="mod">
          <ac:chgData name="Georges MATHIO" userId="1057b68d-d9cf-4cd5-bc4c-3fe68ec33e97" providerId="ADAL" clId="{C4F20E0D-2BB1-4FFB-A1E5-62428237D7FB}" dt="2024-09-26T09:59:56.892" v="185" actId="20577"/>
          <ac:spMkLst>
            <pc:docMk/>
            <pc:sldMk cId="821531331" sldId="267"/>
            <ac:spMk id="3" creationId="{DF6805A2-C862-D56C-CDDA-CCB60B9A21FF}"/>
          </ac:spMkLst>
        </pc:spChg>
      </pc:sld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  <pc:spChg chg="del">
          <ac:chgData name="Georges MATHIO" userId="S::georges.mathio@estia.fr::1057b68d-d9cf-4cd5-bc4c-3fe68ec33e97" providerId="AD" clId="Web-{924963A7-0414-CE62-8997-2742A1CA60F5}" dt="2023-11-13T15:35:25.400" v="1"/>
          <ac:spMkLst>
            <pc:docMk/>
            <pc:sldMk cId="3870140485" sldId="265"/>
            <ac:spMk id="14" creationId="{7E30C4D4-D051-74FE-764D-C642BFBB0D1E}"/>
          </ac:spMkLst>
        </pc:spChg>
        <pc:picChg chg="add mod">
          <ac:chgData name="Georges MATHIO" userId="S::georges.mathio@estia.fr::1057b68d-d9cf-4cd5-bc4c-3fe68ec33e97" providerId="AD" clId="Web-{924963A7-0414-CE62-8997-2742A1CA60F5}" dt="2023-11-13T15:35:59.527" v="5" actId="1076"/>
          <ac:picMkLst>
            <pc:docMk/>
            <pc:sldMk cId="3870140485" sldId="265"/>
            <ac:picMk id="3" creationId="{06F4C4D2-9F1C-CD6B-4B73-EE49A7D3B1D3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24.489" v="24"/>
          <ac:picMkLst>
            <pc:docMk/>
            <pc:sldMk cId="3870140485" sldId="265"/>
            <ac:picMk id="4" creationId="{E1B1EE92-FEF5-B59F-FF7C-59AE3E5F636D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21.668" v="39"/>
          <ac:picMkLst>
            <pc:docMk/>
            <pc:sldMk cId="3870140485" sldId="265"/>
            <ac:picMk id="5" creationId="{6E7B4CB7-1ACC-3B8D-A2AC-67121D2D1D54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9.933" v="37" actId="14100"/>
          <ac:picMkLst>
            <pc:docMk/>
            <pc:sldMk cId="3870140485" sldId="265"/>
            <ac:picMk id="6" creationId="{AFD1BC7B-0643-7730-87DF-0B267565DBD2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38:32.001" v="23" actId="1076"/>
          <ac:picMkLst>
            <pc:docMk/>
            <pc:sldMk cId="3870140485" sldId="265"/>
            <ac:picMk id="7" creationId="{ECAA39C2-0BEB-1809-1D54-D866FF0A02B9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5.214" v="34" actId="1076"/>
          <ac:picMkLst>
            <pc:docMk/>
            <pc:sldMk cId="3870140485" sldId="265"/>
            <ac:picMk id="8" creationId="{9C7D0E36-32F1-F957-95DA-9343A920E6F0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36.474" v="28"/>
          <ac:picMkLst>
            <pc:docMk/>
            <pc:sldMk cId="3870140485" sldId="265"/>
            <ac:picMk id="9" creationId="{43534DCF-1D89-290E-124C-78DABBA75050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6.698" v="35" actId="1076"/>
          <ac:picMkLst>
            <pc:docMk/>
            <pc:sldMk cId="3870140485" sldId="265"/>
            <ac:picMk id="10" creationId="{1D0F61AE-DBDD-6F2E-B2C2-F6D92DB5AFF5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3.292" v="33" actId="1076"/>
          <ac:picMkLst>
            <pc:docMk/>
            <pc:sldMk cId="3870140485" sldId="265"/>
            <ac:picMk id="11" creationId="{3E316FDB-D3A3-36F9-21BC-7A3D45C8C097}"/>
          </ac:picMkLst>
        </pc:picChg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  <pc:picChg chg="add mod">
          <ac:chgData name="Georges MATHIO" userId="S::georges.mathio@estia.fr::1057b68d-d9cf-4cd5-bc4c-3fe68ec33e97" providerId="AD" clId="Web-{F53324A8-73B9-DE5A-2785-85B2E009E62C}" dt="2023-11-27T16:08:35.615" v="224" actId="1076"/>
          <ac:picMkLst>
            <pc:docMk/>
            <pc:sldMk cId="3870140485" sldId="265"/>
            <ac:picMk id="9" creationId="{658CB9B6-DEB4-E9E0-5341-E2CDB7731147}"/>
          </ac:picMkLst>
        </pc:picChg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  <pc:spChg chg="mod">
          <ac:chgData name="Georges MATHIO" userId="S::georges.mathio@estia.fr::1057b68d-d9cf-4cd5-bc4c-3fe68ec33e97" providerId="AD" clId="Web-{F53324A8-73B9-DE5A-2785-85B2E009E62C}" dt="2023-11-27T16:02:12.132" v="9" actId="20577"/>
          <ac:spMkLst>
            <pc:docMk/>
            <pc:sldMk cId="1487403360" sldId="266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F53324A8-73B9-DE5A-2785-85B2E009E62C}" dt="2023-11-27T16:07:53.332" v="220" actId="20577"/>
          <ac:spMkLst>
            <pc:docMk/>
            <pc:sldMk cId="1487403360" sldId="266"/>
            <ac:spMk id="3" creationId="{B5620FEA-FA3C-B3F6-C2FC-F9D51C3D46CB}"/>
          </ac:spMkLst>
        </pc:spChg>
        <pc:spChg chg="add mod">
          <ac:chgData name="Georges MATHIO" userId="S::georges.mathio@estia.fr::1057b68d-d9cf-4cd5-bc4c-3fe68ec33e97" providerId="AD" clId="Web-{F53324A8-73B9-DE5A-2785-85B2E009E62C}" dt="2023-11-27T16:07:09.721" v="213" actId="20577"/>
          <ac:spMkLst>
            <pc:docMk/>
            <pc:sldMk cId="1487403360" sldId="266"/>
            <ac:spMk id="8" creationId="{2896A83E-C8E6-846E-55FB-564BB0253107}"/>
          </ac:spMkLst>
        </pc:spChg>
        <pc:picChg chg="add mod">
          <ac:chgData name="Georges MATHIO" userId="S::georges.mathio@estia.fr::1057b68d-d9cf-4cd5-bc4c-3fe68ec33e97" providerId="AD" clId="Web-{F53324A8-73B9-DE5A-2785-85B2E009E62C}" dt="2023-11-27T16:07:13.050" v="214" actId="1076"/>
          <ac:picMkLst>
            <pc:docMk/>
            <pc:sldMk cId="1487403360" sldId="266"/>
            <ac:picMk id="6" creationId="{B062D537-4C69-6E39-1142-D3403EFDB13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05/12/2024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05/12/2024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65587" y="1989751"/>
            <a:ext cx="4879529" cy="2013633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GB" sz="7200">
                <a:cs typeface="Calibri Light"/>
              </a:rPr>
              <a:t>Cloud Engineering</a:t>
            </a:r>
            <a:endParaRPr lang="en-GB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046524" y="4407565"/>
            <a:ext cx="4586533" cy="1405467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fr-FR" sz="2800" dirty="0">
                <a:cs typeface="Calibri"/>
              </a:rPr>
              <a:t>W</a:t>
            </a:r>
            <a:r>
              <a:rPr lang="en-GB" sz="2800" dirty="0">
                <a:cs typeface="Calibri"/>
              </a:rPr>
              <a:t>rap up</a:t>
            </a:r>
            <a:endParaRPr lang="en-US" sz="2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C27A55DA-082D-1494-4B75-D8416BCD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95" y="793778"/>
            <a:ext cx="5002691" cy="48920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3E5B4A0-32B4-A6AE-6210-CF9464C8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77468A-C6BD-DFB1-948A-75293497D502}"/>
              </a:ext>
            </a:extLst>
          </p:cNvPr>
          <p:cNvSpPr txBox="1"/>
          <p:nvPr/>
        </p:nvSpPr>
        <p:spPr>
          <a:xfrm>
            <a:off x="855132" y="2384101"/>
            <a:ext cx="4326467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Recap</a:t>
            </a:r>
            <a:endParaRPr lang="fr-F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Cheat</a:t>
            </a:r>
            <a:r>
              <a:rPr lang="fr-FR" sz="2000" dirty="0"/>
              <a:t> </a:t>
            </a:r>
            <a:r>
              <a:rPr lang="fr-FR" sz="2000" dirty="0" err="1"/>
              <a:t>Sheet</a:t>
            </a:r>
            <a:endParaRPr lang="fr-F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Next </a:t>
            </a:r>
            <a:r>
              <a:rPr lang="fr-FR" sz="2000" dirty="0" err="1"/>
              <a:t>steps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2429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B1EFD-F78F-8A9C-9BB5-0FEBDBE5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Recap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49636F-D561-D024-52AB-1A56056A61DF}"/>
              </a:ext>
            </a:extLst>
          </p:cNvPr>
          <p:cNvSpPr txBox="1">
            <a:spLocks/>
          </p:cNvSpPr>
          <p:nvPr/>
        </p:nvSpPr>
        <p:spPr>
          <a:xfrm>
            <a:off x="463128" y="1224373"/>
            <a:ext cx="5288386" cy="5337293"/>
          </a:xfrm>
          <a:prstGeom prst="rect">
            <a:avLst/>
          </a:prstGeom>
        </p:spPr>
        <p:txBody>
          <a:bodyPr anchor="t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Cloud computing has many virtues and drawbacks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👍scaling, security, managed services, no capex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👎 cost, security, specialized engineers, sovereignty</a:t>
            </a:r>
          </a:p>
          <a:p>
            <a:pPr>
              <a:lnSpc>
                <a:spcPct val="150000"/>
              </a:lnSpc>
            </a:pPr>
            <a:r>
              <a:rPr lang="en-GB" dirty="0"/>
              <a:t>Compute resources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IAAS: VMs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PAAS: Container runtime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FAAS: Source code execution</a:t>
            </a:r>
          </a:p>
          <a:p>
            <a:pPr>
              <a:lnSpc>
                <a:spcPct val="150000"/>
              </a:lnSpc>
            </a:pPr>
            <a:r>
              <a:rPr lang="en-GB" dirty="0"/>
              <a:t>Storage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Disks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Object storage (S3)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Databases SQL &amp; NoSQL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Vaults</a:t>
            </a:r>
          </a:p>
          <a:p>
            <a:pPr>
              <a:lnSpc>
                <a:spcPct val="150000"/>
              </a:lnSpc>
            </a:pPr>
            <a:endParaRPr lang="en-GB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GB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GB" dirty="0">
              <a:latin typeface="+mj-lt"/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E87C8C3F-75EB-E31F-F647-D7D9EB809ECF}"/>
              </a:ext>
            </a:extLst>
          </p:cNvPr>
          <p:cNvSpPr txBox="1">
            <a:spLocks/>
          </p:cNvSpPr>
          <p:nvPr/>
        </p:nvSpPr>
        <p:spPr>
          <a:xfrm>
            <a:off x="6217813" y="1066801"/>
            <a:ext cx="5288386" cy="53372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Network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Base IP range and subnets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Connectivity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Firewalling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Frontal services</a:t>
            </a:r>
          </a:p>
          <a:p>
            <a:pPr>
              <a:lnSpc>
                <a:spcPct val="150000"/>
              </a:lnSpc>
            </a:pPr>
            <a:r>
              <a:rPr lang="en-GB" dirty="0"/>
              <a:t>Security &amp; administration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User accounts, groups &amp; MFA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Hardware: TPM, HSM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Encryption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Geographic locations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endParaRPr lang="en-GB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GB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3344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3D3EB3B2-61E5-B550-CDF3-DB014AFCB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759919"/>
              </p:ext>
            </p:extLst>
          </p:nvPr>
        </p:nvGraphicFramePr>
        <p:xfrm>
          <a:off x="1105111" y="457200"/>
          <a:ext cx="10236835" cy="619760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68887">
                  <a:extLst>
                    <a:ext uri="{9D8B030D-6E8A-4147-A177-3AD203B41FA5}">
                      <a16:colId xmlns:a16="http://schemas.microsoft.com/office/drawing/2014/main" val="620379493"/>
                    </a:ext>
                  </a:extLst>
                </a:gridCol>
                <a:gridCol w="1490078">
                  <a:extLst>
                    <a:ext uri="{9D8B030D-6E8A-4147-A177-3AD203B41FA5}">
                      <a16:colId xmlns:a16="http://schemas.microsoft.com/office/drawing/2014/main" val="669923505"/>
                    </a:ext>
                  </a:extLst>
                </a:gridCol>
                <a:gridCol w="1490078">
                  <a:extLst>
                    <a:ext uri="{9D8B030D-6E8A-4147-A177-3AD203B41FA5}">
                      <a16:colId xmlns:a16="http://schemas.microsoft.com/office/drawing/2014/main" val="1406576367"/>
                    </a:ext>
                  </a:extLst>
                </a:gridCol>
                <a:gridCol w="2235116">
                  <a:extLst>
                    <a:ext uri="{9D8B030D-6E8A-4147-A177-3AD203B41FA5}">
                      <a16:colId xmlns:a16="http://schemas.microsoft.com/office/drawing/2014/main" val="1962826151"/>
                    </a:ext>
                  </a:extLst>
                </a:gridCol>
                <a:gridCol w="3352676">
                  <a:extLst>
                    <a:ext uri="{9D8B030D-6E8A-4147-A177-3AD203B41FA5}">
                      <a16:colId xmlns:a16="http://schemas.microsoft.com/office/drawing/2014/main" val="3663498810"/>
                    </a:ext>
                  </a:extLst>
                </a:gridCol>
              </a:tblGrid>
              <a:tr h="768165">
                <a:tc>
                  <a:txBody>
                    <a:bodyPr/>
                    <a:lstStyle/>
                    <a:p>
                      <a:pPr algn="ctr" fontAlgn="ctr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693423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CloudFront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Front Door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OCI CDN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OVH CDN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Content delivery </a:t>
                      </a:r>
                      <a:r>
                        <a:rPr lang="en-GB" sz="11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networK</a:t>
                      </a:r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3018622254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API Gateway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API Management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API Gateway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API Management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Service for managing and securing APIs.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1063694393"/>
                  </a:ext>
                </a:extLst>
              </a:tr>
              <a:tr h="217177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Route 53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Azure DNS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Oracle Cloud DNS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OVH DNS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Scalable Domain Name System (DNS).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1763831578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EC2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Virtual Machines (VMs)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Oracle Compute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Public Cloud Instances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Virtual machines.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2514072483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Elastic Container Service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Container Instances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Oracle Container Engine (OKE)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OVH Managed Kubernetes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Serverless container runtimes.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3216435124"/>
                  </a:ext>
                </a:extLst>
              </a:tr>
              <a:tr h="217177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DynamoDB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Cosmos DB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NoSQL Database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Object Storage (partial)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Managed NoSQL databases.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1674708630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RDS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SQL Database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Oracle Autonomous Database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Managed Databases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Managed SQL databases.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801417080"/>
                  </a:ext>
                </a:extLst>
              </a:tr>
              <a:tr h="217177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S3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Blob Storage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Object Storage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Object Storage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Object storage.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3225934280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Elastic Block Storage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Azure Managed Disks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Oracle Block Volumes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OVH Block Storage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Block storage for persistent disks attached to a VM.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754203849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Elastic File Storage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Azure Files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File Storage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OVH NFS as a Service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Managed file storage that can be mounted by multiple VMs.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2625956925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IAM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Azure Active Directory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IAM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Identity </a:t>
                      </a:r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Management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Identity management and access control for cloud resources.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4168185346"/>
                  </a:ext>
                </a:extLst>
              </a:tr>
              <a:tr h="217177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Resource Group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Resource Group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Compartment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Logical grouping of resources.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2710862623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Billing &amp; Cost Management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Cost Management + Billing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Oracle Cloud Cost Analysis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OVH Cloud Billing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Managing and optimizing cloud costs, budgets, and spending analysis.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2869921605"/>
                  </a:ext>
                </a:extLst>
              </a:tr>
              <a:tr h="217177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>
                          <a:solidFill>
                            <a:schemeClr val="tx1"/>
                          </a:solidFill>
                          <a:effectLst/>
                        </a:rPr>
                        <a:t>Account</a:t>
                      </a:r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Subscription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Tenant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Project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Billed</a:t>
                      </a:r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fr-F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entity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2514984517"/>
                  </a:ext>
                </a:extLst>
              </a:tr>
              <a:tr h="43435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Virtual Private Cloud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Virtual Network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Virtual Cloud Network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Private</a:t>
                      </a:r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Network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 </a:t>
                      </a:r>
                      <a:r>
                        <a:rPr lang="fr-F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level</a:t>
                      </a:r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network </a:t>
                      </a:r>
                      <a:r>
                        <a:rPr lang="fr-F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containing</a:t>
                      </a:r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fr-F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subnets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71" marR="7571" marT="7571" marB="0" anchor="ctr"/>
                </a:tc>
                <a:extLst>
                  <a:ext uri="{0D108BD9-81ED-4DB2-BD59-A6C34878D82A}">
                    <a16:rowId xmlns:a16="http://schemas.microsoft.com/office/drawing/2014/main" val="2375626771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9575D86A-4694-E82B-8C92-C3521965C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131426" cy="358246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Cheat</a:t>
            </a:r>
            <a:r>
              <a:rPr lang="fr-FR" dirty="0"/>
              <a:t> SHEET</a:t>
            </a:r>
            <a:endParaRPr lang="en-GB" dirty="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3E883D1B-A0FA-2BBE-D407-E48E8532E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5027" y="465980"/>
            <a:ext cx="1109939" cy="587755"/>
          </a:xfrm>
          <a:prstGeom prst="rect">
            <a:avLst/>
          </a:prstGeom>
          <a:effectLst>
            <a:glow rad="88900">
              <a:schemeClr val="tx1">
                <a:alpha val="74000"/>
              </a:schemeClr>
            </a:glow>
          </a:effectLst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1ACF9297-CCEF-6BF6-EA2A-6CAC9A56A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1042"/>
          <a:stretch/>
        </p:blipFill>
        <p:spPr>
          <a:xfrm>
            <a:off x="3160317" y="413562"/>
            <a:ext cx="779144" cy="634404"/>
          </a:xfrm>
          <a:prstGeom prst="rect">
            <a:avLst/>
          </a:prstGeom>
          <a:effectLst>
            <a:glow rad="88900">
              <a:schemeClr val="tx1">
                <a:alpha val="74000"/>
              </a:schemeClr>
            </a:glow>
          </a:effectLst>
        </p:spPr>
      </p:pic>
      <p:pic>
        <p:nvPicPr>
          <p:cNvPr id="23" name="Graphique 22">
            <a:extLst>
              <a:ext uri="{FF2B5EF4-FFF2-40B4-BE49-F238E27FC236}">
                <a16:creationId xmlns:a16="http://schemas.microsoft.com/office/drawing/2014/main" id="{581DCD61-357B-0BFE-8994-50E7D0D958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8967"/>
          <a:stretch/>
        </p:blipFill>
        <p:spPr>
          <a:xfrm>
            <a:off x="4614812" y="442654"/>
            <a:ext cx="693309" cy="605312"/>
          </a:xfrm>
          <a:prstGeom prst="rect">
            <a:avLst/>
          </a:prstGeom>
          <a:effectLst>
            <a:glow rad="88900">
              <a:schemeClr val="tx1">
                <a:alpha val="74000"/>
              </a:schemeClr>
            </a:glow>
          </a:effectLst>
        </p:spPr>
      </p:pic>
      <p:pic>
        <p:nvPicPr>
          <p:cNvPr id="24" name="Graphique 23">
            <a:extLst>
              <a:ext uri="{FF2B5EF4-FFF2-40B4-BE49-F238E27FC236}">
                <a16:creationId xmlns:a16="http://schemas.microsoft.com/office/drawing/2014/main" id="{4B3E7C39-F523-5BDD-3031-1BF3ABDA01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2819"/>
          <a:stretch/>
        </p:blipFill>
        <p:spPr>
          <a:xfrm>
            <a:off x="5983472" y="465980"/>
            <a:ext cx="1012937" cy="587754"/>
          </a:xfrm>
          <a:prstGeom prst="rect">
            <a:avLst/>
          </a:prstGeom>
          <a:effectLst>
            <a:glow rad="88900">
              <a:schemeClr val="tx1">
                <a:alpha val="74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6417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B5EF-9EDD-3BAB-B3ED-204CB2091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710E8F-94EB-537B-CE99-B05913E45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5705" y="-1786"/>
            <a:ext cx="5133095" cy="1608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NEXT STEPS</a:t>
            </a:r>
          </a:p>
        </p:txBody>
      </p:sp>
      <p:pic>
        <p:nvPicPr>
          <p:cNvPr id="2050" name="Picture 2" descr="5 Must-Try Idaho Rock Climbing Spots">
            <a:extLst>
              <a:ext uri="{FF2B5EF4-FFF2-40B4-BE49-F238E27FC236}">
                <a16:creationId xmlns:a16="http://schemas.microsoft.com/office/drawing/2014/main" id="{0D7B79C7-0D52-F301-2162-1D44DAE0F4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6" r="15511"/>
          <a:stretch/>
        </p:blipFill>
        <p:spPr bwMode="auto">
          <a:xfrm>
            <a:off x="0" y="0"/>
            <a:ext cx="60756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F9B853-B9F2-157D-186E-B20861C73209}"/>
              </a:ext>
            </a:extLst>
          </p:cNvPr>
          <p:cNvSpPr txBox="1">
            <a:spLocks/>
          </p:cNvSpPr>
          <p:nvPr/>
        </p:nvSpPr>
        <p:spPr>
          <a:xfrm>
            <a:off x="6565705" y="1493520"/>
            <a:ext cx="5311335" cy="52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/>
              <a:t>Learn by doing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 the 300€ credits (1 year)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many doc available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Use AI with care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do not trust blindly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 its results to learn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understand the output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Produce good setup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at least test manually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remove useless elements, keep it clean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0081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1286</TotalTime>
  <Words>372</Words>
  <Application>Microsoft Office PowerPoint</Application>
  <PresentationFormat>Grand écran</PresentationFormat>
  <Paragraphs>121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Aptos Narrow</vt:lpstr>
      <vt:lpstr>Arial</vt:lpstr>
      <vt:lpstr>Calibri</vt:lpstr>
      <vt:lpstr>Calibri Light</vt:lpstr>
      <vt:lpstr>Wingdings</vt:lpstr>
      <vt:lpstr>Celestial</vt:lpstr>
      <vt:lpstr>Cloud Engineering</vt:lpstr>
      <vt:lpstr>Overview</vt:lpstr>
      <vt:lpstr>Recap</vt:lpstr>
      <vt:lpstr>Cheat SHEET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2024-12-05T17:16:58Z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